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14" y="4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695574" cy="51434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300" y="1095375"/>
            <a:ext cx="1228725" cy="533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4" y="1952624"/>
            <a:ext cx="1905000" cy="3429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0524" y="2181224"/>
            <a:ext cx="2428875" cy="2962274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028950" y="2552700"/>
            <a:ext cx="5705475" cy="38100"/>
          </a:xfrm>
          <a:custGeom>
            <a:avLst/>
            <a:gdLst/>
            <a:ahLst/>
            <a:cxnLst/>
            <a:rect l="l" t="t" r="r" b="b"/>
            <a:pathLst>
              <a:path w="5705475" h="38100">
                <a:moveTo>
                  <a:pt x="5705475" y="0"/>
                </a:moveTo>
                <a:lnTo>
                  <a:pt x="0" y="0"/>
                </a:lnTo>
                <a:lnTo>
                  <a:pt x="0" y="38100"/>
                </a:lnTo>
                <a:lnTo>
                  <a:pt x="5705475" y="38100"/>
                </a:lnTo>
                <a:lnTo>
                  <a:pt x="5705475" y="0"/>
                </a:lnTo>
                <a:close/>
              </a:path>
            </a:pathLst>
          </a:custGeom>
          <a:solidFill>
            <a:srgbClr val="007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49345" y="500633"/>
            <a:ext cx="5469890" cy="1541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79750" y="2879216"/>
            <a:ext cx="5861684" cy="1700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562475"/>
            <a:ext cx="9143999" cy="58102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90749" y="4667250"/>
            <a:ext cx="1781175" cy="4000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4324" y="4733925"/>
            <a:ext cx="1533525" cy="247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42" y="259461"/>
            <a:ext cx="8362315" cy="483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3437" y="1856861"/>
            <a:ext cx="3905250" cy="2258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48600" y="4736145"/>
            <a:ext cx="1062354" cy="2587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sa/2.0/legalcod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26" Type="http://schemas.openxmlformats.org/officeDocument/2006/relationships/image" Target="../media/image83.png"/><Relationship Id="rId3" Type="http://schemas.openxmlformats.org/officeDocument/2006/relationships/image" Target="../media/image60.png"/><Relationship Id="rId21" Type="http://schemas.openxmlformats.org/officeDocument/2006/relationships/image" Target="../media/image78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5" Type="http://schemas.openxmlformats.org/officeDocument/2006/relationships/image" Target="../media/image82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24" Type="http://schemas.openxmlformats.org/officeDocument/2006/relationships/image" Target="../media/image81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18" Type="http://schemas.openxmlformats.org/officeDocument/2006/relationships/image" Target="../media/image11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../media/image113.png"/><Relationship Id="rId2" Type="http://schemas.openxmlformats.org/officeDocument/2006/relationships/image" Target="../media/image98.png"/><Relationship Id="rId16" Type="http://schemas.openxmlformats.org/officeDocument/2006/relationships/image" Target="../media/image112.png"/><Relationship Id="rId20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19" Type="http://schemas.openxmlformats.org/officeDocument/2006/relationships/image" Target="../media/image115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10" Type="http://schemas.openxmlformats.org/officeDocument/2006/relationships/image" Target="../media/image15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2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4.png"/><Relationship Id="rId10" Type="http://schemas.openxmlformats.org/officeDocument/2006/relationships/image" Target="../media/image169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18" Type="http://schemas.openxmlformats.org/officeDocument/2006/relationships/image" Target="../media/image189.png"/><Relationship Id="rId26" Type="http://schemas.openxmlformats.org/officeDocument/2006/relationships/image" Target="../media/image197.png"/><Relationship Id="rId3" Type="http://schemas.openxmlformats.org/officeDocument/2006/relationships/image" Target="../media/image174.png"/><Relationship Id="rId21" Type="http://schemas.openxmlformats.org/officeDocument/2006/relationships/image" Target="../media/image192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17" Type="http://schemas.openxmlformats.org/officeDocument/2006/relationships/image" Target="../media/image188.png"/><Relationship Id="rId25" Type="http://schemas.openxmlformats.org/officeDocument/2006/relationships/image" Target="../media/image196.png"/><Relationship Id="rId2" Type="http://schemas.openxmlformats.org/officeDocument/2006/relationships/image" Target="../media/image173.png"/><Relationship Id="rId16" Type="http://schemas.openxmlformats.org/officeDocument/2006/relationships/image" Target="../media/image187.png"/><Relationship Id="rId20" Type="http://schemas.openxmlformats.org/officeDocument/2006/relationships/image" Target="../media/image19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24" Type="http://schemas.openxmlformats.org/officeDocument/2006/relationships/image" Target="../media/image195.png"/><Relationship Id="rId5" Type="http://schemas.openxmlformats.org/officeDocument/2006/relationships/image" Target="../media/image176.png"/><Relationship Id="rId15" Type="http://schemas.openxmlformats.org/officeDocument/2006/relationships/image" Target="../media/image186.png"/><Relationship Id="rId23" Type="http://schemas.openxmlformats.org/officeDocument/2006/relationships/image" Target="../media/image194.png"/><Relationship Id="rId28" Type="http://schemas.openxmlformats.org/officeDocument/2006/relationships/image" Target="../media/image199.png"/><Relationship Id="rId10" Type="http://schemas.openxmlformats.org/officeDocument/2006/relationships/image" Target="../media/image181.png"/><Relationship Id="rId19" Type="http://schemas.openxmlformats.org/officeDocument/2006/relationships/image" Target="../media/image190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Relationship Id="rId22" Type="http://schemas.openxmlformats.org/officeDocument/2006/relationships/image" Target="../media/image193.png"/><Relationship Id="rId27" Type="http://schemas.openxmlformats.org/officeDocument/2006/relationships/image" Target="../media/image19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png"/><Relationship Id="rId18" Type="http://schemas.openxmlformats.org/officeDocument/2006/relationships/image" Target="../media/image216.png"/><Relationship Id="rId26" Type="http://schemas.openxmlformats.org/officeDocument/2006/relationships/image" Target="../media/image224.png"/><Relationship Id="rId3" Type="http://schemas.openxmlformats.org/officeDocument/2006/relationships/image" Target="../media/image201.png"/><Relationship Id="rId21" Type="http://schemas.openxmlformats.org/officeDocument/2006/relationships/image" Target="../media/image219.png"/><Relationship Id="rId7" Type="http://schemas.openxmlformats.org/officeDocument/2006/relationships/image" Target="../media/image205.png"/><Relationship Id="rId12" Type="http://schemas.openxmlformats.org/officeDocument/2006/relationships/image" Target="../media/image210.png"/><Relationship Id="rId17" Type="http://schemas.openxmlformats.org/officeDocument/2006/relationships/image" Target="../media/image215.png"/><Relationship Id="rId25" Type="http://schemas.openxmlformats.org/officeDocument/2006/relationships/image" Target="../media/image223.png"/><Relationship Id="rId2" Type="http://schemas.openxmlformats.org/officeDocument/2006/relationships/image" Target="../media/image200.png"/><Relationship Id="rId16" Type="http://schemas.openxmlformats.org/officeDocument/2006/relationships/image" Target="../media/image214.png"/><Relationship Id="rId20" Type="http://schemas.openxmlformats.org/officeDocument/2006/relationships/image" Target="../media/image218.png"/><Relationship Id="rId29" Type="http://schemas.openxmlformats.org/officeDocument/2006/relationships/image" Target="../media/image2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1" Type="http://schemas.openxmlformats.org/officeDocument/2006/relationships/image" Target="../media/image209.png"/><Relationship Id="rId24" Type="http://schemas.openxmlformats.org/officeDocument/2006/relationships/image" Target="../media/image222.png"/><Relationship Id="rId5" Type="http://schemas.openxmlformats.org/officeDocument/2006/relationships/image" Target="../media/image203.png"/><Relationship Id="rId15" Type="http://schemas.openxmlformats.org/officeDocument/2006/relationships/image" Target="../media/image213.png"/><Relationship Id="rId23" Type="http://schemas.openxmlformats.org/officeDocument/2006/relationships/image" Target="../media/image221.png"/><Relationship Id="rId28" Type="http://schemas.openxmlformats.org/officeDocument/2006/relationships/image" Target="../media/image226.png"/><Relationship Id="rId10" Type="http://schemas.openxmlformats.org/officeDocument/2006/relationships/image" Target="../media/image208.png"/><Relationship Id="rId19" Type="http://schemas.openxmlformats.org/officeDocument/2006/relationships/image" Target="../media/image217.png"/><Relationship Id="rId31" Type="http://schemas.openxmlformats.org/officeDocument/2006/relationships/image" Target="../media/image229.png"/><Relationship Id="rId4" Type="http://schemas.openxmlformats.org/officeDocument/2006/relationships/image" Target="../media/image202.png"/><Relationship Id="rId9" Type="http://schemas.openxmlformats.org/officeDocument/2006/relationships/image" Target="../media/image207.png"/><Relationship Id="rId14" Type="http://schemas.openxmlformats.org/officeDocument/2006/relationships/image" Target="../media/image212.png"/><Relationship Id="rId22" Type="http://schemas.openxmlformats.org/officeDocument/2006/relationships/image" Target="../media/image220.png"/><Relationship Id="rId27" Type="http://schemas.openxmlformats.org/officeDocument/2006/relationships/image" Target="../media/image225.png"/><Relationship Id="rId30" Type="http://schemas.openxmlformats.org/officeDocument/2006/relationships/image" Target="../media/image22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13" Type="http://schemas.openxmlformats.org/officeDocument/2006/relationships/image" Target="../media/image244.png"/><Relationship Id="rId18" Type="http://schemas.openxmlformats.org/officeDocument/2006/relationships/image" Target="../media/image249.png"/><Relationship Id="rId26" Type="http://schemas.openxmlformats.org/officeDocument/2006/relationships/image" Target="../media/image257.png"/><Relationship Id="rId3" Type="http://schemas.openxmlformats.org/officeDocument/2006/relationships/image" Target="../media/image234.png"/><Relationship Id="rId21" Type="http://schemas.openxmlformats.org/officeDocument/2006/relationships/image" Target="../media/image252.png"/><Relationship Id="rId7" Type="http://schemas.openxmlformats.org/officeDocument/2006/relationships/image" Target="../media/image238.png"/><Relationship Id="rId12" Type="http://schemas.openxmlformats.org/officeDocument/2006/relationships/image" Target="../media/image243.png"/><Relationship Id="rId17" Type="http://schemas.openxmlformats.org/officeDocument/2006/relationships/image" Target="../media/image248.png"/><Relationship Id="rId25" Type="http://schemas.openxmlformats.org/officeDocument/2006/relationships/image" Target="../media/image256.png"/><Relationship Id="rId2" Type="http://schemas.openxmlformats.org/officeDocument/2006/relationships/image" Target="../media/image233.png"/><Relationship Id="rId16" Type="http://schemas.openxmlformats.org/officeDocument/2006/relationships/image" Target="../media/image247.png"/><Relationship Id="rId20" Type="http://schemas.openxmlformats.org/officeDocument/2006/relationships/image" Target="../media/image251.png"/><Relationship Id="rId29" Type="http://schemas.openxmlformats.org/officeDocument/2006/relationships/image" Target="../media/image2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7.png"/><Relationship Id="rId11" Type="http://schemas.openxmlformats.org/officeDocument/2006/relationships/image" Target="../media/image242.png"/><Relationship Id="rId24" Type="http://schemas.openxmlformats.org/officeDocument/2006/relationships/image" Target="../media/image255.png"/><Relationship Id="rId5" Type="http://schemas.openxmlformats.org/officeDocument/2006/relationships/image" Target="../media/image236.png"/><Relationship Id="rId15" Type="http://schemas.openxmlformats.org/officeDocument/2006/relationships/image" Target="../media/image246.png"/><Relationship Id="rId23" Type="http://schemas.openxmlformats.org/officeDocument/2006/relationships/image" Target="../media/image254.png"/><Relationship Id="rId28" Type="http://schemas.openxmlformats.org/officeDocument/2006/relationships/image" Target="../media/image259.png"/><Relationship Id="rId10" Type="http://schemas.openxmlformats.org/officeDocument/2006/relationships/image" Target="../media/image241.png"/><Relationship Id="rId19" Type="http://schemas.openxmlformats.org/officeDocument/2006/relationships/image" Target="../media/image250.png"/><Relationship Id="rId4" Type="http://schemas.openxmlformats.org/officeDocument/2006/relationships/image" Target="../media/image235.png"/><Relationship Id="rId9" Type="http://schemas.openxmlformats.org/officeDocument/2006/relationships/image" Target="../media/image240.png"/><Relationship Id="rId14" Type="http://schemas.openxmlformats.org/officeDocument/2006/relationships/image" Target="../media/image245.png"/><Relationship Id="rId22" Type="http://schemas.openxmlformats.org/officeDocument/2006/relationships/image" Target="../media/image253.png"/><Relationship Id="rId27" Type="http://schemas.openxmlformats.org/officeDocument/2006/relationships/image" Target="../media/image258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2.png"/><Relationship Id="rId18" Type="http://schemas.openxmlformats.org/officeDocument/2006/relationships/image" Target="../media/image277.png"/><Relationship Id="rId26" Type="http://schemas.openxmlformats.org/officeDocument/2006/relationships/image" Target="../media/image285.png"/><Relationship Id="rId21" Type="http://schemas.openxmlformats.org/officeDocument/2006/relationships/image" Target="../media/image280.png"/><Relationship Id="rId34" Type="http://schemas.openxmlformats.org/officeDocument/2006/relationships/image" Target="../media/image293.png"/><Relationship Id="rId7" Type="http://schemas.openxmlformats.org/officeDocument/2006/relationships/image" Target="../media/image266.png"/><Relationship Id="rId12" Type="http://schemas.openxmlformats.org/officeDocument/2006/relationships/image" Target="../media/image271.png"/><Relationship Id="rId17" Type="http://schemas.openxmlformats.org/officeDocument/2006/relationships/image" Target="../media/image276.png"/><Relationship Id="rId25" Type="http://schemas.openxmlformats.org/officeDocument/2006/relationships/image" Target="../media/image284.png"/><Relationship Id="rId33" Type="http://schemas.openxmlformats.org/officeDocument/2006/relationships/image" Target="../media/image292.png"/><Relationship Id="rId38" Type="http://schemas.openxmlformats.org/officeDocument/2006/relationships/image" Target="../media/image297.png"/><Relationship Id="rId2" Type="http://schemas.openxmlformats.org/officeDocument/2006/relationships/image" Target="../media/image261.png"/><Relationship Id="rId16" Type="http://schemas.openxmlformats.org/officeDocument/2006/relationships/image" Target="../media/image275.png"/><Relationship Id="rId20" Type="http://schemas.openxmlformats.org/officeDocument/2006/relationships/image" Target="../media/image279.png"/><Relationship Id="rId29" Type="http://schemas.openxmlformats.org/officeDocument/2006/relationships/image" Target="../media/image2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5.png"/><Relationship Id="rId11" Type="http://schemas.openxmlformats.org/officeDocument/2006/relationships/image" Target="../media/image270.png"/><Relationship Id="rId24" Type="http://schemas.openxmlformats.org/officeDocument/2006/relationships/image" Target="../media/image283.png"/><Relationship Id="rId32" Type="http://schemas.openxmlformats.org/officeDocument/2006/relationships/image" Target="../media/image291.png"/><Relationship Id="rId37" Type="http://schemas.openxmlformats.org/officeDocument/2006/relationships/image" Target="../media/image296.png"/><Relationship Id="rId5" Type="http://schemas.openxmlformats.org/officeDocument/2006/relationships/image" Target="../media/image264.png"/><Relationship Id="rId15" Type="http://schemas.openxmlformats.org/officeDocument/2006/relationships/image" Target="../media/image274.png"/><Relationship Id="rId23" Type="http://schemas.openxmlformats.org/officeDocument/2006/relationships/image" Target="../media/image282.png"/><Relationship Id="rId28" Type="http://schemas.openxmlformats.org/officeDocument/2006/relationships/image" Target="../media/image287.png"/><Relationship Id="rId36" Type="http://schemas.openxmlformats.org/officeDocument/2006/relationships/image" Target="../media/image295.png"/><Relationship Id="rId10" Type="http://schemas.openxmlformats.org/officeDocument/2006/relationships/image" Target="../media/image269.png"/><Relationship Id="rId19" Type="http://schemas.openxmlformats.org/officeDocument/2006/relationships/image" Target="../media/image278.png"/><Relationship Id="rId31" Type="http://schemas.openxmlformats.org/officeDocument/2006/relationships/image" Target="../media/image290.png"/><Relationship Id="rId4" Type="http://schemas.openxmlformats.org/officeDocument/2006/relationships/image" Target="../media/image263.png"/><Relationship Id="rId9" Type="http://schemas.openxmlformats.org/officeDocument/2006/relationships/image" Target="../media/image268.png"/><Relationship Id="rId14" Type="http://schemas.openxmlformats.org/officeDocument/2006/relationships/image" Target="../media/image273.png"/><Relationship Id="rId22" Type="http://schemas.openxmlformats.org/officeDocument/2006/relationships/image" Target="../media/image281.png"/><Relationship Id="rId27" Type="http://schemas.openxmlformats.org/officeDocument/2006/relationships/image" Target="../media/image286.png"/><Relationship Id="rId30" Type="http://schemas.openxmlformats.org/officeDocument/2006/relationships/image" Target="../media/image289.png"/><Relationship Id="rId35" Type="http://schemas.openxmlformats.org/officeDocument/2006/relationships/image" Target="../media/image294.png"/><Relationship Id="rId8" Type="http://schemas.openxmlformats.org/officeDocument/2006/relationships/image" Target="../media/image267.png"/><Relationship Id="rId3" Type="http://schemas.openxmlformats.org/officeDocument/2006/relationships/image" Target="../media/image26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9.png"/><Relationship Id="rId18" Type="http://schemas.openxmlformats.org/officeDocument/2006/relationships/image" Target="../media/image314.png"/><Relationship Id="rId26" Type="http://schemas.openxmlformats.org/officeDocument/2006/relationships/image" Target="../media/image322.png"/><Relationship Id="rId21" Type="http://schemas.openxmlformats.org/officeDocument/2006/relationships/image" Target="../media/image317.png"/><Relationship Id="rId34" Type="http://schemas.openxmlformats.org/officeDocument/2006/relationships/image" Target="../media/image330.png"/><Relationship Id="rId7" Type="http://schemas.openxmlformats.org/officeDocument/2006/relationships/image" Target="../media/image303.png"/><Relationship Id="rId12" Type="http://schemas.openxmlformats.org/officeDocument/2006/relationships/image" Target="../media/image308.png"/><Relationship Id="rId17" Type="http://schemas.openxmlformats.org/officeDocument/2006/relationships/image" Target="../media/image313.png"/><Relationship Id="rId25" Type="http://schemas.openxmlformats.org/officeDocument/2006/relationships/image" Target="../media/image321.png"/><Relationship Id="rId33" Type="http://schemas.openxmlformats.org/officeDocument/2006/relationships/image" Target="../media/image329.png"/><Relationship Id="rId2" Type="http://schemas.openxmlformats.org/officeDocument/2006/relationships/image" Target="../media/image298.png"/><Relationship Id="rId16" Type="http://schemas.openxmlformats.org/officeDocument/2006/relationships/image" Target="../media/image312.png"/><Relationship Id="rId20" Type="http://schemas.openxmlformats.org/officeDocument/2006/relationships/image" Target="../media/image316.png"/><Relationship Id="rId29" Type="http://schemas.openxmlformats.org/officeDocument/2006/relationships/image" Target="../media/image3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2.png"/><Relationship Id="rId11" Type="http://schemas.openxmlformats.org/officeDocument/2006/relationships/image" Target="../media/image307.png"/><Relationship Id="rId24" Type="http://schemas.openxmlformats.org/officeDocument/2006/relationships/image" Target="../media/image320.png"/><Relationship Id="rId32" Type="http://schemas.openxmlformats.org/officeDocument/2006/relationships/image" Target="../media/image328.png"/><Relationship Id="rId37" Type="http://schemas.openxmlformats.org/officeDocument/2006/relationships/image" Target="../media/image333.png"/><Relationship Id="rId5" Type="http://schemas.openxmlformats.org/officeDocument/2006/relationships/image" Target="../media/image301.png"/><Relationship Id="rId15" Type="http://schemas.openxmlformats.org/officeDocument/2006/relationships/image" Target="../media/image311.png"/><Relationship Id="rId23" Type="http://schemas.openxmlformats.org/officeDocument/2006/relationships/image" Target="../media/image319.png"/><Relationship Id="rId28" Type="http://schemas.openxmlformats.org/officeDocument/2006/relationships/image" Target="../media/image324.png"/><Relationship Id="rId36" Type="http://schemas.openxmlformats.org/officeDocument/2006/relationships/image" Target="../media/image332.png"/><Relationship Id="rId10" Type="http://schemas.openxmlformats.org/officeDocument/2006/relationships/image" Target="../media/image306.png"/><Relationship Id="rId19" Type="http://schemas.openxmlformats.org/officeDocument/2006/relationships/image" Target="../media/image315.png"/><Relationship Id="rId31" Type="http://schemas.openxmlformats.org/officeDocument/2006/relationships/image" Target="../media/image327.png"/><Relationship Id="rId4" Type="http://schemas.openxmlformats.org/officeDocument/2006/relationships/image" Target="../media/image300.png"/><Relationship Id="rId9" Type="http://schemas.openxmlformats.org/officeDocument/2006/relationships/image" Target="../media/image305.png"/><Relationship Id="rId14" Type="http://schemas.openxmlformats.org/officeDocument/2006/relationships/image" Target="../media/image310.png"/><Relationship Id="rId22" Type="http://schemas.openxmlformats.org/officeDocument/2006/relationships/image" Target="../media/image318.png"/><Relationship Id="rId27" Type="http://schemas.openxmlformats.org/officeDocument/2006/relationships/image" Target="../media/image323.png"/><Relationship Id="rId30" Type="http://schemas.openxmlformats.org/officeDocument/2006/relationships/image" Target="../media/image326.png"/><Relationship Id="rId35" Type="http://schemas.openxmlformats.org/officeDocument/2006/relationships/image" Target="../media/image331.png"/><Relationship Id="rId8" Type="http://schemas.openxmlformats.org/officeDocument/2006/relationships/image" Target="../media/image304.png"/><Relationship Id="rId3" Type="http://schemas.openxmlformats.org/officeDocument/2006/relationships/image" Target="../media/image29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345.png"/><Relationship Id="rId18" Type="http://schemas.openxmlformats.org/officeDocument/2006/relationships/image" Target="../media/image350.png"/><Relationship Id="rId3" Type="http://schemas.openxmlformats.org/officeDocument/2006/relationships/image" Target="../media/image335.png"/><Relationship Id="rId21" Type="http://schemas.openxmlformats.org/officeDocument/2006/relationships/image" Target="../media/image353.png"/><Relationship Id="rId7" Type="http://schemas.openxmlformats.org/officeDocument/2006/relationships/image" Target="../media/image339.png"/><Relationship Id="rId12" Type="http://schemas.openxmlformats.org/officeDocument/2006/relationships/image" Target="../media/image344.png"/><Relationship Id="rId17" Type="http://schemas.openxmlformats.org/officeDocument/2006/relationships/image" Target="../media/image349.png"/><Relationship Id="rId25" Type="http://schemas.openxmlformats.org/officeDocument/2006/relationships/image" Target="../media/image298.png"/><Relationship Id="rId2" Type="http://schemas.openxmlformats.org/officeDocument/2006/relationships/image" Target="../media/image334.png"/><Relationship Id="rId16" Type="http://schemas.openxmlformats.org/officeDocument/2006/relationships/image" Target="../media/image348.png"/><Relationship Id="rId20" Type="http://schemas.openxmlformats.org/officeDocument/2006/relationships/image" Target="../media/image35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8.png"/><Relationship Id="rId11" Type="http://schemas.openxmlformats.org/officeDocument/2006/relationships/image" Target="../media/image343.png"/><Relationship Id="rId24" Type="http://schemas.openxmlformats.org/officeDocument/2006/relationships/image" Target="../media/image356.png"/><Relationship Id="rId5" Type="http://schemas.openxmlformats.org/officeDocument/2006/relationships/image" Target="../media/image337.png"/><Relationship Id="rId15" Type="http://schemas.openxmlformats.org/officeDocument/2006/relationships/image" Target="../media/image347.png"/><Relationship Id="rId23" Type="http://schemas.openxmlformats.org/officeDocument/2006/relationships/image" Target="../media/image355.png"/><Relationship Id="rId10" Type="http://schemas.openxmlformats.org/officeDocument/2006/relationships/image" Target="../media/image342.png"/><Relationship Id="rId19" Type="http://schemas.openxmlformats.org/officeDocument/2006/relationships/image" Target="../media/image351.png"/><Relationship Id="rId4" Type="http://schemas.openxmlformats.org/officeDocument/2006/relationships/image" Target="../media/image336.png"/><Relationship Id="rId9" Type="http://schemas.openxmlformats.org/officeDocument/2006/relationships/image" Target="../media/image341.png"/><Relationship Id="rId14" Type="http://schemas.openxmlformats.org/officeDocument/2006/relationships/image" Target="../media/image346.png"/><Relationship Id="rId22" Type="http://schemas.openxmlformats.org/officeDocument/2006/relationships/image" Target="../media/image35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3.png"/><Relationship Id="rId13" Type="http://schemas.openxmlformats.org/officeDocument/2006/relationships/image" Target="../media/image368.png"/><Relationship Id="rId18" Type="http://schemas.openxmlformats.org/officeDocument/2006/relationships/image" Target="../media/image372.png"/><Relationship Id="rId3" Type="http://schemas.openxmlformats.org/officeDocument/2006/relationships/image" Target="../media/image358.png"/><Relationship Id="rId21" Type="http://schemas.openxmlformats.org/officeDocument/2006/relationships/image" Target="../media/image332.png"/><Relationship Id="rId7" Type="http://schemas.openxmlformats.org/officeDocument/2006/relationships/image" Target="../media/image362.png"/><Relationship Id="rId12" Type="http://schemas.openxmlformats.org/officeDocument/2006/relationships/image" Target="../media/image367.png"/><Relationship Id="rId17" Type="http://schemas.openxmlformats.org/officeDocument/2006/relationships/image" Target="../media/image371.png"/><Relationship Id="rId2" Type="http://schemas.openxmlformats.org/officeDocument/2006/relationships/image" Target="../media/image357.png"/><Relationship Id="rId16" Type="http://schemas.openxmlformats.org/officeDocument/2006/relationships/image" Target="../media/image370.png"/><Relationship Id="rId20" Type="http://schemas.openxmlformats.org/officeDocument/2006/relationships/image" Target="../media/image3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1.png"/><Relationship Id="rId11" Type="http://schemas.openxmlformats.org/officeDocument/2006/relationships/image" Target="../media/image366.png"/><Relationship Id="rId5" Type="http://schemas.openxmlformats.org/officeDocument/2006/relationships/image" Target="../media/image360.png"/><Relationship Id="rId15" Type="http://schemas.openxmlformats.org/officeDocument/2006/relationships/image" Target="../media/image298.png"/><Relationship Id="rId10" Type="http://schemas.openxmlformats.org/officeDocument/2006/relationships/image" Target="../media/image365.png"/><Relationship Id="rId19" Type="http://schemas.openxmlformats.org/officeDocument/2006/relationships/image" Target="../media/image373.png"/><Relationship Id="rId4" Type="http://schemas.openxmlformats.org/officeDocument/2006/relationships/image" Target="../media/image359.png"/><Relationship Id="rId9" Type="http://schemas.openxmlformats.org/officeDocument/2006/relationships/image" Target="../media/image364.png"/><Relationship Id="rId14" Type="http://schemas.openxmlformats.org/officeDocument/2006/relationships/image" Target="../media/image369.png"/><Relationship Id="rId22" Type="http://schemas.openxmlformats.org/officeDocument/2006/relationships/image" Target="../media/image37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png"/><Relationship Id="rId13" Type="http://schemas.openxmlformats.org/officeDocument/2006/relationships/image" Target="../media/image387.png"/><Relationship Id="rId18" Type="http://schemas.openxmlformats.org/officeDocument/2006/relationships/image" Target="../media/image392.png"/><Relationship Id="rId26" Type="http://schemas.openxmlformats.org/officeDocument/2006/relationships/image" Target="../media/image400.png"/><Relationship Id="rId3" Type="http://schemas.openxmlformats.org/officeDocument/2006/relationships/image" Target="../media/image377.png"/><Relationship Id="rId21" Type="http://schemas.openxmlformats.org/officeDocument/2006/relationships/image" Target="../media/image395.png"/><Relationship Id="rId7" Type="http://schemas.openxmlformats.org/officeDocument/2006/relationships/image" Target="../media/image381.png"/><Relationship Id="rId12" Type="http://schemas.openxmlformats.org/officeDocument/2006/relationships/image" Target="../media/image386.png"/><Relationship Id="rId17" Type="http://schemas.openxmlformats.org/officeDocument/2006/relationships/image" Target="../media/image391.png"/><Relationship Id="rId25" Type="http://schemas.openxmlformats.org/officeDocument/2006/relationships/image" Target="../media/image399.png"/><Relationship Id="rId2" Type="http://schemas.openxmlformats.org/officeDocument/2006/relationships/image" Target="../media/image376.png"/><Relationship Id="rId16" Type="http://schemas.openxmlformats.org/officeDocument/2006/relationships/image" Target="../media/image390.png"/><Relationship Id="rId20" Type="http://schemas.openxmlformats.org/officeDocument/2006/relationships/image" Target="../media/image3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0.png"/><Relationship Id="rId11" Type="http://schemas.openxmlformats.org/officeDocument/2006/relationships/image" Target="../media/image385.png"/><Relationship Id="rId24" Type="http://schemas.openxmlformats.org/officeDocument/2006/relationships/image" Target="../media/image398.png"/><Relationship Id="rId5" Type="http://schemas.openxmlformats.org/officeDocument/2006/relationships/image" Target="../media/image379.png"/><Relationship Id="rId15" Type="http://schemas.openxmlformats.org/officeDocument/2006/relationships/image" Target="../media/image389.png"/><Relationship Id="rId23" Type="http://schemas.openxmlformats.org/officeDocument/2006/relationships/image" Target="../media/image397.png"/><Relationship Id="rId28" Type="http://schemas.openxmlformats.org/officeDocument/2006/relationships/image" Target="../media/image402.png"/><Relationship Id="rId10" Type="http://schemas.openxmlformats.org/officeDocument/2006/relationships/image" Target="../media/image384.png"/><Relationship Id="rId19" Type="http://schemas.openxmlformats.org/officeDocument/2006/relationships/image" Target="../media/image393.png"/><Relationship Id="rId4" Type="http://schemas.openxmlformats.org/officeDocument/2006/relationships/image" Target="../media/image378.png"/><Relationship Id="rId9" Type="http://schemas.openxmlformats.org/officeDocument/2006/relationships/image" Target="../media/image383.png"/><Relationship Id="rId14" Type="http://schemas.openxmlformats.org/officeDocument/2006/relationships/image" Target="../media/image388.png"/><Relationship Id="rId22" Type="http://schemas.openxmlformats.org/officeDocument/2006/relationships/image" Target="../media/image396.png"/><Relationship Id="rId27" Type="http://schemas.openxmlformats.org/officeDocument/2006/relationships/image" Target="../media/image40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4.png"/><Relationship Id="rId2" Type="http://schemas.openxmlformats.org/officeDocument/2006/relationships/image" Target="../media/image4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7.png"/><Relationship Id="rId5" Type="http://schemas.openxmlformats.org/officeDocument/2006/relationships/image" Target="../media/image406.png"/><Relationship Id="rId4" Type="http://schemas.openxmlformats.org/officeDocument/2006/relationships/image" Target="../media/image40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4.png"/><Relationship Id="rId13" Type="http://schemas.openxmlformats.org/officeDocument/2006/relationships/image" Target="../media/image419.png"/><Relationship Id="rId3" Type="http://schemas.openxmlformats.org/officeDocument/2006/relationships/image" Target="../media/image409.png"/><Relationship Id="rId7" Type="http://schemas.openxmlformats.org/officeDocument/2006/relationships/image" Target="../media/image413.png"/><Relationship Id="rId12" Type="http://schemas.openxmlformats.org/officeDocument/2006/relationships/image" Target="../media/image418.png"/><Relationship Id="rId2" Type="http://schemas.openxmlformats.org/officeDocument/2006/relationships/image" Target="../media/image40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2.png"/><Relationship Id="rId11" Type="http://schemas.openxmlformats.org/officeDocument/2006/relationships/image" Target="../media/image417.png"/><Relationship Id="rId5" Type="http://schemas.openxmlformats.org/officeDocument/2006/relationships/image" Target="../media/image411.png"/><Relationship Id="rId10" Type="http://schemas.openxmlformats.org/officeDocument/2006/relationships/image" Target="../media/image416.png"/><Relationship Id="rId4" Type="http://schemas.openxmlformats.org/officeDocument/2006/relationships/image" Target="../media/image410.png"/><Relationship Id="rId9" Type="http://schemas.openxmlformats.org/officeDocument/2006/relationships/image" Target="../media/image415.png"/><Relationship Id="rId14" Type="http://schemas.openxmlformats.org/officeDocument/2006/relationships/image" Target="../media/image42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7.png"/><Relationship Id="rId3" Type="http://schemas.openxmlformats.org/officeDocument/2006/relationships/image" Target="../media/image422.png"/><Relationship Id="rId7" Type="http://schemas.openxmlformats.org/officeDocument/2006/relationships/image" Target="../media/image426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5.png"/><Relationship Id="rId5" Type="http://schemas.openxmlformats.org/officeDocument/2006/relationships/image" Target="../media/image424.png"/><Relationship Id="rId10" Type="http://schemas.openxmlformats.org/officeDocument/2006/relationships/image" Target="../media/image429.png"/><Relationship Id="rId4" Type="http://schemas.openxmlformats.org/officeDocument/2006/relationships/image" Target="../media/image423.png"/><Relationship Id="rId9" Type="http://schemas.openxmlformats.org/officeDocument/2006/relationships/image" Target="../media/image4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6.png"/><Relationship Id="rId5" Type="http://schemas.openxmlformats.org/officeDocument/2006/relationships/image" Target="../media/image433.png"/><Relationship Id="rId4" Type="http://schemas.openxmlformats.org/officeDocument/2006/relationships/image" Target="../media/image4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5.png"/><Relationship Id="rId2" Type="http://schemas.openxmlformats.org/officeDocument/2006/relationships/image" Target="../media/image43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7.png"/><Relationship Id="rId4" Type="http://schemas.openxmlformats.org/officeDocument/2006/relationships/image" Target="../media/image43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8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9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5.png"/><Relationship Id="rId13" Type="http://schemas.openxmlformats.org/officeDocument/2006/relationships/image" Target="../media/image450.png"/><Relationship Id="rId18" Type="http://schemas.openxmlformats.org/officeDocument/2006/relationships/image" Target="../media/image453.png"/><Relationship Id="rId3" Type="http://schemas.openxmlformats.org/officeDocument/2006/relationships/image" Target="../media/image441.png"/><Relationship Id="rId7" Type="http://schemas.openxmlformats.org/officeDocument/2006/relationships/image" Target="../media/image444.png"/><Relationship Id="rId12" Type="http://schemas.openxmlformats.org/officeDocument/2006/relationships/image" Target="../media/image449.png"/><Relationship Id="rId17" Type="http://schemas.openxmlformats.org/officeDocument/2006/relationships/image" Target="../media/image439.jpg"/><Relationship Id="rId2" Type="http://schemas.openxmlformats.org/officeDocument/2006/relationships/image" Target="../media/image440.jpg"/><Relationship Id="rId16" Type="http://schemas.openxmlformats.org/officeDocument/2006/relationships/image" Target="../media/image43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3.png"/><Relationship Id="rId11" Type="http://schemas.openxmlformats.org/officeDocument/2006/relationships/image" Target="../media/image448.png"/><Relationship Id="rId5" Type="http://schemas.openxmlformats.org/officeDocument/2006/relationships/image" Target="../media/image433.png"/><Relationship Id="rId15" Type="http://schemas.openxmlformats.org/officeDocument/2006/relationships/image" Target="../media/image452.png"/><Relationship Id="rId10" Type="http://schemas.openxmlformats.org/officeDocument/2006/relationships/image" Target="../media/image447.png"/><Relationship Id="rId4" Type="http://schemas.openxmlformats.org/officeDocument/2006/relationships/image" Target="../media/image442.png"/><Relationship Id="rId9" Type="http://schemas.openxmlformats.org/officeDocument/2006/relationships/image" Target="../media/image446.png"/><Relationship Id="rId14" Type="http://schemas.openxmlformats.org/officeDocument/2006/relationships/image" Target="../media/image45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png"/><Relationship Id="rId13" Type="http://schemas.openxmlformats.org/officeDocument/2006/relationships/image" Target="../media/image463.png"/><Relationship Id="rId3" Type="http://schemas.openxmlformats.org/officeDocument/2006/relationships/image" Target="../media/image455.png"/><Relationship Id="rId7" Type="http://schemas.openxmlformats.org/officeDocument/2006/relationships/image" Target="../media/image458.png"/><Relationship Id="rId12" Type="http://schemas.openxmlformats.org/officeDocument/2006/relationships/image" Target="../media/image462.png"/><Relationship Id="rId2" Type="http://schemas.openxmlformats.org/officeDocument/2006/relationships/image" Target="../media/image454.jpg"/><Relationship Id="rId16" Type="http://schemas.openxmlformats.org/officeDocument/2006/relationships/image" Target="../media/image4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3.png"/><Relationship Id="rId11" Type="http://schemas.openxmlformats.org/officeDocument/2006/relationships/image" Target="../media/image356.png"/><Relationship Id="rId5" Type="http://schemas.openxmlformats.org/officeDocument/2006/relationships/image" Target="../media/image457.png"/><Relationship Id="rId15" Type="http://schemas.openxmlformats.org/officeDocument/2006/relationships/image" Target="../media/image465.png"/><Relationship Id="rId10" Type="http://schemas.openxmlformats.org/officeDocument/2006/relationships/image" Target="../media/image461.png"/><Relationship Id="rId4" Type="http://schemas.openxmlformats.org/officeDocument/2006/relationships/image" Target="../media/image456.png"/><Relationship Id="rId9" Type="http://schemas.openxmlformats.org/officeDocument/2006/relationships/image" Target="../media/image460.png"/><Relationship Id="rId14" Type="http://schemas.openxmlformats.org/officeDocument/2006/relationships/image" Target="../media/image46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png"/><Relationship Id="rId3" Type="http://schemas.openxmlformats.org/officeDocument/2006/relationships/image" Target="../media/image468.png"/><Relationship Id="rId7" Type="http://schemas.openxmlformats.org/officeDocument/2006/relationships/image" Target="../media/image472.png"/><Relationship Id="rId2" Type="http://schemas.openxmlformats.org/officeDocument/2006/relationships/image" Target="../media/image46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1.png"/><Relationship Id="rId5" Type="http://schemas.openxmlformats.org/officeDocument/2006/relationships/image" Target="../media/image470.png"/><Relationship Id="rId4" Type="http://schemas.openxmlformats.org/officeDocument/2006/relationships/image" Target="../media/image46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4.png"/><Relationship Id="rId2" Type="http://schemas.openxmlformats.org/officeDocument/2006/relationships/image" Target="../media/image47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3.png"/><Relationship Id="rId5" Type="http://schemas.openxmlformats.org/officeDocument/2006/relationships/image" Target="../media/image476.png"/><Relationship Id="rId4" Type="http://schemas.openxmlformats.org/officeDocument/2006/relationships/image" Target="../media/image47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png"/><Relationship Id="rId3" Type="http://schemas.openxmlformats.org/officeDocument/2006/relationships/image" Target="../media/image478.png"/><Relationship Id="rId7" Type="http://schemas.openxmlformats.org/officeDocument/2006/relationships/image" Target="../media/image482.png"/><Relationship Id="rId2" Type="http://schemas.openxmlformats.org/officeDocument/2006/relationships/image" Target="../media/image47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1.png"/><Relationship Id="rId11" Type="http://schemas.openxmlformats.org/officeDocument/2006/relationships/image" Target="../media/image485.png"/><Relationship Id="rId5" Type="http://schemas.openxmlformats.org/officeDocument/2006/relationships/image" Target="../media/image480.png"/><Relationship Id="rId10" Type="http://schemas.openxmlformats.org/officeDocument/2006/relationships/image" Target="../media/image484.png"/><Relationship Id="rId4" Type="http://schemas.openxmlformats.org/officeDocument/2006/relationships/image" Target="../media/image479.png"/><Relationship Id="rId9" Type="http://schemas.openxmlformats.org/officeDocument/2006/relationships/image" Target="../media/image48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png"/><Relationship Id="rId13" Type="http://schemas.openxmlformats.org/officeDocument/2006/relationships/image" Target="../media/image497.png"/><Relationship Id="rId18" Type="http://schemas.openxmlformats.org/officeDocument/2006/relationships/image" Target="../media/image502.png"/><Relationship Id="rId3" Type="http://schemas.openxmlformats.org/officeDocument/2006/relationships/image" Target="../media/image487.png"/><Relationship Id="rId21" Type="http://schemas.openxmlformats.org/officeDocument/2006/relationships/image" Target="../media/image505.png"/><Relationship Id="rId7" Type="http://schemas.openxmlformats.org/officeDocument/2006/relationships/image" Target="../media/image491.png"/><Relationship Id="rId12" Type="http://schemas.openxmlformats.org/officeDocument/2006/relationships/image" Target="../media/image496.png"/><Relationship Id="rId17" Type="http://schemas.openxmlformats.org/officeDocument/2006/relationships/image" Target="../media/image501.png"/><Relationship Id="rId2" Type="http://schemas.openxmlformats.org/officeDocument/2006/relationships/image" Target="../media/image486.png"/><Relationship Id="rId16" Type="http://schemas.openxmlformats.org/officeDocument/2006/relationships/image" Target="../media/image500.png"/><Relationship Id="rId20" Type="http://schemas.openxmlformats.org/officeDocument/2006/relationships/image" Target="../media/image5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11" Type="http://schemas.openxmlformats.org/officeDocument/2006/relationships/image" Target="../media/image495.png"/><Relationship Id="rId5" Type="http://schemas.openxmlformats.org/officeDocument/2006/relationships/image" Target="../media/image489.png"/><Relationship Id="rId15" Type="http://schemas.openxmlformats.org/officeDocument/2006/relationships/image" Target="../media/image499.png"/><Relationship Id="rId10" Type="http://schemas.openxmlformats.org/officeDocument/2006/relationships/image" Target="../media/image494.png"/><Relationship Id="rId19" Type="http://schemas.openxmlformats.org/officeDocument/2006/relationships/image" Target="../media/image503.png"/><Relationship Id="rId4" Type="http://schemas.openxmlformats.org/officeDocument/2006/relationships/image" Target="../media/image488.png"/><Relationship Id="rId9" Type="http://schemas.openxmlformats.org/officeDocument/2006/relationships/image" Target="../media/image493.png"/><Relationship Id="rId14" Type="http://schemas.openxmlformats.org/officeDocument/2006/relationships/image" Target="../media/image49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png"/><Relationship Id="rId13" Type="http://schemas.openxmlformats.org/officeDocument/2006/relationships/image" Target="../media/image433.png"/><Relationship Id="rId18" Type="http://schemas.openxmlformats.org/officeDocument/2006/relationships/image" Target="../media/image519.png"/><Relationship Id="rId3" Type="http://schemas.openxmlformats.org/officeDocument/2006/relationships/image" Target="../media/image507.png"/><Relationship Id="rId21" Type="http://schemas.openxmlformats.org/officeDocument/2006/relationships/image" Target="../media/image522.png"/><Relationship Id="rId7" Type="http://schemas.openxmlformats.org/officeDocument/2006/relationships/image" Target="../media/image511.png"/><Relationship Id="rId12" Type="http://schemas.openxmlformats.org/officeDocument/2006/relationships/image" Target="../media/image445.png"/><Relationship Id="rId17" Type="http://schemas.openxmlformats.org/officeDocument/2006/relationships/image" Target="../media/image518.png"/><Relationship Id="rId2" Type="http://schemas.openxmlformats.org/officeDocument/2006/relationships/image" Target="../media/image506.jpg"/><Relationship Id="rId16" Type="http://schemas.openxmlformats.org/officeDocument/2006/relationships/image" Target="../media/image517.png"/><Relationship Id="rId20" Type="http://schemas.openxmlformats.org/officeDocument/2006/relationships/image" Target="../media/image5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428.png"/><Relationship Id="rId5" Type="http://schemas.openxmlformats.org/officeDocument/2006/relationships/image" Target="../media/image509.png"/><Relationship Id="rId15" Type="http://schemas.openxmlformats.org/officeDocument/2006/relationships/image" Target="../media/image516.png"/><Relationship Id="rId10" Type="http://schemas.openxmlformats.org/officeDocument/2006/relationships/image" Target="../media/image514.jpg"/><Relationship Id="rId19" Type="http://schemas.openxmlformats.org/officeDocument/2006/relationships/image" Target="../media/image520.png"/><Relationship Id="rId4" Type="http://schemas.openxmlformats.org/officeDocument/2006/relationships/image" Target="../media/image508.png"/><Relationship Id="rId9" Type="http://schemas.openxmlformats.org/officeDocument/2006/relationships/image" Target="../media/image513.png"/><Relationship Id="rId14" Type="http://schemas.openxmlformats.org/officeDocument/2006/relationships/image" Target="../media/image515.png"/><Relationship Id="rId22" Type="http://schemas.openxmlformats.org/officeDocument/2006/relationships/image" Target="../media/image52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5.png"/><Relationship Id="rId18" Type="http://schemas.openxmlformats.org/officeDocument/2006/relationships/image" Target="../media/image540.png"/><Relationship Id="rId26" Type="http://schemas.openxmlformats.org/officeDocument/2006/relationships/image" Target="../media/image548.png"/><Relationship Id="rId3" Type="http://schemas.openxmlformats.org/officeDocument/2006/relationships/image" Target="../media/image525.png"/><Relationship Id="rId21" Type="http://schemas.openxmlformats.org/officeDocument/2006/relationships/image" Target="../media/image543.png"/><Relationship Id="rId34" Type="http://schemas.openxmlformats.org/officeDocument/2006/relationships/image" Target="../media/image554.png"/><Relationship Id="rId7" Type="http://schemas.openxmlformats.org/officeDocument/2006/relationships/image" Target="../media/image529.png"/><Relationship Id="rId12" Type="http://schemas.openxmlformats.org/officeDocument/2006/relationships/image" Target="../media/image534.png"/><Relationship Id="rId17" Type="http://schemas.openxmlformats.org/officeDocument/2006/relationships/image" Target="../media/image539.png"/><Relationship Id="rId25" Type="http://schemas.openxmlformats.org/officeDocument/2006/relationships/image" Target="../media/image547.png"/><Relationship Id="rId33" Type="http://schemas.openxmlformats.org/officeDocument/2006/relationships/image" Target="../media/image553.png"/><Relationship Id="rId2" Type="http://schemas.openxmlformats.org/officeDocument/2006/relationships/image" Target="../media/image524.png"/><Relationship Id="rId16" Type="http://schemas.openxmlformats.org/officeDocument/2006/relationships/image" Target="../media/image538.png"/><Relationship Id="rId20" Type="http://schemas.openxmlformats.org/officeDocument/2006/relationships/image" Target="../media/image542.png"/><Relationship Id="rId29" Type="http://schemas.openxmlformats.org/officeDocument/2006/relationships/image" Target="../media/image5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8.png"/><Relationship Id="rId11" Type="http://schemas.openxmlformats.org/officeDocument/2006/relationships/image" Target="../media/image533.png"/><Relationship Id="rId24" Type="http://schemas.openxmlformats.org/officeDocument/2006/relationships/image" Target="../media/image546.png"/><Relationship Id="rId32" Type="http://schemas.openxmlformats.org/officeDocument/2006/relationships/image" Target="../media/image375.png"/><Relationship Id="rId5" Type="http://schemas.openxmlformats.org/officeDocument/2006/relationships/image" Target="../media/image527.png"/><Relationship Id="rId15" Type="http://schemas.openxmlformats.org/officeDocument/2006/relationships/image" Target="../media/image537.png"/><Relationship Id="rId23" Type="http://schemas.openxmlformats.org/officeDocument/2006/relationships/image" Target="../media/image545.png"/><Relationship Id="rId28" Type="http://schemas.openxmlformats.org/officeDocument/2006/relationships/image" Target="../media/image550.png"/><Relationship Id="rId10" Type="http://schemas.openxmlformats.org/officeDocument/2006/relationships/image" Target="../media/image532.png"/><Relationship Id="rId19" Type="http://schemas.openxmlformats.org/officeDocument/2006/relationships/image" Target="../media/image541.png"/><Relationship Id="rId31" Type="http://schemas.openxmlformats.org/officeDocument/2006/relationships/image" Target="../media/image298.png"/><Relationship Id="rId4" Type="http://schemas.openxmlformats.org/officeDocument/2006/relationships/image" Target="../media/image526.png"/><Relationship Id="rId9" Type="http://schemas.openxmlformats.org/officeDocument/2006/relationships/image" Target="../media/image531.png"/><Relationship Id="rId14" Type="http://schemas.openxmlformats.org/officeDocument/2006/relationships/image" Target="../media/image536.png"/><Relationship Id="rId22" Type="http://schemas.openxmlformats.org/officeDocument/2006/relationships/image" Target="../media/image544.png"/><Relationship Id="rId27" Type="http://schemas.openxmlformats.org/officeDocument/2006/relationships/image" Target="../media/image549.png"/><Relationship Id="rId30" Type="http://schemas.openxmlformats.org/officeDocument/2006/relationships/image" Target="../media/image552.png"/><Relationship Id="rId8" Type="http://schemas.openxmlformats.org/officeDocument/2006/relationships/image" Target="../media/image530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1.png"/><Relationship Id="rId13" Type="http://schemas.openxmlformats.org/officeDocument/2006/relationships/image" Target="../media/image566.png"/><Relationship Id="rId3" Type="http://schemas.openxmlformats.org/officeDocument/2006/relationships/image" Target="../media/image556.png"/><Relationship Id="rId7" Type="http://schemas.openxmlformats.org/officeDocument/2006/relationships/image" Target="../media/image560.png"/><Relationship Id="rId12" Type="http://schemas.openxmlformats.org/officeDocument/2006/relationships/image" Target="../media/image565.png"/><Relationship Id="rId2" Type="http://schemas.openxmlformats.org/officeDocument/2006/relationships/image" Target="../media/image5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9.png"/><Relationship Id="rId11" Type="http://schemas.openxmlformats.org/officeDocument/2006/relationships/image" Target="../media/image564.png"/><Relationship Id="rId5" Type="http://schemas.openxmlformats.org/officeDocument/2006/relationships/image" Target="../media/image558.png"/><Relationship Id="rId10" Type="http://schemas.openxmlformats.org/officeDocument/2006/relationships/image" Target="../media/image563.png"/><Relationship Id="rId4" Type="http://schemas.openxmlformats.org/officeDocument/2006/relationships/image" Target="../media/image557.png"/><Relationship Id="rId9" Type="http://schemas.openxmlformats.org/officeDocument/2006/relationships/image" Target="../media/image562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3.png"/><Relationship Id="rId13" Type="http://schemas.openxmlformats.org/officeDocument/2006/relationships/image" Target="../media/image578.png"/><Relationship Id="rId18" Type="http://schemas.openxmlformats.org/officeDocument/2006/relationships/image" Target="../media/image561.png"/><Relationship Id="rId3" Type="http://schemas.openxmlformats.org/officeDocument/2006/relationships/image" Target="../media/image568.png"/><Relationship Id="rId21" Type="http://schemas.openxmlformats.org/officeDocument/2006/relationships/image" Target="../media/image585.png"/><Relationship Id="rId7" Type="http://schemas.openxmlformats.org/officeDocument/2006/relationships/image" Target="../media/image572.png"/><Relationship Id="rId12" Type="http://schemas.openxmlformats.org/officeDocument/2006/relationships/image" Target="../media/image577.png"/><Relationship Id="rId17" Type="http://schemas.openxmlformats.org/officeDocument/2006/relationships/image" Target="../media/image582.png"/><Relationship Id="rId2" Type="http://schemas.openxmlformats.org/officeDocument/2006/relationships/image" Target="../media/image567.png"/><Relationship Id="rId16" Type="http://schemas.openxmlformats.org/officeDocument/2006/relationships/image" Target="../media/image581.png"/><Relationship Id="rId20" Type="http://schemas.openxmlformats.org/officeDocument/2006/relationships/image" Target="../media/image5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1.png"/><Relationship Id="rId11" Type="http://schemas.openxmlformats.org/officeDocument/2006/relationships/image" Target="../media/image576.png"/><Relationship Id="rId5" Type="http://schemas.openxmlformats.org/officeDocument/2006/relationships/image" Target="../media/image570.png"/><Relationship Id="rId15" Type="http://schemas.openxmlformats.org/officeDocument/2006/relationships/image" Target="../media/image580.png"/><Relationship Id="rId23" Type="http://schemas.openxmlformats.org/officeDocument/2006/relationships/image" Target="../media/image587.png"/><Relationship Id="rId10" Type="http://schemas.openxmlformats.org/officeDocument/2006/relationships/image" Target="../media/image575.png"/><Relationship Id="rId19" Type="http://schemas.openxmlformats.org/officeDocument/2006/relationships/image" Target="../media/image583.png"/><Relationship Id="rId4" Type="http://schemas.openxmlformats.org/officeDocument/2006/relationships/image" Target="../media/image569.png"/><Relationship Id="rId9" Type="http://schemas.openxmlformats.org/officeDocument/2006/relationships/image" Target="../media/image574.png"/><Relationship Id="rId14" Type="http://schemas.openxmlformats.org/officeDocument/2006/relationships/image" Target="../media/image579.png"/><Relationship Id="rId22" Type="http://schemas.openxmlformats.org/officeDocument/2006/relationships/image" Target="../media/image586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9.png"/><Relationship Id="rId2" Type="http://schemas.openxmlformats.org/officeDocument/2006/relationships/image" Target="../media/image5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1.png"/><Relationship Id="rId4" Type="http://schemas.openxmlformats.org/officeDocument/2006/relationships/image" Target="../media/image59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7.png"/><Relationship Id="rId13" Type="http://schemas.openxmlformats.org/officeDocument/2006/relationships/image" Target="../media/image602.png"/><Relationship Id="rId18" Type="http://schemas.openxmlformats.org/officeDocument/2006/relationships/image" Target="../media/image607.png"/><Relationship Id="rId3" Type="http://schemas.openxmlformats.org/officeDocument/2006/relationships/image" Target="../media/image592.png"/><Relationship Id="rId21" Type="http://schemas.openxmlformats.org/officeDocument/2006/relationships/image" Target="../media/image610.png"/><Relationship Id="rId7" Type="http://schemas.openxmlformats.org/officeDocument/2006/relationships/image" Target="../media/image596.png"/><Relationship Id="rId12" Type="http://schemas.openxmlformats.org/officeDocument/2006/relationships/image" Target="../media/image601.png"/><Relationship Id="rId17" Type="http://schemas.openxmlformats.org/officeDocument/2006/relationships/image" Target="../media/image606.png"/><Relationship Id="rId2" Type="http://schemas.openxmlformats.org/officeDocument/2006/relationships/image" Target="../media/image591.png"/><Relationship Id="rId16" Type="http://schemas.openxmlformats.org/officeDocument/2006/relationships/image" Target="../media/image605.png"/><Relationship Id="rId20" Type="http://schemas.openxmlformats.org/officeDocument/2006/relationships/image" Target="../media/image60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5.png"/><Relationship Id="rId11" Type="http://schemas.openxmlformats.org/officeDocument/2006/relationships/image" Target="../media/image600.png"/><Relationship Id="rId5" Type="http://schemas.openxmlformats.org/officeDocument/2006/relationships/image" Target="../media/image594.png"/><Relationship Id="rId15" Type="http://schemas.openxmlformats.org/officeDocument/2006/relationships/image" Target="../media/image604.png"/><Relationship Id="rId10" Type="http://schemas.openxmlformats.org/officeDocument/2006/relationships/image" Target="../media/image599.png"/><Relationship Id="rId19" Type="http://schemas.openxmlformats.org/officeDocument/2006/relationships/image" Target="../media/image608.png"/><Relationship Id="rId4" Type="http://schemas.openxmlformats.org/officeDocument/2006/relationships/image" Target="../media/image593.png"/><Relationship Id="rId9" Type="http://schemas.openxmlformats.org/officeDocument/2006/relationships/image" Target="../media/image598.png"/><Relationship Id="rId14" Type="http://schemas.openxmlformats.org/officeDocument/2006/relationships/image" Target="../media/image603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7.png"/><Relationship Id="rId13" Type="http://schemas.openxmlformats.org/officeDocument/2006/relationships/image" Target="../media/image622.png"/><Relationship Id="rId3" Type="http://schemas.openxmlformats.org/officeDocument/2006/relationships/image" Target="../media/image612.png"/><Relationship Id="rId7" Type="http://schemas.openxmlformats.org/officeDocument/2006/relationships/image" Target="../media/image616.png"/><Relationship Id="rId12" Type="http://schemas.openxmlformats.org/officeDocument/2006/relationships/image" Target="../media/image621.png"/><Relationship Id="rId2" Type="http://schemas.openxmlformats.org/officeDocument/2006/relationships/image" Target="../media/image611.png"/><Relationship Id="rId16" Type="http://schemas.openxmlformats.org/officeDocument/2006/relationships/image" Target="../media/image6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5.png"/><Relationship Id="rId11" Type="http://schemas.openxmlformats.org/officeDocument/2006/relationships/image" Target="../media/image620.png"/><Relationship Id="rId5" Type="http://schemas.openxmlformats.org/officeDocument/2006/relationships/image" Target="../media/image614.png"/><Relationship Id="rId15" Type="http://schemas.openxmlformats.org/officeDocument/2006/relationships/image" Target="../media/image624.png"/><Relationship Id="rId10" Type="http://schemas.openxmlformats.org/officeDocument/2006/relationships/image" Target="../media/image619.png"/><Relationship Id="rId4" Type="http://schemas.openxmlformats.org/officeDocument/2006/relationships/image" Target="../media/image613.png"/><Relationship Id="rId9" Type="http://schemas.openxmlformats.org/officeDocument/2006/relationships/image" Target="../media/image618.png"/><Relationship Id="rId14" Type="http://schemas.openxmlformats.org/officeDocument/2006/relationships/image" Target="../media/image623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7.png"/><Relationship Id="rId18" Type="http://schemas.openxmlformats.org/officeDocument/2006/relationships/image" Target="../media/image642.png"/><Relationship Id="rId26" Type="http://schemas.openxmlformats.org/officeDocument/2006/relationships/image" Target="../media/image650.png"/><Relationship Id="rId39" Type="http://schemas.openxmlformats.org/officeDocument/2006/relationships/image" Target="../media/image610.png"/><Relationship Id="rId21" Type="http://schemas.openxmlformats.org/officeDocument/2006/relationships/image" Target="../media/image645.png"/><Relationship Id="rId34" Type="http://schemas.openxmlformats.org/officeDocument/2006/relationships/image" Target="../media/image658.png"/><Relationship Id="rId42" Type="http://schemas.openxmlformats.org/officeDocument/2006/relationships/image" Target="../media/image665.png"/><Relationship Id="rId7" Type="http://schemas.openxmlformats.org/officeDocument/2006/relationships/image" Target="../media/image631.png"/><Relationship Id="rId2" Type="http://schemas.openxmlformats.org/officeDocument/2006/relationships/image" Target="../media/image626.png"/><Relationship Id="rId16" Type="http://schemas.openxmlformats.org/officeDocument/2006/relationships/image" Target="../media/image640.png"/><Relationship Id="rId20" Type="http://schemas.openxmlformats.org/officeDocument/2006/relationships/image" Target="../media/image644.png"/><Relationship Id="rId29" Type="http://schemas.openxmlformats.org/officeDocument/2006/relationships/image" Target="../media/image653.png"/><Relationship Id="rId41" Type="http://schemas.openxmlformats.org/officeDocument/2006/relationships/image" Target="../media/image6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0.png"/><Relationship Id="rId11" Type="http://schemas.openxmlformats.org/officeDocument/2006/relationships/image" Target="../media/image635.png"/><Relationship Id="rId24" Type="http://schemas.openxmlformats.org/officeDocument/2006/relationships/image" Target="../media/image648.png"/><Relationship Id="rId32" Type="http://schemas.openxmlformats.org/officeDocument/2006/relationships/image" Target="../media/image656.png"/><Relationship Id="rId37" Type="http://schemas.openxmlformats.org/officeDocument/2006/relationships/image" Target="../media/image661.png"/><Relationship Id="rId40" Type="http://schemas.openxmlformats.org/officeDocument/2006/relationships/image" Target="../media/image663.png"/><Relationship Id="rId5" Type="http://schemas.openxmlformats.org/officeDocument/2006/relationships/image" Target="../media/image629.png"/><Relationship Id="rId15" Type="http://schemas.openxmlformats.org/officeDocument/2006/relationships/image" Target="../media/image639.png"/><Relationship Id="rId23" Type="http://schemas.openxmlformats.org/officeDocument/2006/relationships/image" Target="../media/image647.png"/><Relationship Id="rId28" Type="http://schemas.openxmlformats.org/officeDocument/2006/relationships/image" Target="../media/image652.png"/><Relationship Id="rId36" Type="http://schemas.openxmlformats.org/officeDocument/2006/relationships/image" Target="../media/image660.png"/><Relationship Id="rId10" Type="http://schemas.openxmlformats.org/officeDocument/2006/relationships/image" Target="../media/image634.png"/><Relationship Id="rId19" Type="http://schemas.openxmlformats.org/officeDocument/2006/relationships/image" Target="../media/image643.png"/><Relationship Id="rId31" Type="http://schemas.openxmlformats.org/officeDocument/2006/relationships/image" Target="../media/image655.png"/><Relationship Id="rId44" Type="http://schemas.openxmlformats.org/officeDocument/2006/relationships/image" Target="../media/image667.png"/><Relationship Id="rId4" Type="http://schemas.openxmlformats.org/officeDocument/2006/relationships/image" Target="../media/image628.png"/><Relationship Id="rId9" Type="http://schemas.openxmlformats.org/officeDocument/2006/relationships/image" Target="../media/image633.png"/><Relationship Id="rId14" Type="http://schemas.openxmlformats.org/officeDocument/2006/relationships/image" Target="../media/image638.png"/><Relationship Id="rId22" Type="http://schemas.openxmlformats.org/officeDocument/2006/relationships/image" Target="../media/image646.png"/><Relationship Id="rId27" Type="http://schemas.openxmlformats.org/officeDocument/2006/relationships/image" Target="../media/image651.png"/><Relationship Id="rId30" Type="http://schemas.openxmlformats.org/officeDocument/2006/relationships/image" Target="../media/image654.png"/><Relationship Id="rId35" Type="http://schemas.openxmlformats.org/officeDocument/2006/relationships/image" Target="../media/image659.png"/><Relationship Id="rId43" Type="http://schemas.openxmlformats.org/officeDocument/2006/relationships/image" Target="../media/image666.png"/><Relationship Id="rId8" Type="http://schemas.openxmlformats.org/officeDocument/2006/relationships/image" Target="../media/image632.png"/><Relationship Id="rId3" Type="http://schemas.openxmlformats.org/officeDocument/2006/relationships/image" Target="../media/image627.png"/><Relationship Id="rId12" Type="http://schemas.openxmlformats.org/officeDocument/2006/relationships/image" Target="../media/image636.png"/><Relationship Id="rId17" Type="http://schemas.openxmlformats.org/officeDocument/2006/relationships/image" Target="../media/image641.png"/><Relationship Id="rId25" Type="http://schemas.openxmlformats.org/officeDocument/2006/relationships/image" Target="../media/image649.png"/><Relationship Id="rId33" Type="http://schemas.openxmlformats.org/officeDocument/2006/relationships/image" Target="../media/image657.png"/><Relationship Id="rId38" Type="http://schemas.openxmlformats.org/officeDocument/2006/relationships/image" Target="../media/image662.png"/></Relationships>
</file>

<file path=ppt/slides/_rels/slide6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9.png"/><Relationship Id="rId18" Type="http://schemas.openxmlformats.org/officeDocument/2006/relationships/image" Target="../media/image684.png"/><Relationship Id="rId26" Type="http://schemas.openxmlformats.org/officeDocument/2006/relationships/image" Target="../media/image692.png"/><Relationship Id="rId39" Type="http://schemas.openxmlformats.org/officeDocument/2006/relationships/image" Target="../media/image704.png"/><Relationship Id="rId21" Type="http://schemas.openxmlformats.org/officeDocument/2006/relationships/image" Target="../media/image687.png"/><Relationship Id="rId34" Type="http://schemas.openxmlformats.org/officeDocument/2006/relationships/image" Target="../media/image699.png"/><Relationship Id="rId42" Type="http://schemas.openxmlformats.org/officeDocument/2006/relationships/image" Target="../media/image707.png"/><Relationship Id="rId7" Type="http://schemas.openxmlformats.org/officeDocument/2006/relationships/image" Target="../media/image673.png"/><Relationship Id="rId2" Type="http://schemas.openxmlformats.org/officeDocument/2006/relationships/image" Target="../media/image668.png"/><Relationship Id="rId16" Type="http://schemas.openxmlformats.org/officeDocument/2006/relationships/image" Target="../media/image682.png"/><Relationship Id="rId20" Type="http://schemas.openxmlformats.org/officeDocument/2006/relationships/image" Target="../media/image686.png"/><Relationship Id="rId29" Type="http://schemas.openxmlformats.org/officeDocument/2006/relationships/image" Target="../media/image694.png"/><Relationship Id="rId41" Type="http://schemas.openxmlformats.org/officeDocument/2006/relationships/image" Target="../media/image7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2.png"/><Relationship Id="rId11" Type="http://schemas.openxmlformats.org/officeDocument/2006/relationships/image" Target="../media/image677.png"/><Relationship Id="rId24" Type="http://schemas.openxmlformats.org/officeDocument/2006/relationships/image" Target="../media/image690.png"/><Relationship Id="rId32" Type="http://schemas.openxmlformats.org/officeDocument/2006/relationships/image" Target="../media/image697.png"/><Relationship Id="rId37" Type="http://schemas.openxmlformats.org/officeDocument/2006/relationships/image" Target="../media/image702.png"/><Relationship Id="rId40" Type="http://schemas.openxmlformats.org/officeDocument/2006/relationships/image" Target="../media/image705.png"/><Relationship Id="rId5" Type="http://schemas.openxmlformats.org/officeDocument/2006/relationships/image" Target="../media/image671.png"/><Relationship Id="rId15" Type="http://schemas.openxmlformats.org/officeDocument/2006/relationships/image" Target="../media/image681.png"/><Relationship Id="rId23" Type="http://schemas.openxmlformats.org/officeDocument/2006/relationships/image" Target="../media/image689.png"/><Relationship Id="rId28" Type="http://schemas.openxmlformats.org/officeDocument/2006/relationships/image" Target="../media/image693.png"/><Relationship Id="rId36" Type="http://schemas.openxmlformats.org/officeDocument/2006/relationships/image" Target="../media/image701.png"/><Relationship Id="rId10" Type="http://schemas.openxmlformats.org/officeDocument/2006/relationships/image" Target="../media/image676.png"/><Relationship Id="rId19" Type="http://schemas.openxmlformats.org/officeDocument/2006/relationships/image" Target="../media/image685.png"/><Relationship Id="rId31" Type="http://schemas.openxmlformats.org/officeDocument/2006/relationships/image" Target="../media/image696.png"/><Relationship Id="rId4" Type="http://schemas.openxmlformats.org/officeDocument/2006/relationships/image" Target="../media/image670.png"/><Relationship Id="rId9" Type="http://schemas.openxmlformats.org/officeDocument/2006/relationships/image" Target="../media/image675.png"/><Relationship Id="rId14" Type="http://schemas.openxmlformats.org/officeDocument/2006/relationships/image" Target="../media/image680.png"/><Relationship Id="rId22" Type="http://schemas.openxmlformats.org/officeDocument/2006/relationships/image" Target="../media/image688.png"/><Relationship Id="rId27" Type="http://schemas.openxmlformats.org/officeDocument/2006/relationships/image" Target="../media/image661.png"/><Relationship Id="rId30" Type="http://schemas.openxmlformats.org/officeDocument/2006/relationships/image" Target="../media/image695.png"/><Relationship Id="rId35" Type="http://schemas.openxmlformats.org/officeDocument/2006/relationships/image" Target="../media/image700.png"/><Relationship Id="rId8" Type="http://schemas.openxmlformats.org/officeDocument/2006/relationships/image" Target="../media/image674.png"/><Relationship Id="rId3" Type="http://schemas.openxmlformats.org/officeDocument/2006/relationships/image" Target="../media/image669.png"/><Relationship Id="rId12" Type="http://schemas.openxmlformats.org/officeDocument/2006/relationships/image" Target="../media/image678.png"/><Relationship Id="rId17" Type="http://schemas.openxmlformats.org/officeDocument/2006/relationships/image" Target="../media/image683.png"/><Relationship Id="rId25" Type="http://schemas.openxmlformats.org/officeDocument/2006/relationships/image" Target="../media/image691.png"/><Relationship Id="rId33" Type="http://schemas.openxmlformats.org/officeDocument/2006/relationships/image" Target="../media/image698.png"/><Relationship Id="rId38" Type="http://schemas.openxmlformats.org/officeDocument/2006/relationships/image" Target="../media/image703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4.png"/><Relationship Id="rId13" Type="http://schemas.openxmlformats.org/officeDocument/2006/relationships/image" Target="../media/image719.png"/><Relationship Id="rId18" Type="http://schemas.openxmlformats.org/officeDocument/2006/relationships/image" Target="../media/image724.png"/><Relationship Id="rId26" Type="http://schemas.openxmlformats.org/officeDocument/2006/relationships/image" Target="../media/image732.png"/><Relationship Id="rId3" Type="http://schemas.openxmlformats.org/officeDocument/2006/relationships/image" Target="../media/image709.png"/><Relationship Id="rId21" Type="http://schemas.openxmlformats.org/officeDocument/2006/relationships/image" Target="../media/image727.png"/><Relationship Id="rId7" Type="http://schemas.openxmlformats.org/officeDocument/2006/relationships/image" Target="../media/image713.png"/><Relationship Id="rId12" Type="http://schemas.openxmlformats.org/officeDocument/2006/relationships/image" Target="../media/image718.png"/><Relationship Id="rId17" Type="http://schemas.openxmlformats.org/officeDocument/2006/relationships/image" Target="../media/image723.png"/><Relationship Id="rId25" Type="http://schemas.openxmlformats.org/officeDocument/2006/relationships/image" Target="../media/image731.png"/><Relationship Id="rId2" Type="http://schemas.openxmlformats.org/officeDocument/2006/relationships/image" Target="../media/image708.png"/><Relationship Id="rId16" Type="http://schemas.openxmlformats.org/officeDocument/2006/relationships/image" Target="../media/image722.png"/><Relationship Id="rId20" Type="http://schemas.openxmlformats.org/officeDocument/2006/relationships/image" Target="../media/image7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2.png"/><Relationship Id="rId11" Type="http://schemas.openxmlformats.org/officeDocument/2006/relationships/image" Target="../media/image717.png"/><Relationship Id="rId24" Type="http://schemas.openxmlformats.org/officeDocument/2006/relationships/image" Target="../media/image730.png"/><Relationship Id="rId5" Type="http://schemas.openxmlformats.org/officeDocument/2006/relationships/image" Target="../media/image711.png"/><Relationship Id="rId15" Type="http://schemas.openxmlformats.org/officeDocument/2006/relationships/image" Target="../media/image721.png"/><Relationship Id="rId23" Type="http://schemas.openxmlformats.org/officeDocument/2006/relationships/image" Target="../media/image729.png"/><Relationship Id="rId28" Type="http://schemas.openxmlformats.org/officeDocument/2006/relationships/image" Target="../media/image734.png"/><Relationship Id="rId10" Type="http://schemas.openxmlformats.org/officeDocument/2006/relationships/image" Target="../media/image716.png"/><Relationship Id="rId19" Type="http://schemas.openxmlformats.org/officeDocument/2006/relationships/image" Target="../media/image725.png"/><Relationship Id="rId4" Type="http://schemas.openxmlformats.org/officeDocument/2006/relationships/image" Target="../media/image710.png"/><Relationship Id="rId9" Type="http://schemas.openxmlformats.org/officeDocument/2006/relationships/image" Target="../media/image715.png"/><Relationship Id="rId14" Type="http://schemas.openxmlformats.org/officeDocument/2006/relationships/image" Target="../media/image720.png"/><Relationship Id="rId22" Type="http://schemas.openxmlformats.org/officeDocument/2006/relationships/image" Target="../media/image728.png"/><Relationship Id="rId27" Type="http://schemas.openxmlformats.org/officeDocument/2006/relationships/image" Target="../media/image73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5.png"/><Relationship Id="rId2" Type="http://schemas.openxmlformats.org/officeDocument/2006/relationships/image" Target="../media/image50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8.png"/><Relationship Id="rId5" Type="http://schemas.openxmlformats.org/officeDocument/2006/relationships/image" Target="../media/image737.png"/><Relationship Id="rId4" Type="http://schemas.openxmlformats.org/officeDocument/2006/relationships/image" Target="../media/image73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image" Target="../media/image7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3.png"/><Relationship Id="rId5" Type="http://schemas.openxmlformats.org/officeDocument/2006/relationships/image" Target="../media/image742.png"/><Relationship Id="rId4" Type="http://schemas.openxmlformats.org/officeDocument/2006/relationships/image" Target="../media/image741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3" Type="http://schemas.openxmlformats.org/officeDocument/2006/relationships/image" Target="../media/image745.png"/><Relationship Id="rId7" Type="http://schemas.openxmlformats.org/officeDocument/2006/relationships/image" Target="../media/image749.png"/><Relationship Id="rId12" Type="http://schemas.openxmlformats.org/officeDocument/2006/relationships/image" Target="../media/image754.png"/><Relationship Id="rId2" Type="http://schemas.openxmlformats.org/officeDocument/2006/relationships/image" Target="../media/image74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8.png"/><Relationship Id="rId11" Type="http://schemas.openxmlformats.org/officeDocument/2006/relationships/image" Target="../media/image753.png"/><Relationship Id="rId5" Type="http://schemas.openxmlformats.org/officeDocument/2006/relationships/image" Target="../media/image747.png"/><Relationship Id="rId10" Type="http://schemas.openxmlformats.org/officeDocument/2006/relationships/image" Target="../media/image752.png"/><Relationship Id="rId4" Type="http://schemas.openxmlformats.org/officeDocument/2006/relationships/image" Target="../media/image746.png"/><Relationship Id="rId9" Type="http://schemas.openxmlformats.org/officeDocument/2006/relationships/image" Target="../media/image75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1.png"/><Relationship Id="rId2" Type="http://schemas.openxmlformats.org/officeDocument/2006/relationships/image" Target="../media/image75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6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1.png"/><Relationship Id="rId2" Type="http://schemas.openxmlformats.org/officeDocument/2006/relationships/image" Target="../media/image756.jp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7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8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9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0.jp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1.jp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1.png"/><Relationship Id="rId7" Type="http://schemas.openxmlformats.org/officeDocument/2006/relationships/image" Target="../media/image662.png"/><Relationship Id="rId2" Type="http://schemas.openxmlformats.org/officeDocument/2006/relationships/image" Target="../media/image76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5.png"/><Relationship Id="rId5" Type="http://schemas.openxmlformats.org/officeDocument/2006/relationships/image" Target="../media/image764.png"/><Relationship Id="rId4" Type="http://schemas.openxmlformats.org/officeDocument/2006/relationships/image" Target="../media/image763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2.png"/><Relationship Id="rId13" Type="http://schemas.openxmlformats.org/officeDocument/2006/relationships/image" Target="../media/image431.png"/><Relationship Id="rId18" Type="http://schemas.openxmlformats.org/officeDocument/2006/relationships/image" Target="../media/image780.png"/><Relationship Id="rId3" Type="http://schemas.openxmlformats.org/officeDocument/2006/relationships/image" Target="../media/image767.png"/><Relationship Id="rId7" Type="http://schemas.openxmlformats.org/officeDocument/2006/relationships/image" Target="../media/image771.png"/><Relationship Id="rId12" Type="http://schemas.openxmlformats.org/officeDocument/2006/relationships/image" Target="../media/image430.jpg"/><Relationship Id="rId17" Type="http://schemas.openxmlformats.org/officeDocument/2006/relationships/image" Target="../media/image779.jpg"/><Relationship Id="rId2" Type="http://schemas.openxmlformats.org/officeDocument/2006/relationships/image" Target="../media/image766.png"/><Relationship Id="rId16" Type="http://schemas.openxmlformats.org/officeDocument/2006/relationships/image" Target="../media/image7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11" Type="http://schemas.openxmlformats.org/officeDocument/2006/relationships/image" Target="../media/image775.png"/><Relationship Id="rId5" Type="http://schemas.openxmlformats.org/officeDocument/2006/relationships/image" Target="../media/image769.png"/><Relationship Id="rId15" Type="http://schemas.openxmlformats.org/officeDocument/2006/relationships/image" Target="../media/image777.png"/><Relationship Id="rId10" Type="http://schemas.openxmlformats.org/officeDocument/2006/relationships/image" Target="../media/image774.png"/><Relationship Id="rId19" Type="http://schemas.openxmlformats.org/officeDocument/2006/relationships/image" Target="../media/image781.png"/><Relationship Id="rId4" Type="http://schemas.openxmlformats.org/officeDocument/2006/relationships/image" Target="../media/image768.png"/><Relationship Id="rId9" Type="http://schemas.openxmlformats.org/officeDocument/2006/relationships/image" Target="../media/image773.png"/><Relationship Id="rId14" Type="http://schemas.openxmlformats.org/officeDocument/2006/relationships/image" Target="../media/image7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07269" y="220471"/>
            <a:ext cx="39319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latin typeface="Calibri"/>
                <a:cs typeface="Calibri"/>
              </a:rPr>
              <a:t>Copyright</a:t>
            </a:r>
            <a:r>
              <a:rPr sz="4500" spc="-190" dirty="0">
                <a:latin typeface="Calibri"/>
                <a:cs typeface="Calibri"/>
              </a:rPr>
              <a:t> </a:t>
            </a:r>
            <a:r>
              <a:rPr sz="4500" spc="-10" dirty="0">
                <a:latin typeface="Calibri"/>
                <a:cs typeface="Calibri"/>
              </a:rPr>
              <a:t>Notice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2543" y="1141729"/>
            <a:ext cx="7382509" cy="146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These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slides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are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distributed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under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Creative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Commons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License.</a:t>
            </a:r>
            <a:endParaRPr sz="1350">
              <a:latin typeface="Calibri"/>
              <a:cs typeface="Calibri"/>
            </a:endParaRPr>
          </a:p>
          <a:p>
            <a:pPr marL="12700" marR="5080" indent="-635">
              <a:lnSpc>
                <a:spcPct val="99400"/>
              </a:lnSpc>
              <a:spcBef>
                <a:spcPts val="1630"/>
              </a:spcBef>
            </a:pPr>
            <a:r>
              <a:rPr sz="13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DeepLearning.AI</a:t>
            </a:r>
            <a:r>
              <a:rPr sz="1350" u="none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makes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these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slides</a:t>
            </a:r>
            <a:r>
              <a:rPr sz="1350" u="none" spc="-3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available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for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educational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purposes.</a:t>
            </a:r>
            <a:r>
              <a:rPr sz="1350" u="none" spc="-3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You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may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not</a:t>
            </a:r>
            <a:r>
              <a:rPr sz="1350" u="none" spc="-3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use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or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spc="-10" dirty="0">
                <a:latin typeface="Calibri"/>
                <a:cs typeface="Calibri"/>
              </a:rPr>
              <a:t>distribute </a:t>
            </a:r>
            <a:r>
              <a:rPr sz="1350" u="none" dirty="0">
                <a:latin typeface="Calibri"/>
                <a:cs typeface="Calibri"/>
              </a:rPr>
              <a:t>these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slides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for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commercial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purposes.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You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may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make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copies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of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these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slides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and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use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or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spc="-10" dirty="0">
                <a:latin typeface="Calibri"/>
                <a:cs typeface="Calibri"/>
              </a:rPr>
              <a:t>distribute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them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spc="-25" dirty="0">
                <a:latin typeface="Calibri"/>
                <a:cs typeface="Calibri"/>
              </a:rPr>
              <a:t>for </a:t>
            </a:r>
            <a:r>
              <a:rPr sz="1350" u="none" spc="-10" dirty="0">
                <a:latin typeface="Calibri"/>
                <a:cs typeface="Calibri"/>
              </a:rPr>
              <a:t>educational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purposes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as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long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as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you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cite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DeepLearning.AI</a:t>
            </a:r>
            <a:r>
              <a:rPr sz="1350" u="none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as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the</a:t>
            </a:r>
            <a:r>
              <a:rPr sz="1350" u="none" spc="-1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source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of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the</a:t>
            </a:r>
            <a:r>
              <a:rPr sz="1350" u="none" spc="-15" dirty="0">
                <a:latin typeface="Calibri"/>
                <a:cs typeface="Calibri"/>
              </a:rPr>
              <a:t> </a:t>
            </a:r>
            <a:r>
              <a:rPr sz="1350" u="none" spc="-10" dirty="0">
                <a:latin typeface="Calibri"/>
                <a:cs typeface="Calibri"/>
              </a:rPr>
              <a:t>slides.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350" dirty="0">
                <a:latin typeface="Calibri"/>
                <a:cs typeface="Calibri"/>
              </a:rPr>
              <a:t>For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rest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details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license,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see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https://creativecommons.org/licenses/by-sa/2.0/legalcode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746887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sz="4800" dirty="0">
                <a:solidFill>
                  <a:srgbClr val="0070EA"/>
                </a:solidFill>
              </a:rPr>
              <a:t>Machine</a:t>
            </a:r>
            <a:r>
              <a:rPr sz="4800" spc="-6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Learning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378650" rIns="0" bIns="0" rtlCol="0">
            <a:spAutoFit/>
          </a:bodyPr>
          <a:lstStyle/>
          <a:p>
            <a:pPr marL="1423035">
              <a:lnSpc>
                <a:spcPct val="100000"/>
              </a:lnSpc>
              <a:spcBef>
                <a:spcPts val="130"/>
              </a:spcBef>
            </a:pPr>
            <a:r>
              <a:rPr sz="4400" spc="-10" dirty="0">
                <a:latin typeface="Verdana"/>
                <a:cs typeface="Verdana"/>
              </a:rPr>
              <a:t>Welcome!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746887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sz="4800" dirty="0">
                <a:solidFill>
                  <a:srgbClr val="0070EA"/>
                </a:solidFill>
              </a:rPr>
              <a:t>Machine</a:t>
            </a:r>
            <a:r>
              <a:rPr sz="4800" spc="-6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Learning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17094" rIns="0" bIns="0" rtlCol="0">
            <a:spAutoFit/>
          </a:bodyPr>
          <a:lstStyle/>
          <a:p>
            <a:pPr marL="565150" marR="5080" indent="381000">
              <a:lnSpc>
                <a:spcPct val="117300"/>
              </a:lnSpc>
              <a:spcBef>
                <a:spcPts val="90"/>
              </a:spcBef>
            </a:pPr>
            <a:r>
              <a:rPr sz="3950" dirty="0">
                <a:latin typeface="Verdana"/>
                <a:cs typeface="Verdana"/>
              </a:rPr>
              <a:t>Applications</a:t>
            </a:r>
            <a:r>
              <a:rPr sz="3950" spc="70" dirty="0">
                <a:latin typeface="Verdana"/>
                <a:cs typeface="Verdana"/>
              </a:rPr>
              <a:t> </a:t>
            </a:r>
            <a:r>
              <a:rPr sz="3950" spc="-25" dirty="0">
                <a:latin typeface="Verdana"/>
                <a:cs typeface="Verdana"/>
              </a:rPr>
              <a:t>of </a:t>
            </a:r>
            <a:r>
              <a:rPr sz="3950" dirty="0">
                <a:latin typeface="Verdana"/>
                <a:cs typeface="Verdana"/>
              </a:rPr>
              <a:t>Machine</a:t>
            </a:r>
            <a:r>
              <a:rPr sz="3950" spc="120" dirty="0">
                <a:latin typeface="Verdana"/>
                <a:cs typeface="Verdana"/>
              </a:rPr>
              <a:t> </a:t>
            </a:r>
            <a:r>
              <a:rPr sz="3950" spc="-10" dirty="0">
                <a:latin typeface="Verdana"/>
                <a:cs typeface="Verdana"/>
              </a:rPr>
              <a:t>Learning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309370" marR="5080" indent="-1258570">
              <a:lnSpc>
                <a:spcPts val="5710"/>
              </a:lnSpc>
              <a:spcBef>
                <a:spcPts val="260"/>
              </a:spcBef>
            </a:pPr>
            <a:r>
              <a:rPr sz="4800" dirty="0">
                <a:solidFill>
                  <a:srgbClr val="0070EA"/>
                </a:solidFill>
              </a:rPr>
              <a:t>Machine</a:t>
            </a:r>
            <a:r>
              <a:rPr sz="4800" spc="-6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Learning Overview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269996" y="2951234"/>
            <a:ext cx="5242560" cy="1572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53845">
              <a:lnSpc>
                <a:spcPct val="115300"/>
              </a:lnSpc>
              <a:spcBef>
                <a:spcPts val="95"/>
              </a:spcBef>
            </a:pPr>
            <a:r>
              <a:rPr sz="4400" dirty="0">
                <a:latin typeface="Verdana"/>
                <a:cs typeface="Verdana"/>
              </a:rPr>
              <a:t>What</a:t>
            </a:r>
            <a:r>
              <a:rPr sz="4400" spc="-105" dirty="0">
                <a:latin typeface="Verdana"/>
                <a:cs typeface="Verdana"/>
              </a:rPr>
              <a:t> </a:t>
            </a:r>
            <a:r>
              <a:rPr sz="4400" spc="-35" dirty="0">
                <a:latin typeface="Verdana"/>
                <a:cs typeface="Verdana"/>
              </a:rPr>
              <a:t>is </a:t>
            </a:r>
            <a:r>
              <a:rPr sz="4400" dirty="0">
                <a:latin typeface="Verdana"/>
                <a:cs typeface="Verdana"/>
              </a:rPr>
              <a:t>Machine</a:t>
            </a:r>
            <a:r>
              <a:rPr sz="4400" spc="-170" dirty="0">
                <a:latin typeface="Verdana"/>
                <a:cs typeface="Verdana"/>
              </a:rPr>
              <a:t> </a:t>
            </a:r>
            <a:r>
              <a:rPr sz="4400" spc="-10" dirty="0">
                <a:latin typeface="Verdana"/>
                <a:cs typeface="Verdana"/>
              </a:rPr>
              <a:t>Learning?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91589" y="1102994"/>
            <a:ext cx="262826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Machine</a:t>
            </a:r>
            <a:r>
              <a:rPr sz="2400" spc="-30" dirty="0"/>
              <a:t> </a:t>
            </a:r>
            <a:r>
              <a:rPr sz="2400" spc="-10" dirty="0"/>
              <a:t>learning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90905" y="1838007"/>
            <a:ext cx="3426460" cy="17608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905" algn="ctr">
              <a:lnSpc>
                <a:spcPct val="99700"/>
              </a:lnSpc>
              <a:spcBef>
                <a:spcPts val="105"/>
              </a:spcBef>
            </a:pPr>
            <a:r>
              <a:rPr sz="1800" dirty="0">
                <a:latin typeface="Verdana"/>
                <a:cs typeface="Verdana"/>
              </a:rPr>
              <a:t>"Field</a:t>
            </a:r>
            <a:r>
              <a:rPr sz="1800" spc="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study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gives </a:t>
            </a:r>
            <a:r>
              <a:rPr sz="1800" dirty="0">
                <a:latin typeface="Verdana"/>
                <a:cs typeface="Verdana"/>
              </a:rPr>
              <a:t>computers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ability</a:t>
            </a:r>
            <a:r>
              <a:rPr sz="1800" spc="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learn </a:t>
            </a:r>
            <a:r>
              <a:rPr sz="1800" dirty="0">
                <a:latin typeface="Verdana"/>
                <a:cs typeface="Verdana"/>
              </a:rPr>
              <a:t>without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being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explicitly programmed."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800">
              <a:latin typeface="Verdana"/>
              <a:cs typeface="Verdana"/>
            </a:endParaRPr>
          </a:p>
          <a:p>
            <a:pPr marR="1270" algn="ctr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Arthur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Samuel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(1959)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76888" y="1019238"/>
            <a:ext cx="2676525" cy="2676525"/>
            <a:chOff x="5076888" y="1019238"/>
            <a:chExt cx="2676525" cy="2676525"/>
          </a:xfrm>
        </p:grpSpPr>
        <p:sp>
          <p:nvSpPr>
            <p:cNvPr id="5" name="object 5"/>
            <p:cNvSpPr/>
            <p:nvPr/>
          </p:nvSpPr>
          <p:spPr>
            <a:xfrm>
              <a:off x="5424551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24551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24551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24551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24551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24551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24551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24551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24551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24551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24551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24551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4551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24551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24551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24551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57926" y="335762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32385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23850" y="3333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57926" y="335762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333375"/>
                  </a:moveTo>
                  <a:lnTo>
                    <a:pt x="323850" y="3333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57926" y="3024250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32385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23850" y="3333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57926" y="3024250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333375"/>
                  </a:moveTo>
                  <a:lnTo>
                    <a:pt x="323850" y="3333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57926" y="269087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32385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23850" y="3333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57926" y="269087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333375"/>
                  </a:moveTo>
                  <a:lnTo>
                    <a:pt x="323850" y="3333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57926" y="2357500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32385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23850" y="3333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57926" y="2357500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333375"/>
                  </a:moveTo>
                  <a:lnTo>
                    <a:pt x="323850" y="3333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57926" y="202412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32385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23850" y="3333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57926" y="202412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333375"/>
                  </a:moveTo>
                  <a:lnTo>
                    <a:pt x="323850" y="3333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57926" y="1690750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32385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23850" y="3333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57926" y="1690750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333375"/>
                  </a:moveTo>
                  <a:lnTo>
                    <a:pt x="323850" y="3333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57926" y="135737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32385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23850" y="3333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757926" y="135737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333375"/>
                  </a:moveTo>
                  <a:lnTo>
                    <a:pt x="323850" y="3333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57926" y="1024000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32385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23850" y="3333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57926" y="1024000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333375"/>
                  </a:moveTo>
                  <a:lnTo>
                    <a:pt x="323850" y="3333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81776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81776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81776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81776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81776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81776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081776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081776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081776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081776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081776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81776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081776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1776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81776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81776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415151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415151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415151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415151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415151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415151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15151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415151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15151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415151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415151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415151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415151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415151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415151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415151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748526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748526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748526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748526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748526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748526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748526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748526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748526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48526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748526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748526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748526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748526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748526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748526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081901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081901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081901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081901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081901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081901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081901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081901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081901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081901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081901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081901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081901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081901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081901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081901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415276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415276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415276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415276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415276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415276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415276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415276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415276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415276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415276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415276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415276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415276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415276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415276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081651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081651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5081651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081651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081651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081651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081651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081651" y="23575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081651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081651" y="20241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081651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081651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081651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081651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081651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081651" y="1024000"/>
              <a:ext cx="676275" cy="333375"/>
            </a:xfrm>
            <a:custGeom>
              <a:avLst/>
              <a:gdLst/>
              <a:ahLst/>
              <a:cxnLst/>
              <a:rect l="l" t="t" r="r" b="b"/>
              <a:pathLst>
                <a:path w="6762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  <a:path w="676275" h="333375">
                  <a:moveTo>
                    <a:pt x="342900" y="333375"/>
                  </a:moveTo>
                  <a:lnTo>
                    <a:pt x="676275" y="333375"/>
                  </a:lnTo>
                  <a:lnTo>
                    <a:pt x="676275" y="0"/>
                  </a:lnTo>
                  <a:lnTo>
                    <a:pt x="342900" y="0"/>
                  </a:lnTo>
                  <a:lnTo>
                    <a:pt x="34290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438775" y="10572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081776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105525" y="10572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081901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105650" y="13906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415151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438900" y="13906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757926" y="135737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333375"/>
                  </a:moveTo>
                  <a:lnTo>
                    <a:pt x="323850" y="3333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5772150" y="13906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415276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439025" y="1057274"/>
              <a:ext cx="257175" cy="266700"/>
            </a:xfrm>
            <a:custGeom>
              <a:avLst/>
              <a:gdLst/>
              <a:ahLst/>
              <a:cxnLst/>
              <a:rect l="l" t="t" r="r" b="b"/>
              <a:pathLst>
                <a:path w="257175" h="266700">
                  <a:moveTo>
                    <a:pt x="128650" y="0"/>
                  </a:moveTo>
                  <a:lnTo>
                    <a:pt x="78545" y="10477"/>
                  </a:lnTo>
                  <a:lnTo>
                    <a:pt x="37655" y="39052"/>
                  </a:lnTo>
                  <a:lnTo>
                    <a:pt x="10100" y="81438"/>
                  </a:lnTo>
                  <a:lnTo>
                    <a:pt x="0" y="133350"/>
                  </a:lnTo>
                  <a:lnTo>
                    <a:pt x="10100" y="185261"/>
                  </a:lnTo>
                  <a:lnTo>
                    <a:pt x="37655" y="227647"/>
                  </a:lnTo>
                  <a:lnTo>
                    <a:pt x="78545" y="256222"/>
                  </a:lnTo>
                  <a:lnTo>
                    <a:pt x="128650" y="266700"/>
                  </a:lnTo>
                  <a:lnTo>
                    <a:pt x="178683" y="256222"/>
                  </a:lnTo>
                  <a:lnTo>
                    <a:pt x="219535" y="227647"/>
                  </a:lnTo>
                  <a:lnTo>
                    <a:pt x="247076" y="185261"/>
                  </a:lnTo>
                  <a:lnTo>
                    <a:pt x="257175" y="133350"/>
                  </a:lnTo>
                  <a:lnTo>
                    <a:pt x="247076" y="81438"/>
                  </a:lnTo>
                  <a:lnTo>
                    <a:pt x="219535" y="39052"/>
                  </a:lnTo>
                  <a:lnTo>
                    <a:pt x="178683" y="10477"/>
                  </a:lnTo>
                  <a:lnTo>
                    <a:pt x="128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748526" y="102400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6772275" y="10572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5081651" y="13573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5105400" y="13906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415276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439025" y="1724024"/>
              <a:ext cx="257175" cy="266700"/>
            </a:xfrm>
            <a:custGeom>
              <a:avLst/>
              <a:gdLst/>
              <a:ahLst/>
              <a:cxnLst/>
              <a:rect l="l" t="t" r="r" b="b"/>
              <a:pathLst>
                <a:path w="257175" h="266700">
                  <a:moveTo>
                    <a:pt x="128650" y="0"/>
                  </a:moveTo>
                  <a:lnTo>
                    <a:pt x="78545" y="10477"/>
                  </a:lnTo>
                  <a:lnTo>
                    <a:pt x="37655" y="39052"/>
                  </a:lnTo>
                  <a:lnTo>
                    <a:pt x="10100" y="81438"/>
                  </a:lnTo>
                  <a:lnTo>
                    <a:pt x="0" y="133350"/>
                  </a:lnTo>
                  <a:lnTo>
                    <a:pt x="10100" y="185261"/>
                  </a:lnTo>
                  <a:lnTo>
                    <a:pt x="37655" y="227647"/>
                  </a:lnTo>
                  <a:lnTo>
                    <a:pt x="78545" y="256222"/>
                  </a:lnTo>
                  <a:lnTo>
                    <a:pt x="128650" y="266700"/>
                  </a:lnTo>
                  <a:lnTo>
                    <a:pt x="178683" y="256222"/>
                  </a:lnTo>
                  <a:lnTo>
                    <a:pt x="219535" y="227647"/>
                  </a:lnTo>
                  <a:lnTo>
                    <a:pt x="247076" y="185261"/>
                  </a:lnTo>
                  <a:lnTo>
                    <a:pt x="257175" y="133350"/>
                  </a:lnTo>
                  <a:lnTo>
                    <a:pt x="247076" y="81438"/>
                  </a:lnTo>
                  <a:lnTo>
                    <a:pt x="219535" y="39052"/>
                  </a:lnTo>
                  <a:lnTo>
                    <a:pt x="178683" y="10477"/>
                  </a:lnTo>
                  <a:lnTo>
                    <a:pt x="128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748526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6772275" y="17240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6081776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6105525" y="17240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5415026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33337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33375" y="33337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415026" y="16907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438775" y="17240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5757926" y="269087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333375"/>
                  </a:moveTo>
                  <a:lnTo>
                    <a:pt x="323850" y="3333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5772150" y="27241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081776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6105525" y="30575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5424551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5438775" y="30575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5757926" y="335762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333375"/>
                  </a:moveTo>
                  <a:lnTo>
                    <a:pt x="323850" y="3333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5772150" y="33908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6415151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6438900" y="33908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6748526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6772275" y="30575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081651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105400" y="33908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081901" y="335762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105650" y="33908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415276" y="3024250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439025" y="30575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5081651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5105400" y="27241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081901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105650" y="27241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415151" y="2690875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333375"/>
                  </a:moveTo>
                  <a:lnTo>
                    <a:pt x="333375" y="333375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6438900" y="27241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6797" y="175503"/>
                  </a:lnTo>
                  <a:lnTo>
                    <a:pt x="25725" y="212110"/>
                  </a:lnTo>
                  <a:lnTo>
                    <a:pt x="54589" y="240974"/>
                  </a:lnTo>
                  <a:lnTo>
                    <a:pt x="91196" y="259902"/>
                  </a:lnTo>
                  <a:lnTo>
                    <a:pt x="133350" y="266700"/>
                  </a:lnTo>
                  <a:lnTo>
                    <a:pt x="175503" y="259902"/>
                  </a:lnTo>
                  <a:lnTo>
                    <a:pt x="212110" y="240974"/>
                  </a:lnTo>
                  <a:lnTo>
                    <a:pt x="240974" y="212110"/>
                  </a:lnTo>
                  <a:lnTo>
                    <a:pt x="259902" y="175503"/>
                  </a:lnTo>
                  <a:lnTo>
                    <a:pt x="266700" y="133350"/>
                  </a:lnTo>
                  <a:lnTo>
                    <a:pt x="259902" y="91196"/>
                  </a:lnTo>
                  <a:lnTo>
                    <a:pt x="240974" y="54589"/>
                  </a:lnTo>
                  <a:lnTo>
                    <a:pt x="212110" y="25725"/>
                  </a:lnTo>
                  <a:lnTo>
                    <a:pt x="175503" y="6797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1" name="object 18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9602" y="1636712"/>
            <a:ext cx="7661909" cy="23571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checkers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program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had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been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allowed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play only</a:t>
            </a:r>
            <a:r>
              <a:rPr sz="2000" spc="8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ten </a:t>
            </a:r>
            <a:r>
              <a:rPr sz="2000" dirty="0">
                <a:latin typeface="Verdana"/>
                <a:cs typeface="Verdana"/>
              </a:rPr>
              <a:t>games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(instead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tens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thousands)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against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itself,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much </a:t>
            </a:r>
            <a:r>
              <a:rPr sz="2000" dirty="0">
                <a:latin typeface="Verdana"/>
                <a:cs typeface="Verdana"/>
              </a:rPr>
              <a:t>smaller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number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games,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how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would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affected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its </a:t>
            </a:r>
            <a:r>
              <a:rPr sz="2000" spc="-10" dirty="0">
                <a:latin typeface="Verdana"/>
                <a:cs typeface="Verdana"/>
              </a:rPr>
              <a:t>performance?</a:t>
            </a:r>
            <a:endParaRPr sz="2000">
              <a:latin typeface="Verdana"/>
              <a:cs typeface="Verdana"/>
            </a:endParaRPr>
          </a:p>
          <a:p>
            <a:pPr marL="314325" marR="4270375">
              <a:lnSpc>
                <a:spcPct val="171800"/>
              </a:lnSpc>
              <a:spcBef>
                <a:spcPts val="1310"/>
              </a:spcBef>
            </a:pPr>
            <a:r>
              <a:rPr sz="1800" dirty="0">
                <a:latin typeface="Verdana"/>
                <a:cs typeface="Verdana"/>
              </a:rPr>
              <a:t>Would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have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made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 </a:t>
            </a:r>
            <a:r>
              <a:rPr sz="1800" spc="-10" dirty="0">
                <a:latin typeface="Verdana"/>
                <a:cs typeface="Verdana"/>
              </a:rPr>
              <a:t>better </a:t>
            </a:r>
            <a:r>
              <a:rPr sz="1800" dirty="0">
                <a:latin typeface="Verdana"/>
                <a:cs typeface="Verdana"/>
              </a:rPr>
              <a:t>Would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have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made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 </a:t>
            </a:r>
            <a:r>
              <a:rPr sz="1800" spc="-20" dirty="0">
                <a:latin typeface="Verdana"/>
                <a:cs typeface="Verdana"/>
              </a:rPr>
              <a:t>worse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" y="3143250"/>
            <a:ext cx="3521263" cy="999248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29602" y="479805"/>
            <a:ext cx="158432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0" dirty="0"/>
              <a:t>Question</a:t>
            </a:r>
            <a:endParaRPr sz="2750"/>
          </a:p>
        </p:txBody>
      </p:sp>
      <p:sp>
        <p:nvSpPr>
          <p:cNvPr id="7" name="object 7"/>
          <p:cNvSpPr/>
          <p:nvPr/>
        </p:nvSpPr>
        <p:spPr>
          <a:xfrm>
            <a:off x="0" y="1285875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190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Machine</a:t>
            </a:r>
            <a:r>
              <a:rPr spc="-30" dirty="0"/>
              <a:t> </a:t>
            </a:r>
            <a:r>
              <a:rPr dirty="0"/>
              <a:t>learning</a:t>
            </a:r>
            <a:r>
              <a:rPr spc="-114" dirty="0"/>
              <a:t> </a:t>
            </a:r>
            <a:r>
              <a:rPr spc="-10" dirty="0"/>
              <a:t>algorithms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4483" y="3792842"/>
            <a:ext cx="388874" cy="3785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8734" y="1290955"/>
            <a:ext cx="324677" cy="1694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5053" y="1265047"/>
            <a:ext cx="603915" cy="1664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3423" y="1205230"/>
            <a:ext cx="251078" cy="2336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57593" y="1383283"/>
            <a:ext cx="63966" cy="11163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27773" y="1196721"/>
            <a:ext cx="241553" cy="21856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27571" y="2115692"/>
            <a:ext cx="306801" cy="1507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04110" y="2115439"/>
            <a:ext cx="538115" cy="1352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26045" y="2067560"/>
            <a:ext cx="156082" cy="18288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37684" y="1184655"/>
            <a:ext cx="631570" cy="34417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99914" y="1792604"/>
            <a:ext cx="679703" cy="34417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94655" y="858138"/>
            <a:ext cx="501523" cy="24231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95054" y="872236"/>
            <a:ext cx="533203" cy="203326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6190615" y="426593"/>
            <a:ext cx="2844800" cy="644525"/>
            <a:chOff x="6190615" y="426593"/>
            <a:chExt cx="2844800" cy="644525"/>
          </a:xfrm>
        </p:grpSpPr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45098" y="816609"/>
              <a:ext cx="160654" cy="22174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72143" y="745236"/>
              <a:ext cx="1363017" cy="32588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90615" y="426593"/>
              <a:ext cx="2296667" cy="601345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067550" y="2486025"/>
            <a:ext cx="1543050" cy="153352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96937" y="1111885"/>
            <a:ext cx="6177915" cy="2656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Supervised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learning</a:t>
            </a:r>
            <a:endParaRPr sz="2400">
              <a:latin typeface="Verdana"/>
              <a:cs typeface="Verdana"/>
            </a:endParaRPr>
          </a:p>
          <a:p>
            <a:pPr marL="359410" indent="-342900">
              <a:lnSpc>
                <a:spcPts val="2870"/>
              </a:lnSpc>
              <a:spcBef>
                <a:spcPts val="1735"/>
              </a:spcBef>
              <a:buChar char="-"/>
              <a:tabLst>
                <a:tab pos="359410" algn="l"/>
              </a:tabLst>
            </a:pPr>
            <a:r>
              <a:rPr sz="2400" dirty="0">
                <a:latin typeface="Verdana"/>
                <a:cs typeface="Verdana"/>
              </a:rPr>
              <a:t>Unsupervised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learning</a:t>
            </a:r>
            <a:endParaRPr sz="2400">
              <a:latin typeface="Verdana"/>
              <a:cs typeface="Verdana"/>
            </a:endParaRPr>
          </a:p>
          <a:p>
            <a:pPr marL="359410" indent="-342900">
              <a:lnSpc>
                <a:spcPts val="2870"/>
              </a:lnSpc>
              <a:buChar char="-"/>
              <a:tabLst>
                <a:tab pos="359410" algn="l"/>
              </a:tabLst>
            </a:pPr>
            <a:r>
              <a:rPr sz="2400" dirty="0">
                <a:latin typeface="Verdana"/>
                <a:cs typeface="Verdana"/>
              </a:rPr>
              <a:t>Recommender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systems</a:t>
            </a:r>
            <a:endParaRPr sz="2400">
              <a:latin typeface="Verdana"/>
              <a:cs typeface="Verdana"/>
            </a:endParaRPr>
          </a:p>
          <a:p>
            <a:pPr marL="359410" indent="-342900">
              <a:lnSpc>
                <a:spcPct val="100000"/>
              </a:lnSpc>
              <a:spcBef>
                <a:spcPts val="50"/>
              </a:spcBef>
              <a:buChar char="-"/>
              <a:tabLst>
                <a:tab pos="359410" algn="l"/>
              </a:tabLst>
            </a:pPr>
            <a:r>
              <a:rPr sz="2400" dirty="0">
                <a:latin typeface="Verdana"/>
                <a:cs typeface="Verdana"/>
              </a:rPr>
              <a:t>Reinforcement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learning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advice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applying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learning</a:t>
            </a:r>
            <a:r>
              <a:rPr sz="2000" spc="-10" dirty="0">
                <a:latin typeface="Verdana"/>
                <a:cs typeface="Verdana"/>
              </a:rPr>
              <a:t> algorithms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309370" marR="5080" indent="-1258570">
              <a:lnSpc>
                <a:spcPts val="5710"/>
              </a:lnSpc>
              <a:spcBef>
                <a:spcPts val="260"/>
              </a:spcBef>
            </a:pPr>
            <a:r>
              <a:rPr sz="4800" dirty="0">
                <a:solidFill>
                  <a:srgbClr val="0070EA"/>
                </a:solidFill>
              </a:rPr>
              <a:t>Machine</a:t>
            </a:r>
            <a:r>
              <a:rPr sz="4800" spc="-6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Learning Overview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273876" rIns="0" bIns="0" rtlCol="0">
            <a:spAutoFit/>
          </a:bodyPr>
          <a:lstStyle/>
          <a:p>
            <a:pPr marL="2042160" marR="5080" indent="-1849755">
              <a:lnSpc>
                <a:spcPct val="117400"/>
              </a:lnSpc>
              <a:spcBef>
                <a:spcPts val="95"/>
              </a:spcBef>
            </a:pPr>
            <a:r>
              <a:rPr sz="3950" dirty="0">
                <a:latin typeface="Verdana"/>
                <a:cs typeface="Verdana"/>
              </a:rPr>
              <a:t>Supervised</a:t>
            </a:r>
            <a:r>
              <a:rPr sz="3950" spc="95" dirty="0">
                <a:latin typeface="Verdana"/>
                <a:cs typeface="Verdana"/>
              </a:rPr>
              <a:t> </a:t>
            </a:r>
            <a:r>
              <a:rPr sz="3950" spc="-10" dirty="0">
                <a:latin typeface="Verdana"/>
                <a:cs typeface="Verdana"/>
              </a:rPr>
              <a:t>Learning </a:t>
            </a:r>
            <a:r>
              <a:rPr sz="3950" dirty="0">
                <a:latin typeface="Verdana"/>
                <a:cs typeface="Verdana"/>
              </a:rPr>
              <a:t>Part</a:t>
            </a:r>
            <a:r>
              <a:rPr sz="3950" spc="55" dirty="0">
                <a:latin typeface="Verdana"/>
                <a:cs typeface="Verdana"/>
              </a:rPr>
              <a:t> </a:t>
            </a:r>
            <a:r>
              <a:rPr sz="3950" spc="-50" dirty="0">
                <a:latin typeface="Verdana"/>
                <a:cs typeface="Verdana"/>
              </a:rPr>
              <a:t>1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72665">
              <a:lnSpc>
                <a:spcPct val="100000"/>
              </a:lnSpc>
              <a:spcBef>
                <a:spcPts val="105"/>
              </a:spcBef>
            </a:pPr>
            <a:r>
              <a:rPr dirty="0"/>
              <a:t>Supervised</a:t>
            </a:r>
            <a:r>
              <a:rPr spc="-114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9351" y="2493073"/>
            <a:ext cx="8039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9300"/>
                </a:solidFill>
                <a:latin typeface="Verdana"/>
                <a:cs typeface="Verdana"/>
              </a:rPr>
              <a:t>input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6688" y="1896745"/>
            <a:ext cx="1338326" cy="4102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2396" y="2520695"/>
            <a:ext cx="1987677" cy="3454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13966" y="3521709"/>
            <a:ext cx="51974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Verdana"/>
                <a:cs typeface="Verdana"/>
              </a:rPr>
              <a:t>Learns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being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given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right</a:t>
            </a:r>
            <a:r>
              <a:rPr sz="2000" spc="-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answers</a:t>
            </a:r>
            <a:r>
              <a:rPr sz="2000" spc="-10" dirty="0">
                <a:latin typeface="Verdana"/>
                <a:cs typeface="Verdana"/>
              </a:rPr>
              <a:t>"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3445" y="2503804"/>
            <a:ext cx="18611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C00000"/>
                </a:solidFill>
                <a:latin typeface="Verdana"/>
                <a:cs typeface="Verdana"/>
              </a:rPr>
              <a:t>output</a:t>
            </a:r>
            <a:r>
              <a:rPr sz="24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Verdana"/>
                <a:cs typeface="Verdana"/>
              </a:rPr>
              <a:t>label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51778" y="1697227"/>
            <a:ext cx="377190" cy="711835"/>
            <a:chOff x="6351778" y="1697227"/>
            <a:chExt cx="377190" cy="71183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4808" y="1788794"/>
              <a:ext cx="161461" cy="17691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51778" y="1697227"/>
              <a:ext cx="377190" cy="711835"/>
            </a:xfrm>
            <a:custGeom>
              <a:avLst/>
              <a:gdLst/>
              <a:ahLst/>
              <a:cxnLst/>
              <a:rect l="l" t="t" r="r" b="b"/>
              <a:pathLst>
                <a:path w="377190" h="711835">
                  <a:moveTo>
                    <a:pt x="362585" y="0"/>
                  </a:moveTo>
                  <a:lnTo>
                    <a:pt x="359155" y="2539"/>
                  </a:lnTo>
                  <a:lnTo>
                    <a:pt x="358267" y="6223"/>
                  </a:lnTo>
                  <a:lnTo>
                    <a:pt x="349250" y="44831"/>
                  </a:lnTo>
                  <a:lnTo>
                    <a:pt x="345186" y="62864"/>
                  </a:lnTo>
                  <a:lnTo>
                    <a:pt x="338200" y="90805"/>
                  </a:lnTo>
                  <a:lnTo>
                    <a:pt x="321944" y="152782"/>
                  </a:lnTo>
                  <a:lnTo>
                    <a:pt x="308582" y="188885"/>
                  </a:lnTo>
                  <a:lnTo>
                    <a:pt x="290322" y="232410"/>
                  </a:lnTo>
                  <a:lnTo>
                    <a:pt x="274533" y="268678"/>
                  </a:lnTo>
                  <a:lnTo>
                    <a:pt x="256866" y="307970"/>
                  </a:lnTo>
                  <a:lnTo>
                    <a:pt x="240156" y="342519"/>
                  </a:lnTo>
                  <a:lnTo>
                    <a:pt x="221742" y="382270"/>
                  </a:lnTo>
                  <a:lnTo>
                    <a:pt x="201128" y="425610"/>
                  </a:lnTo>
                  <a:lnTo>
                    <a:pt x="183328" y="460352"/>
                  </a:lnTo>
                  <a:lnTo>
                    <a:pt x="156972" y="500253"/>
                  </a:lnTo>
                  <a:lnTo>
                    <a:pt x="117961" y="553677"/>
                  </a:lnTo>
                  <a:lnTo>
                    <a:pt x="91565" y="587687"/>
                  </a:lnTo>
                  <a:lnTo>
                    <a:pt x="52832" y="635381"/>
                  </a:lnTo>
                  <a:lnTo>
                    <a:pt x="52705" y="635508"/>
                  </a:lnTo>
                  <a:lnTo>
                    <a:pt x="34397" y="659230"/>
                  </a:lnTo>
                  <a:lnTo>
                    <a:pt x="22225" y="673862"/>
                  </a:lnTo>
                  <a:lnTo>
                    <a:pt x="22098" y="673989"/>
                  </a:lnTo>
                  <a:lnTo>
                    <a:pt x="2286" y="699516"/>
                  </a:lnTo>
                  <a:lnTo>
                    <a:pt x="0" y="702564"/>
                  </a:lnTo>
                  <a:lnTo>
                    <a:pt x="508" y="706882"/>
                  </a:lnTo>
                  <a:lnTo>
                    <a:pt x="3556" y="709168"/>
                  </a:lnTo>
                  <a:lnTo>
                    <a:pt x="6476" y="711454"/>
                  </a:lnTo>
                  <a:lnTo>
                    <a:pt x="10795" y="710946"/>
                  </a:lnTo>
                  <a:lnTo>
                    <a:pt x="13081" y="707898"/>
                  </a:lnTo>
                  <a:lnTo>
                    <a:pt x="31720" y="683881"/>
                  </a:lnTo>
                  <a:lnTo>
                    <a:pt x="45338" y="667512"/>
                  </a:lnTo>
                  <a:lnTo>
                    <a:pt x="45466" y="667258"/>
                  </a:lnTo>
                  <a:lnTo>
                    <a:pt x="63500" y="643890"/>
                  </a:lnTo>
                  <a:lnTo>
                    <a:pt x="102997" y="595376"/>
                  </a:lnTo>
                  <a:lnTo>
                    <a:pt x="130048" y="561721"/>
                  </a:lnTo>
                  <a:lnTo>
                    <a:pt x="169418" y="509270"/>
                  </a:lnTo>
                  <a:lnTo>
                    <a:pt x="169418" y="509143"/>
                  </a:lnTo>
                  <a:lnTo>
                    <a:pt x="182752" y="490474"/>
                  </a:lnTo>
                  <a:lnTo>
                    <a:pt x="215773" y="430784"/>
                  </a:lnTo>
                  <a:lnTo>
                    <a:pt x="235712" y="388874"/>
                  </a:lnTo>
                  <a:lnTo>
                    <a:pt x="254126" y="349123"/>
                  </a:lnTo>
                  <a:lnTo>
                    <a:pt x="271018" y="314325"/>
                  </a:lnTo>
                  <a:lnTo>
                    <a:pt x="286893" y="278892"/>
                  </a:lnTo>
                  <a:lnTo>
                    <a:pt x="304546" y="238506"/>
                  </a:lnTo>
                  <a:lnTo>
                    <a:pt x="322833" y="194056"/>
                  </a:lnTo>
                  <a:lnTo>
                    <a:pt x="336169" y="157352"/>
                  </a:lnTo>
                  <a:lnTo>
                    <a:pt x="336423" y="156718"/>
                  </a:lnTo>
                  <a:lnTo>
                    <a:pt x="344931" y="124587"/>
                  </a:lnTo>
                  <a:lnTo>
                    <a:pt x="344931" y="124333"/>
                  </a:lnTo>
                  <a:lnTo>
                    <a:pt x="351917" y="93980"/>
                  </a:lnTo>
                  <a:lnTo>
                    <a:pt x="358521" y="66039"/>
                  </a:lnTo>
                  <a:lnTo>
                    <a:pt x="358648" y="65786"/>
                  </a:lnTo>
                  <a:lnTo>
                    <a:pt x="362375" y="48142"/>
                  </a:lnTo>
                  <a:lnTo>
                    <a:pt x="362436" y="47746"/>
                  </a:lnTo>
                  <a:lnTo>
                    <a:pt x="371262" y="15367"/>
                  </a:lnTo>
                  <a:lnTo>
                    <a:pt x="366395" y="15367"/>
                  </a:lnTo>
                  <a:lnTo>
                    <a:pt x="372745" y="9906"/>
                  </a:lnTo>
                  <a:lnTo>
                    <a:pt x="377063" y="9906"/>
                  </a:lnTo>
                  <a:lnTo>
                    <a:pt x="377063" y="5334"/>
                  </a:lnTo>
                  <a:lnTo>
                    <a:pt x="375539" y="3048"/>
                  </a:lnTo>
                  <a:lnTo>
                    <a:pt x="373125" y="2159"/>
                  </a:lnTo>
                  <a:lnTo>
                    <a:pt x="370713" y="1143"/>
                  </a:lnTo>
                  <a:lnTo>
                    <a:pt x="368807" y="762"/>
                  </a:lnTo>
                  <a:lnTo>
                    <a:pt x="366395" y="381"/>
                  </a:lnTo>
                  <a:lnTo>
                    <a:pt x="362585" y="0"/>
                  </a:lnTo>
                  <a:close/>
                </a:path>
                <a:path w="377190" h="711835">
                  <a:moveTo>
                    <a:pt x="372745" y="9906"/>
                  </a:moveTo>
                  <a:lnTo>
                    <a:pt x="366395" y="15367"/>
                  </a:lnTo>
                  <a:lnTo>
                    <a:pt x="368807" y="14986"/>
                  </a:lnTo>
                  <a:lnTo>
                    <a:pt x="370713" y="14605"/>
                  </a:lnTo>
                  <a:lnTo>
                    <a:pt x="371562" y="14247"/>
                  </a:lnTo>
                  <a:lnTo>
                    <a:pt x="372745" y="9906"/>
                  </a:lnTo>
                  <a:close/>
                </a:path>
                <a:path w="377190" h="711835">
                  <a:moveTo>
                    <a:pt x="371567" y="14247"/>
                  </a:moveTo>
                  <a:lnTo>
                    <a:pt x="370713" y="14605"/>
                  </a:lnTo>
                  <a:lnTo>
                    <a:pt x="368807" y="14986"/>
                  </a:lnTo>
                  <a:lnTo>
                    <a:pt x="366395" y="15367"/>
                  </a:lnTo>
                  <a:lnTo>
                    <a:pt x="371262" y="15367"/>
                  </a:lnTo>
                  <a:lnTo>
                    <a:pt x="371366" y="14986"/>
                  </a:lnTo>
                  <a:lnTo>
                    <a:pt x="371470" y="14605"/>
                  </a:lnTo>
                  <a:lnTo>
                    <a:pt x="371567" y="14247"/>
                  </a:lnTo>
                  <a:close/>
                </a:path>
                <a:path w="377190" h="711835">
                  <a:moveTo>
                    <a:pt x="377063" y="9906"/>
                  </a:moveTo>
                  <a:lnTo>
                    <a:pt x="372745" y="9906"/>
                  </a:lnTo>
                  <a:lnTo>
                    <a:pt x="371567" y="14247"/>
                  </a:lnTo>
                  <a:lnTo>
                    <a:pt x="373125" y="13588"/>
                  </a:lnTo>
                  <a:lnTo>
                    <a:pt x="375539" y="12700"/>
                  </a:lnTo>
                  <a:lnTo>
                    <a:pt x="377063" y="10413"/>
                  </a:lnTo>
                  <a:lnTo>
                    <a:pt x="377063" y="99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60716" y="1766570"/>
            <a:ext cx="371790" cy="574928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63286"/>
            <a:ext cx="9144000" cy="580390"/>
            <a:chOff x="0" y="4563286"/>
            <a:chExt cx="9144000" cy="5803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563286"/>
              <a:ext cx="9144000" cy="5802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9998" y="4667892"/>
              <a:ext cx="1784987" cy="4007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700" y="4736212"/>
              <a:ext cx="1535234" cy="24762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82600" y="317500"/>
            <a:ext cx="12160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9300"/>
                </a:solidFill>
                <a:latin typeface="Verdana"/>
                <a:cs typeface="Verdana"/>
              </a:rPr>
              <a:t>Input</a:t>
            </a:r>
            <a:r>
              <a:rPr sz="2000" spc="-3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(</a:t>
            </a:r>
            <a:r>
              <a:rPr sz="2000" spc="-25" dirty="0">
                <a:solidFill>
                  <a:srgbClr val="FF9300"/>
                </a:solidFill>
                <a:latin typeface="Times New Roman"/>
                <a:cs typeface="Times New Roman"/>
              </a:rPr>
              <a:t>X</a:t>
            </a:r>
            <a:r>
              <a:rPr sz="2000" spc="-25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927100"/>
            <a:ext cx="7156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Verdana"/>
                <a:cs typeface="Verdana"/>
              </a:rPr>
              <a:t>email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536700"/>
            <a:ext cx="7207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Verdana"/>
                <a:cs typeface="Verdana"/>
              </a:rPr>
              <a:t>audio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2146300"/>
            <a:ext cx="93789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Verdana"/>
                <a:cs typeface="Verdana"/>
              </a:rPr>
              <a:t>English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2755900"/>
            <a:ext cx="16344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ad,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user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info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600" y="3365500"/>
            <a:ext cx="22256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image,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radar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info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00" y="3975100"/>
            <a:ext cx="20116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image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phone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51200" y="317500"/>
            <a:ext cx="14090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40FF"/>
                </a:solidFill>
                <a:latin typeface="Verdana"/>
                <a:cs typeface="Verdana"/>
              </a:rPr>
              <a:t>Output</a:t>
            </a:r>
            <a:r>
              <a:rPr sz="2000" spc="-55" dirty="0">
                <a:solidFill>
                  <a:srgbClr val="FF40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(</a:t>
            </a:r>
            <a:r>
              <a:rPr sz="2000" spc="-25" dirty="0">
                <a:solidFill>
                  <a:srgbClr val="FF40FF"/>
                </a:solidFill>
                <a:latin typeface="Times New Roman"/>
                <a:cs typeface="Times New Roman"/>
              </a:rPr>
              <a:t>Y</a:t>
            </a:r>
            <a:r>
              <a:rPr sz="2000" spc="-25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51200" y="927100"/>
            <a:ext cx="16129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spam?</a:t>
            </a:r>
            <a:r>
              <a:rPr sz="2000" spc="-20" dirty="0">
                <a:latin typeface="Verdana"/>
                <a:cs typeface="Verdana"/>
              </a:rPr>
              <a:t> (0/1)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51200" y="1536700"/>
            <a:ext cx="196786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text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transcripts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51200" y="2146300"/>
            <a:ext cx="10337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Verdana"/>
                <a:cs typeface="Verdana"/>
              </a:rPr>
              <a:t>Spanish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51200" y="2755900"/>
            <a:ext cx="14770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click?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(0/1)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51200" y="3365500"/>
            <a:ext cx="27362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position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other</a:t>
            </a:r>
            <a:r>
              <a:rPr sz="2000" spc="-20" dirty="0">
                <a:latin typeface="Verdana"/>
                <a:cs typeface="Verdana"/>
              </a:rPr>
              <a:t> cars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51200" y="3975100"/>
            <a:ext cx="1704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defect?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(0/1)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11900" y="317500"/>
            <a:ext cx="142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Verdana"/>
                <a:cs typeface="Verdana"/>
              </a:rPr>
              <a:t>Application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11900" y="927100"/>
            <a:ext cx="17824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spam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filtering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11900" y="1536700"/>
            <a:ext cx="24212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speech </a:t>
            </a:r>
            <a:r>
              <a:rPr sz="2000" spc="-10" dirty="0">
                <a:latin typeface="Verdana"/>
                <a:cs typeface="Verdana"/>
              </a:rPr>
              <a:t>recognition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11900" y="2146300"/>
            <a:ext cx="25457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machine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translation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11900" y="2755900"/>
            <a:ext cx="22904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online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advertising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11900" y="3365500"/>
            <a:ext cx="19354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Verdana"/>
                <a:cs typeface="Verdana"/>
              </a:rPr>
              <a:t>self-</a:t>
            </a:r>
            <a:r>
              <a:rPr sz="2000" dirty="0">
                <a:latin typeface="Verdana"/>
                <a:cs typeface="Verdana"/>
              </a:rPr>
              <a:t>driving</a:t>
            </a:r>
            <a:r>
              <a:rPr sz="2000" spc="-25" dirty="0">
                <a:latin typeface="Verdana"/>
                <a:cs typeface="Verdana"/>
              </a:rPr>
              <a:t> car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11900" y="3975100"/>
            <a:ext cx="2139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visual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inspection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8786" y="108281"/>
            <a:ext cx="8799195" cy="4263390"/>
            <a:chOff x="228786" y="108281"/>
            <a:chExt cx="8799195" cy="4263390"/>
          </a:xfrm>
        </p:grpSpPr>
        <p:sp>
          <p:nvSpPr>
            <p:cNvPr id="28" name="object 28"/>
            <p:cNvSpPr/>
            <p:nvPr/>
          </p:nvSpPr>
          <p:spPr>
            <a:xfrm>
              <a:off x="228786" y="790864"/>
              <a:ext cx="8799195" cy="0"/>
            </a:xfrm>
            <a:custGeom>
              <a:avLst/>
              <a:gdLst/>
              <a:ahLst/>
              <a:cxnLst/>
              <a:rect l="l" t="t" r="r" b="b"/>
              <a:pathLst>
                <a:path w="8799195">
                  <a:moveTo>
                    <a:pt x="0" y="0"/>
                  </a:moveTo>
                  <a:lnTo>
                    <a:pt x="8798671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21929" y="108281"/>
              <a:ext cx="0" cy="4263390"/>
            </a:xfrm>
            <a:custGeom>
              <a:avLst/>
              <a:gdLst/>
              <a:ahLst/>
              <a:cxnLst/>
              <a:rect l="l" t="t" r="r" b="b"/>
              <a:pathLst>
                <a:path h="4263390">
                  <a:moveTo>
                    <a:pt x="0" y="0"/>
                  </a:moveTo>
                  <a:lnTo>
                    <a:pt x="0" y="426307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345" y="1026857"/>
              <a:ext cx="1092959" cy="218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8464" y="1615445"/>
              <a:ext cx="1097639" cy="24374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2147" y="2159767"/>
              <a:ext cx="1072795" cy="25994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4624" y="2767097"/>
              <a:ext cx="745200" cy="2393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37450" y="3439577"/>
              <a:ext cx="351359" cy="2124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17658" y="4077498"/>
              <a:ext cx="555120" cy="216359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Andrew</a:t>
            </a:r>
            <a:r>
              <a:rPr spc="-5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51251" y="1215263"/>
            <a:ext cx="3202305" cy="1521460"/>
            <a:chOff x="3151251" y="1215263"/>
            <a:chExt cx="3202305" cy="1521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1251" y="2546350"/>
              <a:ext cx="189991" cy="1899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9226" y="2291715"/>
              <a:ext cx="189991" cy="1899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9072" y="1245362"/>
              <a:ext cx="189991" cy="1899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8783" y="1502664"/>
              <a:ext cx="189991" cy="1899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0074" y="1383157"/>
              <a:ext cx="189991" cy="1899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1592" y="1537208"/>
              <a:ext cx="189992" cy="1899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77004" y="1634871"/>
              <a:ext cx="189992" cy="1899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48811" y="1926844"/>
              <a:ext cx="189991" cy="1899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09488" y="1366393"/>
              <a:ext cx="189991" cy="1899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63183" y="1215263"/>
              <a:ext cx="189991" cy="1899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31997" y="1872615"/>
              <a:ext cx="189991" cy="18999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456560" y="3098736"/>
            <a:ext cx="1365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Cambria Math"/>
                <a:cs typeface="Cambria Math"/>
              </a:rPr>
              <a:t>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05226" y="3098482"/>
            <a:ext cx="3695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500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32526" y="3098482"/>
            <a:ext cx="4838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0" dirty="0">
                <a:latin typeface="Cambria Math"/>
                <a:cs typeface="Cambria Math"/>
              </a:rPr>
              <a:t>2000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87108" y="3098482"/>
            <a:ext cx="4838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0" dirty="0">
                <a:latin typeface="Cambria Math"/>
                <a:cs typeface="Cambria Math"/>
              </a:rPr>
              <a:t>2500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24760" y="898143"/>
            <a:ext cx="369570" cy="746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Cambria Math"/>
                <a:cs typeface="Cambria Math"/>
              </a:rPr>
              <a:t>400</a:t>
            </a:r>
            <a:endParaRPr sz="15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5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550" spc="-25" dirty="0">
                <a:latin typeface="Cambria Math"/>
                <a:cs typeface="Cambria Math"/>
              </a:rPr>
              <a:t>300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24760" y="1883410"/>
            <a:ext cx="36957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Cambria Math"/>
                <a:cs typeface="Cambria Math"/>
              </a:rPr>
              <a:t>200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4760" y="2379916"/>
            <a:ext cx="3695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100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41295" y="2876232"/>
            <a:ext cx="1365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Cambria Math"/>
                <a:cs typeface="Cambria Math"/>
              </a:rPr>
              <a:t>0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447925" y="1000125"/>
            <a:ext cx="4400550" cy="2111375"/>
            <a:chOff x="2447925" y="1000125"/>
            <a:chExt cx="4400550" cy="2111375"/>
          </a:xfrm>
        </p:grpSpPr>
        <p:sp>
          <p:nvSpPr>
            <p:cNvPr id="23" name="object 23"/>
            <p:cNvSpPr/>
            <p:nvPr/>
          </p:nvSpPr>
          <p:spPr>
            <a:xfrm>
              <a:off x="2486025" y="1028700"/>
              <a:ext cx="4343400" cy="2063750"/>
            </a:xfrm>
            <a:custGeom>
              <a:avLst/>
              <a:gdLst/>
              <a:ahLst/>
              <a:cxnLst/>
              <a:rect l="l" t="t" r="r" b="b"/>
              <a:pathLst>
                <a:path w="4343400" h="2063750">
                  <a:moveTo>
                    <a:pt x="47625" y="0"/>
                  </a:moveTo>
                  <a:lnTo>
                    <a:pt x="47625" y="2051939"/>
                  </a:lnTo>
                </a:path>
                <a:path w="4343400" h="2063750">
                  <a:moveTo>
                    <a:pt x="4331716" y="2000250"/>
                  </a:moveTo>
                  <a:lnTo>
                    <a:pt x="0" y="2000250"/>
                  </a:lnTo>
                </a:path>
                <a:path w="4343400" h="2063750">
                  <a:moveTo>
                    <a:pt x="4343400" y="1933575"/>
                  </a:moveTo>
                  <a:lnTo>
                    <a:pt x="4343400" y="2063369"/>
                  </a:lnTo>
                </a:path>
                <a:path w="4343400" h="2063750">
                  <a:moveTo>
                    <a:pt x="3476625" y="1933575"/>
                  </a:moveTo>
                  <a:lnTo>
                    <a:pt x="3476625" y="2063369"/>
                  </a:lnTo>
                </a:path>
                <a:path w="4343400" h="2063750">
                  <a:moveTo>
                    <a:pt x="2619375" y="1933575"/>
                  </a:moveTo>
                  <a:lnTo>
                    <a:pt x="2619375" y="2063369"/>
                  </a:lnTo>
                </a:path>
                <a:path w="4343400" h="2063750">
                  <a:moveTo>
                    <a:pt x="1762125" y="1933575"/>
                  </a:moveTo>
                  <a:lnTo>
                    <a:pt x="1762125" y="2063369"/>
                  </a:lnTo>
                </a:path>
                <a:path w="4343400" h="2063750">
                  <a:moveTo>
                    <a:pt x="904875" y="1933575"/>
                  </a:moveTo>
                  <a:lnTo>
                    <a:pt x="904875" y="206336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66975" y="1019175"/>
              <a:ext cx="130175" cy="514350"/>
            </a:xfrm>
            <a:custGeom>
              <a:avLst/>
              <a:gdLst/>
              <a:ahLst/>
              <a:cxnLst/>
              <a:rect l="l" t="t" r="r" b="b"/>
              <a:pathLst>
                <a:path w="130175" h="514350">
                  <a:moveTo>
                    <a:pt x="129793" y="0"/>
                  </a:moveTo>
                  <a:lnTo>
                    <a:pt x="0" y="0"/>
                  </a:lnTo>
                </a:path>
                <a:path w="130175" h="514350">
                  <a:moveTo>
                    <a:pt x="129793" y="514350"/>
                  </a:moveTo>
                  <a:lnTo>
                    <a:pt x="0" y="5143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66975" y="2019300"/>
              <a:ext cx="130175" cy="0"/>
            </a:xfrm>
            <a:custGeom>
              <a:avLst/>
              <a:gdLst/>
              <a:ahLst/>
              <a:cxnLst/>
              <a:rect l="l" t="t" r="r" b="b"/>
              <a:pathLst>
                <a:path w="130175">
                  <a:moveTo>
                    <a:pt x="12979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66975" y="2524125"/>
              <a:ext cx="130175" cy="0"/>
            </a:xfrm>
            <a:custGeom>
              <a:avLst/>
              <a:gdLst/>
              <a:ahLst/>
              <a:cxnLst/>
              <a:rect l="l" t="t" r="r" b="b"/>
              <a:pathLst>
                <a:path w="130175">
                  <a:moveTo>
                    <a:pt x="12979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992245" y="3039300"/>
            <a:ext cx="1384935" cy="87312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95"/>
              </a:spcBef>
              <a:tabLst>
                <a:tab pos="889000" algn="l"/>
              </a:tabLst>
            </a:pPr>
            <a:r>
              <a:rPr sz="1550" spc="-20" dirty="0">
                <a:latin typeface="Cambria Math"/>
                <a:cs typeface="Cambria Math"/>
              </a:rPr>
              <a:t>1000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spc="-20" dirty="0">
                <a:latin typeface="Cambria Math"/>
                <a:cs typeface="Cambria Math"/>
              </a:rPr>
              <a:t>1500</a:t>
            </a:r>
            <a:endParaRPr sz="1550">
              <a:latin typeface="Cambria Math"/>
              <a:cs typeface="Cambria Math"/>
            </a:endParaRPr>
          </a:p>
          <a:p>
            <a:pPr marL="379730" marR="84455" indent="-181610">
              <a:lnSpc>
                <a:spcPct val="104900"/>
              </a:lnSpc>
              <a:spcBef>
                <a:spcPts val="409"/>
              </a:spcBef>
            </a:pPr>
            <a:r>
              <a:rPr sz="1550" dirty="0">
                <a:latin typeface="Verdana"/>
                <a:cs typeface="Verdana"/>
              </a:rPr>
              <a:t>House</a:t>
            </a:r>
            <a:r>
              <a:rPr sz="1550" spc="160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size </a:t>
            </a:r>
            <a:r>
              <a:rPr sz="1550" dirty="0">
                <a:latin typeface="Verdana"/>
                <a:cs typeface="Verdana"/>
              </a:rPr>
              <a:t>in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feet</a:t>
            </a:r>
            <a:r>
              <a:rPr sz="1575" spc="-15" baseline="23809" dirty="0">
                <a:latin typeface="Cambria Math"/>
                <a:cs typeface="Cambria Math"/>
              </a:rPr>
              <a:t>2</a:t>
            </a:r>
            <a:endParaRPr sz="1575" baseline="23809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4692" y="1673542"/>
            <a:ext cx="77216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Verdana"/>
                <a:cs typeface="Verdana"/>
              </a:rPr>
              <a:t>Price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spc="-25" dirty="0">
                <a:latin typeface="Verdana"/>
                <a:cs typeface="Verdana"/>
              </a:rPr>
              <a:t>in</a:t>
            </a:r>
            <a:endParaRPr sz="15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550" spc="-10" dirty="0">
                <a:latin typeface="Verdana"/>
                <a:cs typeface="Verdana"/>
              </a:rPr>
              <a:t>$</a:t>
            </a:r>
            <a:r>
              <a:rPr sz="1550" spc="-10" dirty="0">
                <a:latin typeface="Cambria Math"/>
                <a:cs typeface="Cambria Math"/>
              </a:rPr>
              <a:t>1000</a:t>
            </a:r>
            <a:r>
              <a:rPr sz="1550" spc="-10" dirty="0">
                <a:latin typeface="Verdana"/>
                <a:cs typeface="Verdana"/>
              </a:rPr>
              <a:t>'s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solidFill>
                  <a:srgbClr val="0096FF"/>
                </a:solidFill>
              </a:rPr>
              <a:t>Regression</a:t>
            </a:r>
            <a:r>
              <a:rPr sz="2700" dirty="0"/>
              <a:t>:</a:t>
            </a:r>
            <a:r>
              <a:rPr sz="2700" spc="-25" dirty="0"/>
              <a:t> </a:t>
            </a:r>
            <a:r>
              <a:rPr sz="2700" dirty="0"/>
              <a:t>Housing</a:t>
            </a:r>
            <a:r>
              <a:rPr sz="2700" spc="-155" dirty="0"/>
              <a:t> </a:t>
            </a:r>
            <a:r>
              <a:rPr sz="2700" dirty="0"/>
              <a:t>price</a:t>
            </a:r>
            <a:r>
              <a:rPr sz="2700" spc="-30" dirty="0"/>
              <a:t> </a:t>
            </a:r>
            <a:r>
              <a:rPr sz="2700" spc="-10" dirty="0"/>
              <a:t>prediction</a:t>
            </a:r>
            <a:endParaRPr sz="2700"/>
          </a:p>
        </p:txBody>
      </p:sp>
      <p:sp>
        <p:nvSpPr>
          <p:cNvPr id="30" name="object 30"/>
          <p:cNvSpPr/>
          <p:nvPr/>
        </p:nvSpPr>
        <p:spPr>
          <a:xfrm>
            <a:off x="647700" y="2219325"/>
            <a:ext cx="900430" cy="0"/>
          </a:xfrm>
          <a:custGeom>
            <a:avLst/>
            <a:gdLst/>
            <a:ahLst/>
            <a:cxnLst/>
            <a:rect l="l" t="t" r="r" b="b"/>
            <a:pathLst>
              <a:path w="900430">
                <a:moveTo>
                  <a:pt x="0" y="0"/>
                </a:moveTo>
                <a:lnTo>
                  <a:pt x="900049" y="0"/>
                </a:lnTo>
              </a:path>
            </a:pathLst>
          </a:custGeom>
          <a:ln w="38100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1721739" y="1038225"/>
            <a:ext cx="4860290" cy="2621915"/>
            <a:chOff x="1721739" y="1038225"/>
            <a:chExt cx="4860290" cy="2621915"/>
          </a:xfrm>
        </p:grpSpPr>
        <p:sp>
          <p:nvSpPr>
            <p:cNvPr id="32" name="object 32"/>
            <p:cNvSpPr/>
            <p:nvPr/>
          </p:nvSpPr>
          <p:spPr>
            <a:xfrm>
              <a:off x="2800350" y="1057275"/>
              <a:ext cx="3523615" cy="1550035"/>
            </a:xfrm>
            <a:custGeom>
              <a:avLst/>
              <a:gdLst/>
              <a:ahLst/>
              <a:cxnLst/>
              <a:rect l="l" t="t" r="r" b="b"/>
              <a:pathLst>
                <a:path w="3523615" h="1550035">
                  <a:moveTo>
                    <a:pt x="0" y="1549908"/>
                  </a:moveTo>
                  <a:lnTo>
                    <a:pt x="3523107" y="0"/>
                  </a:lnTo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85261" y="3064891"/>
              <a:ext cx="527685" cy="59499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21739" y="1190625"/>
              <a:ext cx="4860036" cy="180174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48944" y="3368932"/>
            <a:ext cx="2247265" cy="741680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000" spc="-10" dirty="0">
                <a:solidFill>
                  <a:srgbClr val="0096FF"/>
                </a:solidFill>
                <a:latin typeface="Verdana"/>
                <a:cs typeface="Verdana"/>
              </a:rPr>
              <a:t>Regression</a:t>
            </a:r>
            <a:endParaRPr sz="2000">
              <a:latin typeface="Verdana"/>
              <a:cs typeface="Verdana"/>
            </a:endParaRPr>
          </a:p>
          <a:p>
            <a:pPr marL="34925">
              <a:lnSpc>
                <a:spcPct val="100000"/>
              </a:lnSpc>
              <a:spcBef>
                <a:spcPts val="415"/>
              </a:spcBef>
            </a:pPr>
            <a:r>
              <a:rPr sz="2000" dirty="0">
                <a:latin typeface="Verdana"/>
                <a:cs typeface="Verdana"/>
              </a:rPr>
              <a:t>Predict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96FF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1487" y="4130040"/>
            <a:ext cx="410337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0096FF"/>
                </a:solidFill>
                <a:latin typeface="Verdana"/>
                <a:cs typeface="Verdana"/>
              </a:rPr>
              <a:t>infinitely</a:t>
            </a:r>
            <a:r>
              <a:rPr sz="2000" spc="-55" dirty="0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many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possible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outputs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077202" y="1074038"/>
            <a:ext cx="35560" cy="214629"/>
          </a:xfrm>
          <a:custGeom>
            <a:avLst/>
            <a:gdLst/>
            <a:ahLst/>
            <a:cxnLst/>
            <a:rect l="l" t="t" r="r" b="b"/>
            <a:pathLst>
              <a:path w="35559" h="214630">
                <a:moveTo>
                  <a:pt x="18415" y="178435"/>
                </a:moveTo>
                <a:lnTo>
                  <a:pt x="12826" y="180466"/>
                </a:lnTo>
                <a:lnTo>
                  <a:pt x="6857" y="193421"/>
                </a:lnTo>
                <a:lnTo>
                  <a:pt x="6699" y="193421"/>
                </a:lnTo>
                <a:lnTo>
                  <a:pt x="4529" y="197140"/>
                </a:lnTo>
                <a:lnTo>
                  <a:pt x="3759" y="198500"/>
                </a:lnTo>
                <a:lnTo>
                  <a:pt x="3555" y="199009"/>
                </a:lnTo>
                <a:lnTo>
                  <a:pt x="1016" y="204088"/>
                </a:lnTo>
                <a:lnTo>
                  <a:pt x="2316" y="208534"/>
                </a:lnTo>
                <a:lnTo>
                  <a:pt x="2635" y="209355"/>
                </a:lnTo>
                <a:lnTo>
                  <a:pt x="6603" y="211836"/>
                </a:lnTo>
                <a:lnTo>
                  <a:pt x="10795" y="214375"/>
                </a:lnTo>
                <a:lnTo>
                  <a:pt x="14795" y="213613"/>
                </a:lnTo>
                <a:lnTo>
                  <a:pt x="7874" y="213613"/>
                </a:lnTo>
                <a:lnTo>
                  <a:pt x="11302" y="213360"/>
                </a:lnTo>
                <a:lnTo>
                  <a:pt x="10668" y="213360"/>
                </a:lnTo>
                <a:lnTo>
                  <a:pt x="15621" y="212978"/>
                </a:lnTo>
                <a:lnTo>
                  <a:pt x="17429" y="211663"/>
                </a:lnTo>
                <a:lnTo>
                  <a:pt x="19199" y="209355"/>
                </a:lnTo>
                <a:lnTo>
                  <a:pt x="18435" y="209355"/>
                </a:lnTo>
                <a:lnTo>
                  <a:pt x="17117" y="197140"/>
                </a:lnTo>
                <a:lnTo>
                  <a:pt x="17018" y="196214"/>
                </a:lnTo>
                <a:lnTo>
                  <a:pt x="21073" y="196214"/>
                </a:lnTo>
                <a:lnTo>
                  <a:pt x="21336" y="194183"/>
                </a:lnTo>
                <a:lnTo>
                  <a:pt x="21351" y="193421"/>
                </a:lnTo>
                <a:lnTo>
                  <a:pt x="6857" y="193421"/>
                </a:lnTo>
                <a:lnTo>
                  <a:pt x="7031" y="193039"/>
                </a:lnTo>
                <a:lnTo>
                  <a:pt x="21374" y="193039"/>
                </a:lnTo>
                <a:lnTo>
                  <a:pt x="21990" y="182880"/>
                </a:lnTo>
                <a:lnTo>
                  <a:pt x="22098" y="181481"/>
                </a:lnTo>
                <a:lnTo>
                  <a:pt x="22214" y="180180"/>
                </a:lnTo>
                <a:lnTo>
                  <a:pt x="18415" y="178435"/>
                </a:lnTo>
                <a:close/>
              </a:path>
              <a:path w="35559" h="214630">
                <a:moveTo>
                  <a:pt x="2635" y="209355"/>
                </a:moveTo>
                <a:lnTo>
                  <a:pt x="4445" y="212089"/>
                </a:lnTo>
                <a:lnTo>
                  <a:pt x="7874" y="213613"/>
                </a:lnTo>
                <a:lnTo>
                  <a:pt x="9537" y="213613"/>
                </a:lnTo>
                <a:lnTo>
                  <a:pt x="6603" y="211836"/>
                </a:lnTo>
                <a:lnTo>
                  <a:pt x="2635" y="209355"/>
                </a:lnTo>
                <a:close/>
              </a:path>
              <a:path w="35559" h="214630">
                <a:moveTo>
                  <a:pt x="17297" y="211836"/>
                </a:moveTo>
                <a:lnTo>
                  <a:pt x="16843" y="212089"/>
                </a:lnTo>
                <a:lnTo>
                  <a:pt x="15621" y="212978"/>
                </a:lnTo>
                <a:lnTo>
                  <a:pt x="10668" y="213360"/>
                </a:lnTo>
                <a:lnTo>
                  <a:pt x="11302" y="213360"/>
                </a:lnTo>
                <a:lnTo>
                  <a:pt x="7874" y="213613"/>
                </a:lnTo>
                <a:lnTo>
                  <a:pt x="14795" y="213613"/>
                </a:lnTo>
                <a:lnTo>
                  <a:pt x="16128" y="213360"/>
                </a:lnTo>
                <a:lnTo>
                  <a:pt x="17297" y="211836"/>
                </a:lnTo>
                <a:close/>
              </a:path>
              <a:path w="35559" h="214630">
                <a:moveTo>
                  <a:pt x="19123" y="209588"/>
                </a:moveTo>
                <a:lnTo>
                  <a:pt x="17978" y="210947"/>
                </a:lnTo>
                <a:lnTo>
                  <a:pt x="17429" y="211663"/>
                </a:lnTo>
                <a:lnTo>
                  <a:pt x="18415" y="210947"/>
                </a:lnTo>
                <a:lnTo>
                  <a:pt x="19123" y="209588"/>
                </a:lnTo>
                <a:close/>
              </a:path>
              <a:path w="35559" h="214630">
                <a:moveTo>
                  <a:pt x="19684" y="0"/>
                </a:moveTo>
                <a:lnTo>
                  <a:pt x="14986" y="4318"/>
                </a:lnTo>
                <a:lnTo>
                  <a:pt x="14971" y="4952"/>
                </a:lnTo>
                <a:lnTo>
                  <a:pt x="14858" y="9906"/>
                </a:lnTo>
                <a:lnTo>
                  <a:pt x="13734" y="42759"/>
                </a:lnTo>
                <a:lnTo>
                  <a:pt x="12953" y="54990"/>
                </a:lnTo>
                <a:lnTo>
                  <a:pt x="12218" y="73985"/>
                </a:lnTo>
                <a:lnTo>
                  <a:pt x="11120" y="91924"/>
                </a:lnTo>
                <a:lnTo>
                  <a:pt x="9905" y="100964"/>
                </a:lnTo>
                <a:lnTo>
                  <a:pt x="8890" y="109727"/>
                </a:lnTo>
                <a:lnTo>
                  <a:pt x="7747" y="118363"/>
                </a:lnTo>
                <a:lnTo>
                  <a:pt x="6603" y="127381"/>
                </a:lnTo>
                <a:lnTo>
                  <a:pt x="6476" y="127762"/>
                </a:lnTo>
                <a:lnTo>
                  <a:pt x="5842" y="136398"/>
                </a:lnTo>
                <a:lnTo>
                  <a:pt x="5225" y="143080"/>
                </a:lnTo>
                <a:lnTo>
                  <a:pt x="3937" y="152526"/>
                </a:lnTo>
                <a:lnTo>
                  <a:pt x="3937" y="152781"/>
                </a:lnTo>
                <a:lnTo>
                  <a:pt x="3339" y="158757"/>
                </a:lnTo>
                <a:lnTo>
                  <a:pt x="1777" y="171958"/>
                </a:lnTo>
                <a:lnTo>
                  <a:pt x="1777" y="172212"/>
                </a:lnTo>
                <a:lnTo>
                  <a:pt x="1122" y="178435"/>
                </a:lnTo>
                <a:lnTo>
                  <a:pt x="1016" y="179450"/>
                </a:lnTo>
                <a:lnTo>
                  <a:pt x="946" y="181105"/>
                </a:lnTo>
                <a:lnTo>
                  <a:pt x="369" y="190626"/>
                </a:lnTo>
                <a:lnTo>
                  <a:pt x="0" y="196214"/>
                </a:lnTo>
                <a:lnTo>
                  <a:pt x="0" y="204724"/>
                </a:lnTo>
                <a:lnTo>
                  <a:pt x="762" y="206756"/>
                </a:lnTo>
                <a:lnTo>
                  <a:pt x="1904" y="208534"/>
                </a:lnTo>
                <a:lnTo>
                  <a:pt x="2562" y="209355"/>
                </a:lnTo>
                <a:lnTo>
                  <a:pt x="1016" y="204088"/>
                </a:lnTo>
                <a:lnTo>
                  <a:pt x="3555" y="199009"/>
                </a:lnTo>
                <a:lnTo>
                  <a:pt x="3759" y="198500"/>
                </a:lnTo>
                <a:lnTo>
                  <a:pt x="4529" y="197140"/>
                </a:lnTo>
                <a:lnTo>
                  <a:pt x="7366" y="192277"/>
                </a:lnTo>
                <a:lnTo>
                  <a:pt x="12768" y="180594"/>
                </a:lnTo>
                <a:lnTo>
                  <a:pt x="12826" y="180466"/>
                </a:lnTo>
                <a:lnTo>
                  <a:pt x="18415" y="178435"/>
                </a:lnTo>
                <a:lnTo>
                  <a:pt x="22370" y="178435"/>
                </a:lnTo>
                <a:lnTo>
                  <a:pt x="22732" y="174371"/>
                </a:lnTo>
                <a:lnTo>
                  <a:pt x="24129" y="162687"/>
                </a:lnTo>
                <a:lnTo>
                  <a:pt x="24256" y="162433"/>
                </a:lnTo>
                <a:lnTo>
                  <a:pt x="24793" y="155992"/>
                </a:lnTo>
                <a:lnTo>
                  <a:pt x="25907" y="146938"/>
                </a:lnTo>
                <a:lnTo>
                  <a:pt x="25907" y="146431"/>
                </a:lnTo>
                <a:lnTo>
                  <a:pt x="26670" y="138175"/>
                </a:lnTo>
                <a:lnTo>
                  <a:pt x="27252" y="130252"/>
                </a:lnTo>
                <a:lnTo>
                  <a:pt x="28321" y="120903"/>
                </a:lnTo>
                <a:lnTo>
                  <a:pt x="31369" y="94996"/>
                </a:lnTo>
                <a:lnTo>
                  <a:pt x="31496" y="94234"/>
                </a:lnTo>
                <a:lnTo>
                  <a:pt x="32512" y="75564"/>
                </a:lnTo>
                <a:lnTo>
                  <a:pt x="33130" y="56387"/>
                </a:lnTo>
                <a:lnTo>
                  <a:pt x="33908" y="44323"/>
                </a:lnTo>
                <a:lnTo>
                  <a:pt x="34925" y="10540"/>
                </a:lnTo>
                <a:lnTo>
                  <a:pt x="35051" y="4952"/>
                </a:lnTo>
                <a:lnTo>
                  <a:pt x="30733" y="381"/>
                </a:lnTo>
                <a:lnTo>
                  <a:pt x="25146" y="253"/>
                </a:lnTo>
                <a:lnTo>
                  <a:pt x="19684" y="0"/>
                </a:lnTo>
                <a:close/>
              </a:path>
              <a:path w="35559" h="214630">
                <a:moveTo>
                  <a:pt x="17018" y="196214"/>
                </a:moveTo>
                <a:lnTo>
                  <a:pt x="17867" y="204088"/>
                </a:lnTo>
                <a:lnTo>
                  <a:pt x="17935" y="204724"/>
                </a:lnTo>
                <a:lnTo>
                  <a:pt x="18031" y="205612"/>
                </a:lnTo>
                <a:lnTo>
                  <a:pt x="18154" y="206756"/>
                </a:lnTo>
                <a:lnTo>
                  <a:pt x="18223" y="207390"/>
                </a:lnTo>
                <a:lnTo>
                  <a:pt x="18346" y="208534"/>
                </a:lnTo>
                <a:lnTo>
                  <a:pt x="18435" y="209355"/>
                </a:lnTo>
                <a:lnTo>
                  <a:pt x="18265" y="209355"/>
                </a:lnTo>
                <a:lnTo>
                  <a:pt x="18923" y="208534"/>
                </a:lnTo>
                <a:lnTo>
                  <a:pt x="20193" y="206756"/>
                </a:lnTo>
                <a:lnTo>
                  <a:pt x="20827" y="204724"/>
                </a:lnTo>
                <a:lnTo>
                  <a:pt x="20910" y="199772"/>
                </a:lnTo>
                <a:lnTo>
                  <a:pt x="17963" y="197140"/>
                </a:lnTo>
                <a:lnTo>
                  <a:pt x="17018" y="196214"/>
                </a:lnTo>
                <a:close/>
              </a:path>
              <a:path w="35559" h="214630">
                <a:moveTo>
                  <a:pt x="20910" y="199772"/>
                </a:moveTo>
                <a:lnTo>
                  <a:pt x="20827" y="204724"/>
                </a:lnTo>
                <a:lnTo>
                  <a:pt x="20193" y="206756"/>
                </a:lnTo>
                <a:lnTo>
                  <a:pt x="18923" y="208534"/>
                </a:lnTo>
                <a:lnTo>
                  <a:pt x="18265" y="209355"/>
                </a:lnTo>
                <a:lnTo>
                  <a:pt x="19245" y="209355"/>
                </a:lnTo>
                <a:lnTo>
                  <a:pt x="19939" y="208025"/>
                </a:lnTo>
                <a:lnTo>
                  <a:pt x="20320" y="207390"/>
                </a:lnTo>
                <a:lnTo>
                  <a:pt x="20629" y="206756"/>
                </a:lnTo>
                <a:lnTo>
                  <a:pt x="21857" y="204724"/>
                </a:lnTo>
                <a:lnTo>
                  <a:pt x="21527" y="201802"/>
                </a:lnTo>
                <a:lnTo>
                  <a:pt x="21409" y="200787"/>
                </a:lnTo>
                <a:lnTo>
                  <a:pt x="21336" y="200151"/>
                </a:lnTo>
                <a:lnTo>
                  <a:pt x="20910" y="199772"/>
                </a:lnTo>
                <a:close/>
              </a:path>
              <a:path w="35559" h="214630">
                <a:moveTo>
                  <a:pt x="21867" y="204724"/>
                </a:moveTo>
                <a:lnTo>
                  <a:pt x="20629" y="206756"/>
                </a:lnTo>
                <a:lnTo>
                  <a:pt x="20320" y="207390"/>
                </a:lnTo>
                <a:lnTo>
                  <a:pt x="19939" y="208025"/>
                </a:lnTo>
                <a:lnTo>
                  <a:pt x="19245" y="209355"/>
                </a:lnTo>
                <a:lnTo>
                  <a:pt x="19879" y="208534"/>
                </a:lnTo>
                <a:lnTo>
                  <a:pt x="21971" y="205612"/>
                </a:lnTo>
                <a:lnTo>
                  <a:pt x="21867" y="204724"/>
                </a:lnTo>
                <a:close/>
              </a:path>
              <a:path w="35559" h="214630">
                <a:moveTo>
                  <a:pt x="22214" y="180180"/>
                </a:moveTo>
                <a:lnTo>
                  <a:pt x="21336" y="194183"/>
                </a:lnTo>
                <a:lnTo>
                  <a:pt x="21073" y="196214"/>
                </a:lnTo>
                <a:lnTo>
                  <a:pt x="20954" y="197140"/>
                </a:lnTo>
                <a:lnTo>
                  <a:pt x="20910" y="199772"/>
                </a:lnTo>
                <a:lnTo>
                  <a:pt x="21336" y="200151"/>
                </a:lnTo>
                <a:lnTo>
                  <a:pt x="21793" y="204088"/>
                </a:lnTo>
                <a:lnTo>
                  <a:pt x="21867" y="204724"/>
                </a:lnTo>
                <a:lnTo>
                  <a:pt x="23622" y="201802"/>
                </a:lnTo>
                <a:lnTo>
                  <a:pt x="24129" y="200787"/>
                </a:lnTo>
                <a:lnTo>
                  <a:pt x="25044" y="198500"/>
                </a:lnTo>
                <a:lnTo>
                  <a:pt x="25651" y="197140"/>
                </a:lnTo>
                <a:lnTo>
                  <a:pt x="29718" y="188468"/>
                </a:lnTo>
                <a:lnTo>
                  <a:pt x="27686" y="182880"/>
                </a:lnTo>
                <a:lnTo>
                  <a:pt x="23114" y="180594"/>
                </a:lnTo>
                <a:lnTo>
                  <a:pt x="22214" y="180180"/>
                </a:lnTo>
                <a:close/>
              </a:path>
              <a:path w="35559" h="214630">
                <a:moveTo>
                  <a:pt x="21073" y="196214"/>
                </a:moveTo>
                <a:lnTo>
                  <a:pt x="17018" y="196214"/>
                </a:lnTo>
                <a:lnTo>
                  <a:pt x="17963" y="197140"/>
                </a:lnTo>
                <a:lnTo>
                  <a:pt x="20910" y="199772"/>
                </a:lnTo>
                <a:lnTo>
                  <a:pt x="20931" y="198500"/>
                </a:lnTo>
                <a:lnTo>
                  <a:pt x="20778" y="198500"/>
                </a:lnTo>
                <a:lnTo>
                  <a:pt x="20954" y="197140"/>
                </a:lnTo>
                <a:lnTo>
                  <a:pt x="21073" y="196214"/>
                </a:lnTo>
                <a:close/>
              </a:path>
              <a:path w="35559" h="214630">
                <a:moveTo>
                  <a:pt x="20954" y="197140"/>
                </a:moveTo>
                <a:lnTo>
                  <a:pt x="20780" y="198500"/>
                </a:lnTo>
                <a:lnTo>
                  <a:pt x="20931" y="198500"/>
                </a:lnTo>
                <a:lnTo>
                  <a:pt x="20954" y="197140"/>
                </a:lnTo>
                <a:close/>
              </a:path>
              <a:path w="35559" h="214630">
                <a:moveTo>
                  <a:pt x="22370" y="178435"/>
                </a:moveTo>
                <a:lnTo>
                  <a:pt x="18415" y="178435"/>
                </a:lnTo>
                <a:lnTo>
                  <a:pt x="22214" y="180180"/>
                </a:lnTo>
                <a:lnTo>
                  <a:pt x="22279" y="179450"/>
                </a:lnTo>
                <a:lnTo>
                  <a:pt x="22370" y="178435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189905" y="1057655"/>
            <a:ext cx="420315" cy="21907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688580" y="1055624"/>
            <a:ext cx="396080" cy="14884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66558" y="1408175"/>
            <a:ext cx="884427" cy="217170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139154" y="1825117"/>
            <a:ext cx="30122" cy="179197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277607" y="1791207"/>
            <a:ext cx="73895" cy="18922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423911" y="1807591"/>
            <a:ext cx="186817" cy="19392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697159" y="1778761"/>
            <a:ext cx="456367" cy="181101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4162425" y="3952875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162" y="0"/>
                </a:lnTo>
              </a:path>
            </a:pathLst>
          </a:custGeom>
          <a:ln w="38100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273876" rIns="0" bIns="0" rtlCol="0">
            <a:spAutoFit/>
          </a:bodyPr>
          <a:lstStyle/>
          <a:p>
            <a:pPr marL="2042160" marR="5080" indent="-1849755">
              <a:lnSpc>
                <a:spcPct val="117400"/>
              </a:lnSpc>
              <a:spcBef>
                <a:spcPts val="95"/>
              </a:spcBef>
            </a:pPr>
            <a:r>
              <a:rPr sz="3950" dirty="0">
                <a:latin typeface="Verdana"/>
                <a:cs typeface="Verdana"/>
              </a:rPr>
              <a:t>Supervised</a:t>
            </a:r>
            <a:r>
              <a:rPr sz="3950" spc="95" dirty="0">
                <a:latin typeface="Verdana"/>
                <a:cs typeface="Verdana"/>
              </a:rPr>
              <a:t> </a:t>
            </a:r>
            <a:r>
              <a:rPr sz="3950" spc="-10" dirty="0">
                <a:latin typeface="Verdana"/>
                <a:cs typeface="Verdana"/>
              </a:rPr>
              <a:t>Learning </a:t>
            </a:r>
            <a:r>
              <a:rPr sz="3950" dirty="0">
                <a:latin typeface="Verdana"/>
                <a:cs typeface="Verdana"/>
              </a:rPr>
              <a:t>Part</a:t>
            </a:r>
            <a:r>
              <a:rPr sz="3950" spc="55" dirty="0">
                <a:latin typeface="Verdana"/>
                <a:cs typeface="Verdana"/>
              </a:rPr>
              <a:t> </a:t>
            </a:r>
            <a:r>
              <a:rPr sz="3950" spc="-50" dirty="0">
                <a:latin typeface="Verdana"/>
                <a:cs typeface="Verdana"/>
              </a:rPr>
              <a:t>2</a:t>
            </a:r>
            <a:endParaRPr sz="395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0614" rIns="0" bIns="0" rtlCol="0">
            <a:spAutoFit/>
          </a:bodyPr>
          <a:lstStyle/>
          <a:p>
            <a:pPr marL="1297305" marR="5080" indent="-1268095">
              <a:lnSpc>
                <a:spcPts val="5710"/>
              </a:lnSpc>
              <a:spcBef>
                <a:spcPts val="254"/>
              </a:spcBef>
            </a:pPr>
            <a:r>
              <a:rPr sz="4800" dirty="0">
                <a:solidFill>
                  <a:srgbClr val="0070EA"/>
                </a:solidFill>
              </a:rPr>
              <a:t>Machine</a:t>
            </a:r>
            <a:r>
              <a:rPr sz="4800" spc="-35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Learning Overview</a:t>
            </a:r>
            <a:endParaRPr sz="4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0" dirty="0"/>
              <a:t>Classification:</a:t>
            </a:r>
            <a:r>
              <a:rPr sz="2700" spc="-150" dirty="0"/>
              <a:t> </a:t>
            </a:r>
            <a:r>
              <a:rPr sz="4050" baseline="1028" dirty="0"/>
              <a:t>Breast</a:t>
            </a:r>
            <a:r>
              <a:rPr sz="4050" spc="-112" baseline="1028" dirty="0"/>
              <a:t> </a:t>
            </a:r>
            <a:r>
              <a:rPr sz="4050" baseline="1028" dirty="0"/>
              <a:t>cancer</a:t>
            </a:r>
            <a:r>
              <a:rPr sz="4050" spc="-225" baseline="1028" dirty="0"/>
              <a:t> </a:t>
            </a:r>
            <a:r>
              <a:rPr sz="4050" spc="-15" baseline="1028" dirty="0"/>
              <a:t>detection</a:t>
            </a:r>
            <a:endParaRPr sz="4050" baseline="1028"/>
          </a:p>
        </p:txBody>
      </p:sp>
      <p:sp>
        <p:nvSpPr>
          <p:cNvPr id="3" name="object 3"/>
          <p:cNvSpPr txBox="1"/>
          <p:nvPr/>
        </p:nvSpPr>
        <p:spPr>
          <a:xfrm>
            <a:off x="3312540" y="2832417"/>
            <a:ext cx="1967230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9300"/>
                </a:solidFill>
                <a:latin typeface="Verdana"/>
                <a:cs typeface="Verdana"/>
              </a:rPr>
              <a:t>tumor</a:t>
            </a:r>
            <a:r>
              <a:rPr sz="1800" spc="-10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9300"/>
                </a:solidFill>
                <a:latin typeface="Verdana"/>
                <a:cs typeface="Verdana"/>
              </a:rPr>
              <a:t>size</a:t>
            </a:r>
            <a:r>
              <a:rPr sz="1800" spc="-20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Verdana"/>
                <a:cs typeface="Verdana"/>
              </a:rPr>
              <a:t>(diameter in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cm)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094" y="1259522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160" y="2540698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solidFill>
                  <a:srgbClr val="4285F4"/>
                </a:solidFill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14475" y="3374390"/>
            <a:ext cx="5488305" cy="678815"/>
            <a:chOff x="1514475" y="3374390"/>
            <a:chExt cx="5488305" cy="678815"/>
          </a:xfrm>
        </p:grpSpPr>
        <p:sp>
          <p:nvSpPr>
            <p:cNvPr id="7" name="object 7"/>
            <p:cNvSpPr/>
            <p:nvPr/>
          </p:nvSpPr>
          <p:spPr>
            <a:xfrm>
              <a:off x="1533525" y="3752929"/>
              <a:ext cx="5469255" cy="228600"/>
            </a:xfrm>
            <a:custGeom>
              <a:avLst/>
              <a:gdLst/>
              <a:ahLst/>
              <a:cxnLst/>
              <a:rect l="l" t="t" r="r" b="b"/>
              <a:pathLst>
                <a:path w="5469255" h="228600">
                  <a:moveTo>
                    <a:pt x="5409422" y="114229"/>
                  </a:moveTo>
                  <a:lnTo>
                    <a:pt x="5312664" y="194840"/>
                  </a:lnTo>
                  <a:lnTo>
                    <a:pt x="5307893" y="200735"/>
                  </a:lnTo>
                  <a:lnTo>
                    <a:pt x="5305837" y="207746"/>
                  </a:lnTo>
                  <a:lnTo>
                    <a:pt x="5306591" y="215010"/>
                  </a:lnTo>
                  <a:lnTo>
                    <a:pt x="5310251" y="221662"/>
                  </a:lnTo>
                  <a:lnTo>
                    <a:pt x="5316134" y="226404"/>
                  </a:lnTo>
                  <a:lnTo>
                    <a:pt x="5323125" y="228444"/>
                  </a:lnTo>
                  <a:lnTo>
                    <a:pt x="5330378" y="227702"/>
                  </a:lnTo>
                  <a:lnTo>
                    <a:pt x="5337048" y="224101"/>
                  </a:lnTo>
                  <a:lnTo>
                    <a:pt x="5446019" y="133270"/>
                  </a:lnTo>
                  <a:lnTo>
                    <a:pt x="5439156" y="133270"/>
                  </a:lnTo>
                  <a:lnTo>
                    <a:pt x="5439156" y="128851"/>
                  </a:lnTo>
                  <a:lnTo>
                    <a:pt x="5426964" y="128851"/>
                  </a:lnTo>
                  <a:lnTo>
                    <a:pt x="5409422" y="114229"/>
                  </a:lnTo>
                  <a:close/>
                </a:path>
                <a:path w="5469255" h="228600">
                  <a:moveTo>
                    <a:pt x="5386558" y="95170"/>
                  </a:moveTo>
                  <a:lnTo>
                    <a:pt x="0" y="95170"/>
                  </a:lnTo>
                  <a:lnTo>
                    <a:pt x="0" y="133270"/>
                  </a:lnTo>
                  <a:lnTo>
                    <a:pt x="5386567" y="133270"/>
                  </a:lnTo>
                  <a:lnTo>
                    <a:pt x="5409422" y="114229"/>
                  </a:lnTo>
                  <a:lnTo>
                    <a:pt x="5386558" y="95170"/>
                  </a:lnTo>
                  <a:close/>
                </a:path>
                <a:path w="5469255" h="228600">
                  <a:moveTo>
                    <a:pt x="5446014" y="95170"/>
                  </a:moveTo>
                  <a:lnTo>
                    <a:pt x="5439156" y="95170"/>
                  </a:lnTo>
                  <a:lnTo>
                    <a:pt x="5439156" y="133270"/>
                  </a:lnTo>
                  <a:lnTo>
                    <a:pt x="5446019" y="133270"/>
                  </a:lnTo>
                  <a:lnTo>
                    <a:pt x="5468863" y="114229"/>
                  </a:lnTo>
                  <a:lnTo>
                    <a:pt x="5446014" y="95170"/>
                  </a:lnTo>
                  <a:close/>
                </a:path>
                <a:path w="5469255" h="228600">
                  <a:moveTo>
                    <a:pt x="5426964" y="99615"/>
                  </a:moveTo>
                  <a:lnTo>
                    <a:pt x="5409422" y="114229"/>
                  </a:lnTo>
                  <a:lnTo>
                    <a:pt x="5426964" y="128851"/>
                  </a:lnTo>
                  <a:lnTo>
                    <a:pt x="5426964" y="99615"/>
                  </a:lnTo>
                  <a:close/>
                </a:path>
                <a:path w="5469255" h="228600">
                  <a:moveTo>
                    <a:pt x="5439156" y="99615"/>
                  </a:moveTo>
                  <a:lnTo>
                    <a:pt x="5426964" y="99615"/>
                  </a:lnTo>
                  <a:lnTo>
                    <a:pt x="5426964" y="128851"/>
                  </a:lnTo>
                  <a:lnTo>
                    <a:pt x="5439156" y="128851"/>
                  </a:lnTo>
                  <a:lnTo>
                    <a:pt x="5439156" y="99615"/>
                  </a:lnTo>
                  <a:close/>
                </a:path>
                <a:path w="5469255" h="228600">
                  <a:moveTo>
                    <a:pt x="5323125" y="0"/>
                  </a:moveTo>
                  <a:lnTo>
                    <a:pt x="5316134" y="2026"/>
                  </a:lnTo>
                  <a:lnTo>
                    <a:pt x="5310251" y="6778"/>
                  </a:lnTo>
                  <a:lnTo>
                    <a:pt x="5306591" y="13448"/>
                  </a:lnTo>
                  <a:lnTo>
                    <a:pt x="5305837" y="20700"/>
                  </a:lnTo>
                  <a:lnTo>
                    <a:pt x="5307893" y="27691"/>
                  </a:lnTo>
                  <a:lnTo>
                    <a:pt x="5312664" y="33575"/>
                  </a:lnTo>
                  <a:lnTo>
                    <a:pt x="5409422" y="114229"/>
                  </a:lnTo>
                  <a:lnTo>
                    <a:pt x="5426964" y="99615"/>
                  </a:lnTo>
                  <a:lnTo>
                    <a:pt x="5439156" y="99615"/>
                  </a:lnTo>
                  <a:lnTo>
                    <a:pt x="5439156" y="95170"/>
                  </a:lnTo>
                  <a:lnTo>
                    <a:pt x="5446014" y="95170"/>
                  </a:lnTo>
                  <a:lnTo>
                    <a:pt x="5337048" y="4365"/>
                  </a:lnTo>
                  <a:lnTo>
                    <a:pt x="5330378" y="760"/>
                  </a:lnTo>
                  <a:lnTo>
                    <a:pt x="5323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3525" y="3686175"/>
              <a:ext cx="0" cy="367030"/>
            </a:xfrm>
            <a:custGeom>
              <a:avLst/>
              <a:gdLst/>
              <a:ahLst/>
              <a:cxnLst/>
              <a:rect l="l" t="t" r="r" b="b"/>
              <a:pathLst>
                <a:path h="367029">
                  <a:moveTo>
                    <a:pt x="0" y="0"/>
                  </a:moveTo>
                  <a:lnTo>
                    <a:pt x="0" y="36671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71650" y="3752850"/>
              <a:ext cx="2362200" cy="228600"/>
            </a:xfrm>
            <a:custGeom>
              <a:avLst/>
              <a:gdLst/>
              <a:ahLst/>
              <a:cxnLst/>
              <a:rect l="l" t="t" r="r" b="b"/>
              <a:pathLst>
                <a:path w="2362200" h="228600">
                  <a:moveTo>
                    <a:pt x="0" y="109600"/>
                  </a:moveTo>
                  <a:lnTo>
                    <a:pt x="8606" y="66919"/>
                  </a:lnTo>
                  <a:lnTo>
                    <a:pt x="32083" y="32083"/>
                  </a:lnTo>
                  <a:lnTo>
                    <a:pt x="66919" y="8606"/>
                  </a:lnTo>
                  <a:lnTo>
                    <a:pt x="109600" y="0"/>
                  </a:lnTo>
                  <a:lnTo>
                    <a:pt x="152209" y="8606"/>
                  </a:lnTo>
                  <a:lnTo>
                    <a:pt x="187007" y="32083"/>
                  </a:lnTo>
                  <a:lnTo>
                    <a:pt x="210470" y="66919"/>
                  </a:lnTo>
                  <a:lnTo>
                    <a:pt x="219075" y="109600"/>
                  </a:lnTo>
                  <a:lnTo>
                    <a:pt x="210470" y="152198"/>
                  </a:lnTo>
                  <a:lnTo>
                    <a:pt x="187007" y="186997"/>
                  </a:lnTo>
                  <a:lnTo>
                    <a:pt x="152209" y="210467"/>
                  </a:lnTo>
                  <a:lnTo>
                    <a:pt x="109600" y="219075"/>
                  </a:lnTo>
                  <a:lnTo>
                    <a:pt x="66919" y="210467"/>
                  </a:lnTo>
                  <a:lnTo>
                    <a:pt x="32083" y="186997"/>
                  </a:lnTo>
                  <a:lnTo>
                    <a:pt x="8606" y="152198"/>
                  </a:lnTo>
                  <a:lnTo>
                    <a:pt x="0" y="109600"/>
                  </a:lnTo>
                  <a:close/>
                </a:path>
                <a:path w="2362200" h="228600">
                  <a:moveTo>
                    <a:pt x="628650" y="114300"/>
                  </a:moveTo>
                  <a:lnTo>
                    <a:pt x="637256" y="73497"/>
                  </a:lnTo>
                  <a:lnTo>
                    <a:pt x="660733" y="40195"/>
                  </a:lnTo>
                  <a:lnTo>
                    <a:pt x="695569" y="17752"/>
                  </a:lnTo>
                  <a:lnTo>
                    <a:pt x="738251" y="9525"/>
                  </a:lnTo>
                  <a:lnTo>
                    <a:pt x="780859" y="17752"/>
                  </a:lnTo>
                  <a:lnTo>
                    <a:pt x="815657" y="40195"/>
                  </a:lnTo>
                  <a:lnTo>
                    <a:pt x="839120" y="73497"/>
                  </a:lnTo>
                  <a:lnTo>
                    <a:pt x="847725" y="114300"/>
                  </a:lnTo>
                  <a:lnTo>
                    <a:pt x="839120" y="155081"/>
                  </a:lnTo>
                  <a:lnTo>
                    <a:pt x="815657" y="188385"/>
                  </a:lnTo>
                  <a:lnTo>
                    <a:pt x="780859" y="210840"/>
                  </a:lnTo>
                  <a:lnTo>
                    <a:pt x="738251" y="219075"/>
                  </a:lnTo>
                  <a:lnTo>
                    <a:pt x="695569" y="210840"/>
                  </a:lnTo>
                  <a:lnTo>
                    <a:pt x="660733" y="188385"/>
                  </a:lnTo>
                  <a:lnTo>
                    <a:pt x="637256" y="155081"/>
                  </a:lnTo>
                  <a:lnTo>
                    <a:pt x="628650" y="114300"/>
                  </a:lnTo>
                  <a:close/>
                </a:path>
                <a:path w="2362200" h="228600">
                  <a:moveTo>
                    <a:pt x="1009650" y="119125"/>
                  </a:moveTo>
                  <a:lnTo>
                    <a:pt x="1018256" y="76444"/>
                  </a:lnTo>
                  <a:lnTo>
                    <a:pt x="1041733" y="41608"/>
                  </a:lnTo>
                  <a:lnTo>
                    <a:pt x="1076569" y="18131"/>
                  </a:lnTo>
                  <a:lnTo>
                    <a:pt x="1119251" y="9525"/>
                  </a:lnTo>
                  <a:lnTo>
                    <a:pt x="1161859" y="18131"/>
                  </a:lnTo>
                  <a:lnTo>
                    <a:pt x="1196657" y="41608"/>
                  </a:lnTo>
                  <a:lnTo>
                    <a:pt x="1220120" y="76444"/>
                  </a:lnTo>
                  <a:lnTo>
                    <a:pt x="1228725" y="119125"/>
                  </a:lnTo>
                  <a:lnTo>
                    <a:pt x="1220120" y="161723"/>
                  </a:lnTo>
                  <a:lnTo>
                    <a:pt x="1196657" y="196522"/>
                  </a:lnTo>
                  <a:lnTo>
                    <a:pt x="1161859" y="219992"/>
                  </a:lnTo>
                  <a:lnTo>
                    <a:pt x="1119251" y="228600"/>
                  </a:lnTo>
                  <a:lnTo>
                    <a:pt x="1076569" y="219992"/>
                  </a:lnTo>
                  <a:lnTo>
                    <a:pt x="1041733" y="196522"/>
                  </a:lnTo>
                  <a:lnTo>
                    <a:pt x="1018256" y="161723"/>
                  </a:lnTo>
                  <a:lnTo>
                    <a:pt x="1009650" y="119125"/>
                  </a:lnTo>
                  <a:close/>
                </a:path>
                <a:path w="2362200" h="228600">
                  <a:moveTo>
                    <a:pt x="295275" y="109600"/>
                  </a:moveTo>
                  <a:lnTo>
                    <a:pt x="303881" y="66919"/>
                  </a:lnTo>
                  <a:lnTo>
                    <a:pt x="327358" y="32083"/>
                  </a:lnTo>
                  <a:lnTo>
                    <a:pt x="362194" y="8606"/>
                  </a:lnTo>
                  <a:lnTo>
                    <a:pt x="404875" y="0"/>
                  </a:lnTo>
                  <a:lnTo>
                    <a:pt x="447484" y="8606"/>
                  </a:lnTo>
                  <a:lnTo>
                    <a:pt x="482282" y="32083"/>
                  </a:lnTo>
                  <a:lnTo>
                    <a:pt x="505745" y="66919"/>
                  </a:lnTo>
                  <a:lnTo>
                    <a:pt x="514350" y="109600"/>
                  </a:lnTo>
                  <a:lnTo>
                    <a:pt x="505745" y="152198"/>
                  </a:lnTo>
                  <a:lnTo>
                    <a:pt x="482282" y="186997"/>
                  </a:lnTo>
                  <a:lnTo>
                    <a:pt x="447484" y="210467"/>
                  </a:lnTo>
                  <a:lnTo>
                    <a:pt x="404875" y="219075"/>
                  </a:lnTo>
                  <a:lnTo>
                    <a:pt x="362194" y="210467"/>
                  </a:lnTo>
                  <a:lnTo>
                    <a:pt x="327358" y="186997"/>
                  </a:lnTo>
                  <a:lnTo>
                    <a:pt x="303881" y="152198"/>
                  </a:lnTo>
                  <a:lnTo>
                    <a:pt x="295275" y="109600"/>
                  </a:lnTo>
                  <a:close/>
                </a:path>
                <a:path w="2362200" h="228600">
                  <a:moveTo>
                    <a:pt x="2143125" y="119125"/>
                  </a:moveTo>
                  <a:lnTo>
                    <a:pt x="2151731" y="76444"/>
                  </a:lnTo>
                  <a:lnTo>
                    <a:pt x="2175208" y="41608"/>
                  </a:lnTo>
                  <a:lnTo>
                    <a:pt x="2210044" y="18131"/>
                  </a:lnTo>
                  <a:lnTo>
                    <a:pt x="2252726" y="9525"/>
                  </a:lnTo>
                  <a:lnTo>
                    <a:pt x="2295334" y="18131"/>
                  </a:lnTo>
                  <a:lnTo>
                    <a:pt x="2330132" y="41608"/>
                  </a:lnTo>
                  <a:lnTo>
                    <a:pt x="2353595" y="76444"/>
                  </a:lnTo>
                  <a:lnTo>
                    <a:pt x="2362200" y="119125"/>
                  </a:lnTo>
                  <a:lnTo>
                    <a:pt x="2353595" y="161723"/>
                  </a:lnTo>
                  <a:lnTo>
                    <a:pt x="2330132" y="196522"/>
                  </a:lnTo>
                  <a:lnTo>
                    <a:pt x="2295334" y="219992"/>
                  </a:lnTo>
                  <a:lnTo>
                    <a:pt x="2252726" y="228600"/>
                  </a:lnTo>
                  <a:lnTo>
                    <a:pt x="2210044" y="219992"/>
                  </a:lnTo>
                  <a:lnTo>
                    <a:pt x="2175208" y="196522"/>
                  </a:lnTo>
                  <a:lnTo>
                    <a:pt x="2151731" y="161723"/>
                  </a:lnTo>
                  <a:lnTo>
                    <a:pt x="2143125" y="119125"/>
                  </a:lnTo>
                  <a:close/>
                </a:path>
              </a:pathLst>
            </a:custGeom>
            <a:ln w="4127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3303" y="3751326"/>
              <a:ext cx="221742" cy="2216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2427" y="3751326"/>
              <a:ext cx="221742" cy="2216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0317" y="3751326"/>
              <a:ext cx="221742" cy="2216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96411" y="3751326"/>
              <a:ext cx="221614" cy="2216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7647" y="3374390"/>
              <a:ext cx="676465" cy="62769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53376" y="3406711"/>
            <a:ext cx="1299210" cy="8305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90"/>
              </a:spcBef>
            </a:pPr>
            <a:r>
              <a:rPr sz="2000" spc="-10" dirty="0">
                <a:latin typeface="Verdana"/>
                <a:cs typeface="Verdana"/>
              </a:rPr>
              <a:t>benign malignant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77075" y="3552825"/>
            <a:ext cx="219075" cy="219075"/>
          </a:xfrm>
          <a:custGeom>
            <a:avLst/>
            <a:gdLst/>
            <a:ahLst/>
            <a:cxnLst/>
            <a:rect l="l" t="t" r="r" b="b"/>
            <a:pathLst>
              <a:path w="219075" h="219075">
                <a:moveTo>
                  <a:pt x="0" y="109600"/>
                </a:moveTo>
                <a:lnTo>
                  <a:pt x="8606" y="66919"/>
                </a:lnTo>
                <a:lnTo>
                  <a:pt x="32083" y="32083"/>
                </a:lnTo>
                <a:lnTo>
                  <a:pt x="66919" y="8606"/>
                </a:lnTo>
                <a:lnTo>
                  <a:pt x="109600" y="0"/>
                </a:lnTo>
                <a:lnTo>
                  <a:pt x="152209" y="8606"/>
                </a:lnTo>
                <a:lnTo>
                  <a:pt x="187007" y="32083"/>
                </a:lnTo>
                <a:lnTo>
                  <a:pt x="210470" y="66919"/>
                </a:lnTo>
                <a:lnTo>
                  <a:pt x="219075" y="109600"/>
                </a:lnTo>
                <a:lnTo>
                  <a:pt x="210470" y="152209"/>
                </a:lnTo>
                <a:lnTo>
                  <a:pt x="187007" y="187007"/>
                </a:lnTo>
                <a:lnTo>
                  <a:pt x="152209" y="210470"/>
                </a:lnTo>
                <a:lnTo>
                  <a:pt x="109600" y="219075"/>
                </a:lnTo>
                <a:lnTo>
                  <a:pt x="66919" y="210470"/>
                </a:lnTo>
                <a:lnTo>
                  <a:pt x="32083" y="187007"/>
                </a:lnTo>
                <a:lnTo>
                  <a:pt x="8606" y="152209"/>
                </a:lnTo>
                <a:lnTo>
                  <a:pt x="0" y="109600"/>
                </a:lnTo>
                <a:close/>
              </a:path>
            </a:pathLst>
          </a:custGeom>
          <a:ln w="41275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78091" y="3939806"/>
            <a:ext cx="221741" cy="2216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39888" y="773937"/>
            <a:ext cx="885062" cy="275844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390650" y="773430"/>
            <a:ext cx="7438390" cy="2104390"/>
            <a:chOff x="1390650" y="773430"/>
            <a:chExt cx="7438390" cy="2104390"/>
          </a:xfrm>
        </p:grpSpPr>
        <p:sp>
          <p:nvSpPr>
            <p:cNvPr id="20" name="object 20"/>
            <p:cNvSpPr/>
            <p:nvPr/>
          </p:nvSpPr>
          <p:spPr>
            <a:xfrm>
              <a:off x="1390650" y="1095374"/>
              <a:ext cx="5562600" cy="1782445"/>
            </a:xfrm>
            <a:custGeom>
              <a:avLst/>
              <a:gdLst/>
              <a:ahLst/>
              <a:cxnLst/>
              <a:rect l="l" t="t" r="r" b="b"/>
              <a:pathLst>
                <a:path w="5562600" h="1782445">
                  <a:moveTo>
                    <a:pt x="5562600" y="1600200"/>
                  </a:moveTo>
                  <a:lnTo>
                    <a:pt x="5539714" y="1581150"/>
                  </a:lnTo>
                  <a:lnTo>
                    <a:pt x="5430647" y="1490345"/>
                  </a:lnTo>
                  <a:lnTo>
                    <a:pt x="5424030" y="1486750"/>
                  </a:lnTo>
                  <a:lnTo>
                    <a:pt x="5399532" y="1506689"/>
                  </a:lnTo>
                  <a:lnTo>
                    <a:pt x="5401564" y="1513674"/>
                  </a:lnTo>
                  <a:lnTo>
                    <a:pt x="5406263" y="1519555"/>
                  </a:lnTo>
                  <a:lnTo>
                    <a:pt x="5480177" y="1581150"/>
                  </a:lnTo>
                  <a:lnTo>
                    <a:pt x="171450" y="1581150"/>
                  </a:lnTo>
                  <a:lnTo>
                    <a:pt x="171450" y="82296"/>
                  </a:lnTo>
                  <a:lnTo>
                    <a:pt x="233045" y="156210"/>
                  </a:lnTo>
                  <a:lnTo>
                    <a:pt x="238925" y="160972"/>
                  </a:lnTo>
                  <a:lnTo>
                    <a:pt x="245910" y="162991"/>
                  </a:lnTo>
                  <a:lnTo>
                    <a:pt x="253161" y="162229"/>
                  </a:lnTo>
                  <a:lnTo>
                    <a:pt x="259842" y="158623"/>
                  </a:lnTo>
                  <a:lnTo>
                    <a:pt x="264591" y="152742"/>
                  </a:lnTo>
                  <a:lnTo>
                    <a:pt x="266611" y="145757"/>
                  </a:lnTo>
                  <a:lnTo>
                    <a:pt x="265849" y="138506"/>
                  </a:lnTo>
                  <a:lnTo>
                    <a:pt x="262255" y="131826"/>
                  </a:lnTo>
                  <a:lnTo>
                    <a:pt x="177152" y="29718"/>
                  </a:lnTo>
                  <a:lnTo>
                    <a:pt x="152400" y="0"/>
                  </a:lnTo>
                  <a:lnTo>
                    <a:pt x="42545" y="131826"/>
                  </a:lnTo>
                  <a:lnTo>
                    <a:pt x="38938" y="138506"/>
                  </a:lnTo>
                  <a:lnTo>
                    <a:pt x="38176" y="145757"/>
                  </a:lnTo>
                  <a:lnTo>
                    <a:pt x="40195" y="152742"/>
                  </a:lnTo>
                  <a:lnTo>
                    <a:pt x="44958" y="158623"/>
                  </a:lnTo>
                  <a:lnTo>
                    <a:pt x="51625" y="162229"/>
                  </a:lnTo>
                  <a:lnTo>
                    <a:pt x="58877" y="162991"/>
                  </a:lnTo>
                  <a:lnTo>
                    <a:pt x="65862" y="160972"/>
                  </a:lnTo>
                  <a:lnTo>
                    <a:pt x="71755" y="156210"/>
                  </a:lnTo>
                  <a:lnTo>
                    <a:pt x="133350" y="82296"/>
                  </a:lnTo>
                  <a:lnTo>
                    <a:pt x="133350" y="1581150"/>
                  </a:lnTo>
                  <a:lnTo>
                    <a:pt x="0" y="1581150"/>
                  </a:lnTo>
                  <a:lnTo>
                    <a:pt x="0" y="1619250"/>
                  </a:lnTo>
                  <a:lnTo>
                    <a:pt x="133350" y="1619250"/>
                  </a:lnTo>
                  <a:lnTo>
                    <a:pt x="133350" y="1782318"/>
                  </a:lnTo>
                  <a:lnTo>
                    <a:pt x="171450" y="1782318"/>
                  </a:lnTo>
                  <a:lnTo>
                    <a:pt x="171450" y="1619250"/>
                  </a:lnTo>
                  <a:lnTo>
                    <a:pt x="5480177" y="1619250"/>
                  </a:lnTo>
                  <a:lnTo>
                    <a:pt x="5406263" y="1680845"/>
                  </a:lnTo>
                  <a:lnTo>
                    <a:pt x="5401551" y="1686737"/>
                  </a:lnTo>
                  <a:lnTo>
                    <a:pt x="5399532" y="1693722"/>
                  </a:lnTo>
                  <a:lnTo>
                    <a:pt x="5400256" y="1700974"/>
                  </a:lnTo>
                  <a:lnTo>
                    <a:pt x="5403850" y="1707642"/>
                  </a:lnTo>
                  <a:lnTo>
                    <a:pt x="5409743" y="1712404"/>
                  </a:lnTo>
                  <a:lnTo>
                    <a:pt x="5416766" y="1714423"/>
                  </a:lnTo>
                  <a:lnTo>
                    <a:pt x="5424030" y="1713661"/>
                  </a:lnTo>
                  <a:lnTo>
                    <a:pt x="5430647" y="1710055"/>
                  </a:lnTo>
                  <a:lnTo>
                    <a:pt x="5539714" y="1619250"/>
                  </a:lnTo>
                  <a:lnTo>
                    <a:pt x="5562600" y="1600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03950" y="773430"/>
              <a:ext cx="1243975" cy="28079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87931" y="1309751"/>
              <a:ext cx="840981" cy="17856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20678" y="2083054"/>
              <a:ext cx="135136" cy="13322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85404" y="1879600"/>
              <a:ext cx="29700" cy="12687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80958" y="2294890"/>
              <a:ext cx="39681" cy="14325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55097" y="2637409"/>
              <a:ext cx="77833" cy="11099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80700" y="2635250"/>
              <a:ext cx="69924" cy="11264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57236" y="1335659"/>
              <a:ext cx="1371854" cy="146392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00923" y="2644775"/>
              <a:ext cx="78577" cy="1111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74282" y="2666619"/>
              <a:ext cx="90921" cy="9182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007227" y="2651125"/>
              <a:ext cx="74965" cy="8318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14696" y="2644140"/>
              <a:ext cx="96105" cy="1062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25063" y="1395856"/>
              <a:ext cx="104012" cy="13588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99222" y="1438402"/>
              <a:ext cx="117653" cy="12217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58455" y="1438783"/>
              <a:ext cx="116091" cy="11341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09104" y="1443228"/>
              <a:ext cx="109189" cy="11087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98514" y="1436243"/>
              <a:ext cx="116814" cy="137160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350886" y="294513"/>
            <a:ext cx="399542" cy="327660"/>
          </a:xfrm>
          <a:prstGeom prst="rect">
            <a:avLst/>
          </a:prstGeom>
        </p:spPr>
      </p:pic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0" dirty="0"/>
              <a:t>Classification:</a:t>
            </a:r>
            <a:r>
              <a:rPr sz="2700" spc="-150" dirty="0"/>
              <a:t> </a:t>
            </a:r>
            <a:r>
              <a:rPr sz="4050" baseline="1028" dirty="0"/>
              <a:t>Breast</a:t>
            </a:r>
            <a:r>
              <a:rPr sz="4050" spc="-112" baseline="1028" dirty="0"/>
              <a:t> </a:t>
            </a:r>
            <a:r>
              <a:rPr sz="4050" baseline="1028" dirty="0"/>
              <a:t>cancer</a:t>
            </a:r>
            <a:r>
              <a:rPr sz="4050" spc="-225" baseline="1028" dirty="0"/>
              <a:t> </a:t>
            </a:r>
            <a:r>
              <a:rPr sz="4050" spc="-15" baseline="1028" dirty="0"/>
              <a:t>detection</a:t>
            </a:r>
            <a:endParaRPr sz="4050" baseline="1028"/>
          </a:p>
        </p:txBody>
      </p:sp>
      <p:sp>
        <p:nvSpPr>
          <p:cNvPr id="3" name="object 3"/>
          <p:cNvSpPr txBox="1"/>
          <p:nvPr/>
        </p:nvSpPr>
        <p:spPr>
          <a:xfrm>
            <a:off x="1000125" y="2968180"/>
            <a:ext cx="4293235" cy="1192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82470">
              <a:lnSpc>
                <a:spcPct val="126299"/>
              </a:lnSpc>
              <a:spcBef>
                <a:spcPts val="95"/>
              </a:spcBef>
            </a:pPr>
            <a:r>
              <a:rPr sz="2000" spc="-10" dirty="0">
                <a:solidFill>
                  <a:srgbClr val="7030A0"/>
                </a:solidFill>
                <a:latin typeface="Verdana"/>
                <a:cs typeface="Verdana"/>
              </a:rPr>
              <a:t>Classification </a:t>
            </a:r>
            <a:r>
              <a:rPr sz="2000" dirty="0">
                <a:latin typeface="Verdana"/>
                <a:cs typeface="Verdana"/>
              </a:rPr>
              <a:t>predict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7030A0"/>
                </a:solidFill>
                <a:latin typeface="Verdana"/>
                <a:cs typeface="Verdana"/>
              </a:rPr>
              <a:t>categories</a:t>
            </a:r>
            <a:endParaRPr sz="2000">
              <a:latin typeface="Verdana"/>
              <a:cs typeface="Verdana"/>
            </a:endParaRPr>
          </a:p>
          <a:p>
            <a:pPr marL="21590">
              <a:lnSpc>
                <a:spcPct val="100000"/>
              </a:lnSpc>
              <a:spcBef>
                <a:spcPts val="725"/>
              </a:spcBef>
            </a:pPr>
            <a:r>
              <a:rPr sz="2000" dirty="0">
                <a:solidFill>
                  <a:srgbClr val="7030A0"/>
                </a:solidFill>
                <a:latin typeface="Verdana"/>
                <a:cs typeface="Verdana"/>
              </a:rPr>
              <a:t>small</a:t>
            </a:r>
            <a:r>
              <a:rPr sz="2000" spc="-1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7030A0"/>
                </a:solidFill>
                <a:latin typeface="Verdana"/>
                <a:cs typeface="Verdana"/>
              </a:rPr>
              <a:t>number</a:t>
            </a:r>
            <a:r>
              <a:rPr sz="2000" spc="-7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possible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outputs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10025" y="1162050"/>
            <a:ext cx="4722495" cy="367030"/>
            <a:chOff x="4010025" y="1162050"/>
            <a:chExt cx="4722495" cy="3670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11946" y="1221993"/>
              <a:ext cx="221614" cy="22161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8313" y="1221993"/>
              <a:ext cx="221741" cy="2216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0808" y="1221993"/>
              <a:ext cx="221615" cy="2216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3085" y="1221993"/>
              <a:ext cx="221615" cy="22161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29351" y="1204976"/>
              <a:ext cx="1143000" cy="228600"/>
            </a:xfrm>
            <a:custGeom>
              <a:avLst/>
              <a:gdLst/>
              <a:ahLst/>
              <a:cxnLst/>
              <a:rect l="l" t="t" r="r" b="b"/>
              <a:pathLst>
                <a:path w="1143000" h="228600">
                  <a:moveTo>
                    <a:pt x="876300" y="228600"/>
                  </a:moveTo>
                  <a:lnTo>
                    <a:pt x="1009650" y="0"/>
                  </a:lnTo>
                  <a:lnTo>
                    <a:pt x="1143000" y="228600"/>
                  </a:lnTo>
                  <a:lnTo>
                    <a:pt x="876300" y="228600"/>
                  </a:lnTo>
                  <a:close/>
                </a:path>
                <a:path w="1143000" h="228600">
                  <a:moveTo>
                    <a:pt x="333375" y="228600"/>
                  </a:moveTo>
                  <a:lnTo>
                    <a:pt x="466725" y="0"/>
                  </a:lnTo>
                  <a:lnTo>
                    <a:pt x="600075" y="228600"/>
                  </a:lnTo>
                  <a:lnTo>
                    <a:pt x="333375" y="228600"/>
                  </a:lnTo>
                  <a:close/>
                </a:path>
                <a:path w="1143000" h="228600">
                  <a:moveTo>
                    <a:pt x="0" y="228600"/>
                  </a:moveTo>
                  <a:lnTo>
                    <a:pt x="128524" y="0"/>
                  </a:lnTo>
                  <a:lnTo>
                    <a:pt x="257175" y="228600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FF9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52925" y="1209675"/>
              <a:ext cx="2990850" cy="219075"/>
            </a:xfrm>
            <a:custGeom>
              <a:avLst/>
              <a:gdLst/>
              <a:ahLst/>
              <a:cxnLst/>
              <a:rect l="l" t="t" r="r" b="b"/>
              <a:pathLst>
                <a:path w="2990850" h="219075">
                  <a:moveTo>
                    <a:pt x="2771775" y="109474"/>
                  </a:moveTo>
                  <a:lnTo>
                    <a:pt x="2780381" y="66865"/>
                  </a:lnTo>
                  <a:lnTo>
                    <a:pt x="2803858" y="32067"/>
                  </a:lnTo>
                  <a:lnTo>
                    <a:pt x="2838694" y="8604"/>
                  </a:lnTo>
                  <a:lnTo>
                    <a:pt x="2881376" y="0"/>
                  </a:lnTo>
                  <a:lnTo>
                    <a:pt x="2923984" y="8604"/>
                  </a:lnTo>
                  <a:lnTo>
                    <a:pt x="2958782" y="32067"/>
                  </a:lnTo>
                  <a:lnTo>
                    <a:pt x="2982245" y="66865"/>
                  </a:lnTo>
                  <a:lnTo>
                    <a:pt x="2990850" y="109474"/>
                  </a:lnTo>
                  <a:lnTo>
                    <a:pt x="2982245" y="152155"/>
                  </a:lnTo>
                  <a:lnTo>
                    <a:pt x="2958782" y="186991"/>
                  </a:lnTo>
                  <a:lnTo>
                    <a:pt x="2923984" y="210468"/>
                  </a:lnTo>
                  <a:lnTo>
                    <a:pt x="2881376" y="219075"/>
                  </a:lnTo>
                  <a:lnTo>
                    <a:pt x="2838694" y="210468"/>
                  </a:lnTo>
                  <a:lnTo>
                    <a:pt x="2803858" y="186991"/>
                  </a:lnTo>
                  <a:lnTo>
                    <a:pt x="2780381" y="152155"/>
                  </a:lnTo>
                  <a:lnTo>
                    <a:pt x="2771775" y="109474"/>
                  </a:lnTo>
                  <a:close/>
                </a:path>
                <a:path w="2990850" h="219075">
                  <a:moveTo>
                    <a:pt x="2019300" y="109474"/>
                  </a:moveTo>
                  <a:lnTo>
                    <a:pt x="2027906" y="66865"/>
                  </a:lnTo>
                  <a:lnTo>
                    <a:pt x="2051383" y="32067"/>
                  </a:lnTo>
                  <a:lnTo>
                    <a:pt x="2086219" y="8604"/>
                  </a:lnTo>
                  <a:lnTo>
                    <a:pt x="2128901" y="0"/>
                  </a:lnTo>
                  <a:lnTo>
                    <a:pt x="2171509" y="8604"/>
                  </a:lnTo>
                  <a:lnTo>
                    <a:pt x="2206307" y="32067"/>
                  </a:lnTo>
                  <a:lnTo>
                    <a:pt x="2229770" y="66865"/>
                  </a:lnTo>
                  <a:lnTo>
                    <a:pt x="2238375" y="109474"/>
                  </a:lnTo>
                  <a:lnTo>
                    <a:pt x="2229770" y="152155"/>
                  </a:lnTo>
                  <a:lnTo>
                    <a:pt x="2206307" y="186991"/>
                  </a:lnTo>
                  <a:lnTo>
                    <a:pt x="2171509" y="210468"/>
                  </a:lnTo>
                  <a:lnTo>
                    <a:pt x="2128901" y="219075"/>
                  </a:lnTo>
                  <a:lnTo>
                    <a:pt x="2086219" y="210468"/>
                  </a:lnTo>
                  <a:lnTo>
                    <a:pt x="2051383" y="186991"/>
                  </a:lnTo>
                  <a:lnTo>
                    <a:pt x="2027906" y="152155"/>
                  </a:lnTo>
                  <a:lnTo>
                    <a:pt x="2019300" y="109474"/>
                  </a:lnTo>
                  <a:close/>
                </a:path>
                <a:path w="2990850" h="219075">
                  <a:moveTo>
                    <a:pt x="952500" y="109474"/>
                  </a:moveTo>
                  <a:lnTo>
                    <a:pt x="961106" y="66865"/>
                  </a:lnTo>
                  <a:lnTo>
                    <a:pt x="984583" y="32067"/>
                  </a:lnTo>
                  <a:lnTo>
                    <a:pt x="1019419" y="8604"/>
                  </a:lnTo>
                  <a:lnTo>
                    <a:pt x="1062101" y="0"/>
                  </a:lnTo>
                  <a:lnTo>
                    <a:pt x="1104709" y="8604"/>
                  </a:lnTo>
                  <a:lnTo>
                    <a:pt x="1139507" y="32067"/>
                  </a:lnTo>
                  <a:lnTo>
                    <a:pt x="1162970" y="66865"/>
                  </a:lnTo>
                  <a:lnTo>
                    <a:pt x="1171575" y="109474"/>
                  </a:lnTo>
                  <a:lnTo>
                    <a:pt x="1162970" y="152155"/>
                  </a:lnTo>
                  <a:lnTo>
                    <a:pt x="1139507" y="186991"/>
                  </a:lnTo>
                  <a:lnTo>
                    <a:pt x="1104709" y="210468"/>
                  </a:lnTo>
                  <a:lnTo>
                    <a:pt x="1062101" y="219075"/>
                  </a:lnTo>
                  <a:lnTo>
                    <a:pt x="1019419" y="210468"/>
                  </a:lnTo>
                  <a:lnTo>
                    <a:pt x="984583" y="186991"/>
                  </a:lnTo>
                  <a:lnTo>
                    <a:pt x="961106" y="152155"/>
                  </a:lnTo>
                  <a:lnTo>
                    <a:pt x="952500" y="109474"/>
                  </a:lnTo>
                  <a:close/>
                </a:path>
                <a:path w="2990850" h="219075">
                  <a:moveTo>
                    <a:pt x="476250" y="109474"/>
                  </a:moveTo>
                  <a:lnTo>
                    <a:pt x="484856" y="66865"/>
                  </a:lnTo>
                  <a:lnTo>
                    <a:pt x="508333" y="32067"/>
                  </a:lnTo>
                  <a:lnTo>
                    <a:pt x="543169" y="8604"/>
                  </a:lnTo>
                  <a:lnTo>
                    <a:pt x="585851" y="0"/>
                  </a:lnTo>
                  <a:lnTo>
                    <a:pt x="628459" y="8604"/>
                  </a:lnTo>
                  <a:lnTo>
                    <a:pt x="663257" y="32067"/>
                  </a:lnTo>
                  <a:lnTo>
                    <a:pt x="686720" y="66865"/>
                  </a:lnTo>
                  <a:lnTo>
                    <a:pt x="695325" y="109474"/>
                  </a:lnTo>
                  <a:lnTo>
                    <a:pt x="686720" y="152155"/>
                  </a:lnTo>
                  <a:lnTo>
                    <a:pt x="663257" y="186991"/>
                  </a:lnTo>
                  <a:lnTo>
                    <a:pt x="628459" y="210468"/>
                  </a:lnTo>
                  <a:lnTo>
                    <a:pt x="585851" y="219075"/>
                  </a:lnTo>
                  <a:lnTo>
                    <a:pt x="543169" y="210468"/>
                  </a:lnTo>
                  <a:lnTo>
                    <a:pt x="508333" y="186991"/>
                  </a:lnTo>
                  <a:lnTo>
                    <a:pt x="484856" y="152155"/>
                  </a:lnTo>
                  <a:lnTo>
                    <a:pt x="476250" y="109474"/>
                  </a:lnTo>
                  <a:close/>
                </a:path>
                <a:path w="2990850" h="219075">
                  <a:moveTo>
                    <a:pt x="0" y="109474"/>
                  </a:moveTo>
                  <a:lnTo>
                    <a:pt x="8606" y="66865"/>
                  </a:lnTo>
                  <a:lnTo>
                    <a:pt x="32083" y="32067"/>
                  </a:lnTo>
                  <a:lnTo>
                    <a:pt x="66919" y="8604"/>
                  </a:lnTo>
                  <a:lnTo>
                    <a:pt x="109600" y="0"/>
                  </a:lnTo>
                  <a:lnTo>
                    <a:pt x="152209" y="8604"/>
                  </a:lnTo>
                  <a:lnTo>
                    <a:pt x="187007" y="32067"/>
                  </a:lnTo>
                  <a:lnTo>
                    <a:pt x="210470" y="66865"/>
                  </a:lnTo>
                  <a:lnTo>
                    <a:pt x="219075" y="109474"/>
                  </a:lnTo>
                  <a:lnTo>
                    <a:pt x="210470" y="152155"/>
                  </a:lnTo>
                  <a:lnTo>
                    <a:pt x="187007" y="186991"/>
                  </a:lnTo>
                  <a:lnTo>
                    <a:pt x="152209" y="210468"/>
                  </a:lnTo>
                  <a:lnTo>
                    <a:pt x="109600" y="219075"/>
                  </a:lnTo>
                  <a:lnTo>
                    <a:pt x="66919" y="210468"/>
                  </a:lnTo>
                  <a:lnTo>
                    <a:pt x="32083" y="186991"/>
                  </a:lnTo>
                  <a:lnTo>
                    <a:pt x="8606" y="152155"/>
                  </a:lnTo>
                  <a:lnTo>
                    <a:pt x="0" y="109474"/>
                  </a:lnTo>
                  <a:close/>
                </a:path>
              </a:pathLst>
            </a:custGeom>
            <a:ln w="4127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29075" y="1228804"/>
              <a:ext cx="4703445" cy="228600"/>
            </a:xfrm>
            <a:custGeom>
              <a:avLst/>
              <a:gdLst/>
              <a:ahLst/>
              <a:cxnLst/>
              <a:rect l="l" t="t" r="r" b="b"/>
              <a:pathLst>
                <a:path w="4703445" h="228600">
                  <a:moveTo>
                    <a:pt x="4643882" y="114220"/>
                  </a:moveTo>
                  <a:lnTo>
                    <a:pt x="4547108" y="194865"/>
                  </a:lnTo>
                  <a:lnTo>
                    <a:pt x="4542355" y="200749"/>
                  </a:lnTo>
                  <a:lnTo>
                    <a:pt x="4540329" y="207740"/>
                  </a:lnTo>
                  <a:lnTo>
                    <a:pt x="4541089" y="214993"/>
                  </a:lnTo>
                  <a:lnTo>
                    <a:pt x="4544695" y="221662"/>
                  </a:lnTo>
                  <a:lnTo>
                    <a:pt x="4550578" y="226415"/>
                  </a:lnTo>
                  <a:lnTo>
                    <a:pt x="4557569" y="228441"/>
                  </a:lnTo>
                  <a:lnTo>
                    <a:pt x="4564822" y="227681"/>
                  </a:lnTo>
                  <a:lnTo>
                    <a:pt x="4571492" y="224075"/>
                  </a:lnTo>
                  <a:lnTo>
                    <a:pt x="4680458" y="133270"/>
                  </a:lnTo>
                  <a:lnTo>
                    <a:pt x="4673600" y="133270"/>
                  </a:lnTo>
                  <a:lnTo>
                    <a:pt x="4673600" y="128825"/>
                  </a:lnTo>
                  <a:lnTo>
                    <a:pt x="4661408" y="128825"/>
                  </a:lnTo>
                  <a:lnTo>
                    <a:pt x="4643882" y="114220"/>
                  </a:lnTo>
                  <a:close/>
                </a:path>
                <a:path w="4703445" h="228600">
                  <a:moveTo>
                    <a:pt x="4621022" y="95170"/>
                  </a:moveTo>
                  <a:lnTo>
                    <a:pt x="0" y="95170"/>
                  </a:lnTo>
                  <a:lnTo>
                    <a:pt x="0" y="133270"/>
                  </a:lnTo>
                  <a:lnTo>
                    <a:pt x="4621022" y="133270"/>
                  </a:lnTo>
                  <a:lnTo>
                    <a:pt x="4643882" y="114220"/>
                  </a:lnTo>
                  <a:lnTo>
                    <a:pt x="4621022" y="95170"/>
                  </a:lnTo>
                  <a:close/>
                </a:path>
                <a:path w="4703445" h="228600">
                  <a:moveTo>
                    <a:pt x="4680458" y="95170"/>
                  </a:moveTo>
                  <a:lnTo>
                    <a:pt x="4673600" y="95170"/>
                  </a:lnTo>
                  <a:lnTo>
                    <a:pt x="4673600" y="133270"/>
                  </a:lnTo>
                  <a:lnTo>
                    <a:pt x="4680458" y="133270"/>
                  </a:lnTo>
                  <a:lnTo>
                    <a:pt x="4703318" y="114220"/>
                  </a:lnTo>
                  <a:lnTo>
                    <a:pt x="4680458" y="95170"/>
                  </a:lnTo>
                  <a:close/>
                </a:path>
                <a:path w="4703445" h="228600">
                  <a:moveTo>
                    <a:pt x="4661408" y="99615"/>
                  </a:moveTo>
                  <a:lnTo>
                    <a:pt x="4643882" y="114220"/>
                  </a:lnTo>
                  <a:lnTo>
                    <a:pt x="4661408" y="128825"/>
                  </a:lnTo>
                  <a:lnTo>
                    <a:pt x="4661408" y="99615"/>
                  </a:lnTo>
                  <a:close/>
                </a:path>
                <a:path w="4703445" h="228600">
                  <a:moveTo>
                    <a:pt x="4673600" y="99615"/>
                  </a:moveTo>
                  <a:lnTo>
                    <a:pt x="4661408" y="99615"/>
                  </a:lnTo>
                  <a:lnTo>
                    <a:pt x="4661408" y="128825"/>
                  </a:lnTo>
                  <a:lnTo>
                    <a:pt x="4673600" y="128825"/>
                  </a:lnTo>
                  <a:lnTo>
                    <a:pt x="4673600" y="99615"/>
                  </a:lnTo>
                  <a:close/>
                </a:path>
                <a:path w="4703445" h="228600">
                  <a:moveTo>
                    <a:pt x="4557569" y="0"/>
                  </a:moveTo>
                  <a:lnTo>
                    <a:pt x="4550578" y="2026"/>
                  </a:lnTo>
                  <a:lnTo>
                    <a:pt x="4544695" y="6778"/>
                  </a:lnTo>
                  <a:lnTo>
                    <a:pt x="4541089" y="13448"/>
                  </a:lnTo>
                  <a:lnTo>
                    <a:pt x="4540329" y="20700"/>
                  </a:lnTo>
                  <a:lnTo>
                    <a:pt x="4542355" y="27691"/>
                  </a:lnTo>
                  <a:lnTo>
                    <a:pt x="4547108" y="33575"/>
                  </a:lnTo>
                  <a:lnTo>
                    <a:pt x="4643882" y="114220"/>
                  </a:lnTo>
                  <a:lnTo>
                    <a:pt x="4661408" y="99615"/>
                  </a:lnTo>
                  <a:lnTo>
                    <a:pt x="4673600" y="99615"/>
                  </a:lnTo>
                  <a:lnTo>
                    <a:pt x="4673600" y="95170"/>
                  </a:lnTo>
                  <a:lnTo>
                    <a:pt x="4680458" y="95170"/>
                  </a:lnTo>
                  <a:lnTo>
                    <a:pt x="4571492" y="4365"/>
                  </a:lnTo>
                  <a:lnTo>
                    <a:pt x="4564822" y="760"/>
                  </a:lnTo>
                  <a:lnTo>
                    <a:pt x="45575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29075" y="1162050"/>
              <a:ext cx="0" cy="367030"/>
            </a:xfrm>
            <a:custGeom>
              <a:avLst/>
              <a:gdLst/>
              <a:ahLst/>
              <a:cxnLst/>
              <a:rect l="l" t="t" r="r" b="b"/>
              <a:pathLst>
                <a:path h="367030">
                  <a:moveTo>
                    <a:pt x="0" y="0"/>
                  </a:moveTo>
                  <a:lnTo>
                    <a:pt x="0" y="36664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61962" y="1862201"/>
            <a:ext cx="266700" cy="228600"/>
          </a:xfrm>
          <a:custGeom>
            <a:avLst/>
            <a:gdLst/>
            <a:ahLst/>
            <a:cxnLst/>
            <a:rect l="l" t="t" r="r" b="b"/>
            <a:pathLst>
              <a:path w="266700" h="228600">
                <a:moveTo>
                  <a:pt x="0" y="228600"/>
                </a:moveTo>
                <a:lnTo>
                  <a:pt x="133350" y="0"/>
                </a:lnTo>
                <a:lnTo>
                  <a:pt x="266700" y="22860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FF9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64739" y="1389761"/>
            <a:ext cx="774954" cy="30226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92505" y="833243"/>
            <a:ext cx="2202180" cy="1311910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920"/>
              </a:spcBef>
            </a:pPr>
            <a:r>
              <a:rPr sz="2000" spc="-10" dirty="0">
                <a:latin typeface="Verdana"/>
                <a:cs typeface="Verdana"/>
              </a:rPr>
              <a:t>benign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000" spc="-10" dirty="0">
                <a:latin typeface="Verdana"/>
                <a:cs typeface="Verdana"/>
              </a:rPr>
              <a:t>malignant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000" dirty="0">
                <a:latin typeface="Verdana"/>
                <a:cs typeface="Verdana"/>
              </a:rPr>
              <a:t>malignant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4992" y="1435861"/>
            <a:ext cx="221665" cy="221741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495300" y="1000125"/>
            <a:ext cx="219075" cy="219075"/>
          </a:xfrm>
          <a:custGeom>
            <a:avLst/>
            <a:gdLst/>
            <a:ahLst/>
            <a:cxnLst/>
            <a:rect l="l" t="t" r="r" b="b"/>
            <a:pathLst>
              <a:path w="219075" h="219075">
                <a:moveTo>
                  <a:pt x="0" y="109474"/>
                </a:moveTo>
                <a:lnTo>
                  <a:pt x="8608" y="66865"/>
                </a:lnTo>
                <a:lnTo>
                  <a:pt x="32084" y="32067"/>
                </a:lnTo>
                <a:lnTo>
                  <a:pt x="66903" y="8604"/>
                </a:lnTo>
                <a:lnTo>
                  <a:pt x="109537" y="0"/>
                </a:lnTo>
                <a:lnTo>
                  <a:pt x="152171" y="8604"/>
                </a:lnTo>
                <a:lnTo>
                  <a:pt x="186990" y="32067"/>
                </a:lnTo>
                <a:lnTo>
                  <a:pt x="210466" y="66865"/>
                </a:lnTo>
                <a:lnTo>
                  <a:pt x="219075" y="109474"/>
                </a:lnTo>
                <a:lnTo>
                  <a:pt x="210466" y="152155"/>
                </a:lnTo>
                <a:lnTo>
                  <a:pt x="186990" y="186991"/>
                </a:lnTo>
                <a:lnTo>
                  <a:pt x="152171" y="210468"/>
                </a:lnTo>
                <a:lnTo>
                  <a:pt x="109537" y="219075"/>
                </a:lnTo>
                <a:lnTo>
                  <a:pt x="66903" y="210468"/>
                </a:lnTo>
                <a:lnTo>
                  <a:pt x="32084" y="186991"/>
                </a:lnTo>
                <a:lnTo>
                  <a:pt x="8608" y="152155"/>
                </a:lnTo>
                <a:lnTo>
                  <a:pt x="0" y="109474"/>
                </a:lnTo>
                <a:close/>
              </a:path>
            </a:pathLst>
          </a:custGeom>
          <a:ln w="41275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978275" y="1692338"/>
            <a:ext cx="4489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Verdana"/>
                <a:cs typeface="Verdana"/>
              </a:rPr>
              <a:t>0cm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11240" y="1693227"/>
            <a:ext cx="15773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diameter(cm)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54289" y="1692338"/>
            <a:ext cx="5734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0" dirty="0">
                <a:latin typeface="Verdana"/>
                <a:cs typeface="Verdana"/>
              </a:rPr>
              <a:t>10cm</a:t>
            </a:r>
            <a:endParaRPr sz="1550">
              <a:latin typeface="Verdana"/>
              <a:cs typeface="Verdan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72721" y="3479038"/>
            <a:ext cx="344466" cy="1651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21283" y="3479800"/>
            <a:ext cx="324605" cy="22364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27396" y="3435350"/>
            <a:ext cx="611886" cy="23888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0006" y="3404996"/>
            <a:ext cx="987097" cy="27012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96897" y="3452621"/>
            <a:ext cx="214391" cy="158114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7104888" y="3439921"/>
            <a:ext cx="111760" cy="213360"/>
          </a:xfrm>
          <a:custGeom>
            <a:avLst/>
            <a:gdLst/>
            <a:ahLst/>
            <a:cxnLst/>
            <a:rect l="l" t="t" r="r" b="b"/>
            <a:pathLst>
              <a:path w="111759" h="213360">
                <a:moveTo>
                  <a:pt x="19177" y="122301"/>
                </a:moveTo>
                <a:lnTo>
                  <a:pt x="19050" y="116459"/>
                </a:lnTo>
                <a:lnTo>
                  <a:pt x="18923" y="114935"/>
                </a:lnTo>
                <a:lnTo>
                  <a:pt x="18859" y="114046"/>
                </a:lnTo>
                <a:lnTo>
                  <a:pt x="18796" y="107442"/>
                </a:lnTo>
                <a:lnTo>
                  <a:pt x="18618" y="104775"/>
                </a:lnTo>
                <a:lnTo>
                  <a:pt x="17907" y="104775"/>
                </a:lnTo>
                <a:lnTo>
                  <a:pt x="3429" y="104775"/>
                </a:lnTo>
                <a:lnTo>
                  <a:pt x="3060" y="104775"/>
                </a:lnTo>
                <a:lnTo>
                  <a:pt x="3225" y="107442"/>
                </a:lnTo>
                <a:lnTo>
                  <a:pt x="3302" y="114935"/>
                </a:lnTo>
                <a:lnTo>
                  <a:pt x="3479" y="116459"/>
                </a:lnTo>
                <a:lnTo>
                  <a:pt x="3683" y="117221"/>
                </a:lnTo>
                <a:lnTo>
                  <a:pt x="3683" y="122301"/>
                </a:lnTo>
                <a:lnTo>
                  <a:pt x="7112" y="125730"/>
                </a:lnTo>
                <a:lnTo>
                  <a:pt x="15621" y="125730"/>
                </a:lnTo>
                <a:lnTo>
                  <a:pt x="19177" y="122301"/>
                </a:lnTo>
                <a:close/>
              </a:path>
              <a:path w="111759" h="213360">
                <a:moveTo>
                  <a:pt x="34163" y="6858"/>
                </a:moveTo>
                <a:lnTo>
                  <a:pt x="30226" y="1651"/>
                </a:lnTo>
                <a:lnTo>
                  <a:pt x="24511" y="889"/>
                </a:lnTo>
                <a:lnTo>
                  <a:pt x="18923" y="0"/>
                </a:lnTo>
                <a:lnTo>
                  <a:pt x="13589" y="3683"/>
                </a:lnTo>
                <a:lnTo>
                  <a:pt x="11557" y="13462"/>
                </a:lnTo>
                <a:lnTo>
                  <a:pt x="7747" y="31496"/>
                </a:lnTo>
                <a:lnTo>
                  <a:pt x="5969" y="40259"/>
                </a:lnTo>
                <a:lnTo>
                  <a:pt x="889" y="66306"/>
                </a:lnTo>
                <a:lnTo>
                  <a:pt x="762" y="67183"/>
                </a:lnTo>
                <a:lnTo>
                  <a:pt x="0" y="73660"/>
                </a:lnTo>
                <a:lnTo>
                  <a:pt x="127" y="92202"/>
                </a:lnTo>
                <a:lnTo>
                  <a:pt x="635" y="96520"/>
                </a:lnTo>
                <a:lnTo>
                  <a:pt x="1143" y="98806"/>
                </a:lnTo>
                <a:lnTo>
                  <a:pt x="2984" y="103632"/>
                </a:lnTo>
                <a:lnTo>
                  <a:pt x="2921" y="102616"/>
                </a:lnTo>
                <a:lnTo>
                  <a:pt x="3048" y="103200"/>
                </a:lnTo>
                <a:lnTo>
                  <a:pt x="2984" y="103632"/>
                </a:lnTo>
                <a:lnTo>
                  <a:pt x="3149" y="103632"/>
                </a:lnTo>
                <a:lnTo>
                  <a:pt x="18097" y="103632"/>
                </a:lnTo>
                <a:lnTo>
                  <a:pt x="18338" y="103632"/>
                </a:lnTo>
                <a:lnTo>
                  <a:pt x="18529" y="103632"/>
                </a:lnTo>
                <a:lnTo>
                  <a:pt x="18503" y="103200"/>
                </a:lnTo>
                <a:lnTo>
                  <a:pt x="19062" y="101727"/>
                </a:lnTo>
                <a:lnTo>
                  <a:pt x="20193" y="98806"/>
                </a:lnTo>
                <a:lnTo>
                  <a:pt x="20701" y="96520"/>
                </a:lnTo>
                <a:lnTo>
                  <a:pt x="21209" y="92202"/>
                </a:lnTo>
                <a:lnTo>
                  <a:pt x="21336" y="74803"/>
                </a:lnTo>
                <a:lnTo>
                  <a:pt x="21336" y="76022"/>
                </a:lnTo>
                <a:lnTo>
                  <a:pt x="21463" y="74803"/>
                </a:lnTo>
                <a:lnTo>
                  <a:pt x="21983" y="70358"/>
                </a:lnTo>
                <a:lnTo>
                  <a:pt x="22098" y="69481"/>
                </a:lnTo>
                <a:lnTo>
                  <a:pt x="22567" y="67183"/>
                </a:lnTo>
                <a:lnTo>
                  <a:pt x="26924" y="44462"/>
                </a:lnTo>
                <a:lnTo>
                  <a:pt x="31610" y="22098"/>
                </a:lnTo>
                <a:lnTo>
                  <a:pt x="31711" y="21590"/>
                </a:lnTo>
                <a:lnTo>
                  <a:pt x="26924" y="21590"/>
                </a:lnTo>
                <a:lnTo>
                  <a:pt x="26416" y="21590"/>
                </a:lnTo>
                <a:lnTo>
                  <a:pt x="27178" y="21463"/>
                </a:lnTo>
                <a:lnTo>
                  <a:pt x="27940" y="21336"/>
                </a:lnTo>
                <a:lnTo>
                  <a:pt x="31762" y="21336"/>
                </a:lnTo>
                <a:lnTo>
                  <a:pt x="32651" y="17157"/>
                </a:lnTo>
                <a:lnTo>
                  <a:pt x="33147" y="16256"/>
                </a:lnTo>
                <a:lnTo>
                  <a:pt x="33502" y="13614"/>
                </a:lnTo>
                <a:lnTo>
                  <a:pt x="32880" y="16052"/>
                </a:lnTo>
                <a:lnTo>
                  <a:pt x="33350" y="13741"/>
                </a:lnTo>
                <a:lnTo>
                  <a:pt x="33502" y="13614"/>
                </a:lnTo>
                <a:lnTo>
                  <a:pt x="33426" y="13462"/>
                </a:lnTo>
                <a:lnTo>
                  <a:pt x="33604" y="12573"/>
                </a:lnTo>
                <a:lnTo>
                  <a:pt x="33578" y="12103"/>
                </a:lnTo>
                <a:lnTo>
                  <a:pt x="34163" y="6858"/>
                </a:lnTo>
                <a:close/>
              </a:path>
              <a:path w="111759" h="213360">
                <a:moveTo>
                  <a:pt x="111760" y="145288"/>
                </a:moveTo>
                <a:lnTo>
                  <a:pt x="111506" y="143002"/>
                </a:lnTo>
                <a:lnTo>
                  <a:pt x="110070" y="137160"/>
                </a:lnTo>
                <a:lnTo>
                  <a:pt x="109956" y="136652"/>
                </a:lnTo>
                <a:lnTo>
                  <a:pt x="109461" y="134658"/>
                </a:lnTo>
                <a:lnTo>
                  <a:pt x="109855" y="132588"/>
                </a:lnTo>
                <a:lnTo>
                  <a:pt x="109982" y="128778"/>
                </a:lnTo>
                <a:lnTo>
                  <a:pt x="109347" y="126974"/>
                </a:lnTo>
                <a:lnTo>
                  <a:pt x="109347" y="134213"/>
                </a:lnTo>
                <a:lnTo>
                  <a:pt x="108966" y="132588"/>
                </a:lnTo>
                <a:lnTo>
                  <a:pt x="109334" y="134112"/>
                </a:lnTo>
                <a:lnTo>
                  <a:pt x="109347" y="126974"/>
                </a:lnTo>
                <a:lnTo>
                  <a:pt x="106807" y="119761"/>
                </a:lnTo>
                <a:lnTo>
                  <a:pt x="104775" y="114300"/>
                </a:lnTo>
                <a:lnTo>
                  <a:pt x="98679" y="111379"/>
                </a:lnTo>
                <a:lnTo>
                  <a:pt x="87630" y="115189"/>
                </a:lnTo>
                <a:lnTo>
                  <a:pt x="84709" y="121285"/>
                </a:lnTo>
                <a:lnTo>
                  <a:pt x="86614" y="126873"/>
                </a:lnTo>
                <a:lnTo>
                  <a:pt x="89027" y="134112"/>
                </a:lnTo>
                <a:lnTo>
                  <a:pt x="89154" y="134239"/>
                </a:lnTo>
                <a:lnTo>
                  <a:pt x="90004" y="136652"/>
                </a:lnTo>
                <a:lnTo>
                  <a:pt x="90297" y="137160"/>
                </a:lnTo>
                <a:lnTo>
                  <a:pt x="90512" y="138036"/>
                </a:lnTo>
                <a:lnTo>
                  <a:pt x="90525" y="138176"/>
                </a:lnTo>
                <a:lnTo>
                  <a:pt x="92456" y="146481"/>
                </a:lnTo>
                <a:lnTo>
                  <a:pt x="92456" y="150075"/>
                </a:lnTo>
                <a:lnTo>
                  <a:pt x="91567" y="155067"/>
                </a:lnTo>
                <a:lnTo>
                  <a:pt x="90004" y="162560"/>
                </a:lnTo>
                <a:lnTo>
                  <a:pt x="88341" y="167513"/>
                </a:lnTo>
                <a:lnTo>
                  <a:pt x="88265" y="167894"/>
                </a:lnTo>
                <a:lnTo>
                  <a:pt x="83312" y="179451"/>
                </a:lnTo>
                <a:lnTo>
                  <a:pt x="83058" y="180086"/>
                </a:lnTo>
                <a:lnTo>
                  <a:pt x="81407" y="185166"/>
                </a:lnTo>
                <a:lnTo>
                  <a:pt x="81241" y="185585"/>
                </a:lnTo>
                <a:lnTo>
                  <a:pt x="81127" y="185801"/>
                </a:lnTo>
                <a:lnTo>
                  <a:pt x="77508" y="194106"/>
                </a:lnTo>
                <a:lnTo>
                  <a:pt x="78359" y="193167"/>
                </a:lnTo>
                <a:lnTo>
                  <a:pt x="78016" y="193675"/>
                </a:lnTo>
                <a:lnTo>
                  <a:pt x="77508" y="194106"/>
                </a:lnTo>
                <a:lnTo>
                  <a:pt x="75819" y="195961"/>
                </a:lnTo>
                <a:lnTo>
                  <a:pt x="73558" y="198488"/>
                </a:lnTo>
                <a:lnTo>
                  <a:pt x="69723" y="200406"/>
                </a:lnTo>
                <a:lnTo>
                  <a:pt x="68326" y="204724"/>
                </a:lnTo>
                <a:lnTo>
                  <a:pt x="70104" y="208280"/>
                </a:lnTo>
                <a:lnTo>
                  <a:pt x="71882" y="211963"/>
                </a:lnTo>
                <a:lnTo>
                  <a:pt x="91528" y="199517"/>
                </a:lnTo>
                <a:lnTo>
                  <a:pt x="92773" y="197866"/>
                </a:lnTo>
                <a:lnTo>
                  <a:pt x="94869" y="195072"/>
                </a:lnTo>
                <a:lnTo>
                  <a:pt x="96278" y="193167"/>
                </a:lnTo>
                <a:lnTo>
                  <a:pt x="99568" y="188976"/>
                </a:lnTo>
                <a:lnTo>
                  <a:pt x="108597" y="167894"/>
                </a:lnTo>
                <a:lnTo>
                  <a:pt x="108712" y="167513"/>
                </a:lnTo>
                <a:lnTo>
                  <a:pt x="110490" y="158877"/>
                </a:lnTo>
                <a:lnTo>
                  <a:pt x="110490" y="158623"/>
                </a:lnTo>
                <a:lnTo>
                  <a:pt x="111633" y="152908"/>
                </a:lnTo>
                <a:lnTo>
                  <a:pt x="111658" y="151130"/>
                </a:lnTo>
                <a:lnTo>
                  <a:pt x="111721" y="147574"/>
                </a:lnTo>
                <a:lnTo>
                  <a:pt x="111760" y="145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04913" y="3439667"/>
            <a:ext cx="156602" cy="13398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74848" y="2882138"/>
            <a:ext cx="162178" cy="142875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3185160" y="2787776"/>
            <a:ext cx="40640" cy="194310"/>
          </a:xfrm>
          <a:custGeom>
            <a:avLst/>
            <a:gdLst/>
            <a:ahLst/>
            <a:cxnLst/>
            <a:rect l="l" t="t" r="r" b="b"/>
            <a:pathLst>
              <a:path w="40639" h="194310">
                <a:moveTo>
                  <a:pt x="14604" y="0"/>
                </a:moveTo>
                <a:lnTo>
                  <a:pt x="8889" y="1650"/>
                </a:lnTo>
                <a:lnTo>
                  <a:pt x="3301" y="3175"/>
                </a:lnTo>
                <a:lnTo>
                  <a:pt x="0" y="9017"/>
                </a:lnTo>
                <a:lnTo>
                  <a:pt x="1523" y="14731"/>
                </a:lnTo>
                <a:lnTo>
                  <a:pt x="7874" y="37721"/>
                </a:lnTo>
                <a:lnTo>
                  <a:pt x="7939" y="37957"/>
                </a:lnTo>
                <a:lnTo>
                  <a:pt x="9397" y="46481"/>
                </a:lnTo>
                <a:lnTo>
                  <a:pt x="9651" y="47371"/>
                </a:lnTo>
                <a:lnTo>
                  <a:pt x="15817" y="71374"/>
                </a:lnTo>
                <a:lnTo>
                  <a:pt x="16382" y="73152"/>
                </a:lnTo>
                <a:lnTo>
                  <a:pt x="16763" y="75056"/>
                </a:lnTo>
                <a:lnTo>
                  <a:pt x="16543" y="75056"/>
                </a:lnTo>
                <a:lnTo>
                  <a:pt x="17144" y="82168"/>
                </a:lnTo>
                <a:lnTo>
                  <a:pt x="17651" y="89057"/>
                </a:lnTo>
                <a:lnTo>
                  <a:pt x="17693" y="89911"/>
                </a:lnTo>
                <a:lnTo>
                  <a:pt x="17779" y="163956"/>
                </a:lnTo>
                <a:lnTo>
                  <a:pt x="18510" y="172849"/>
                </a:lnTo>
                <a:lnTo>
                  <a:pt x="18571" y="173589"/>
                </a:lnTo>
                <a:lnTo>
                  <a:pt x="18907" y="181991"/>
                </a:lnTo>
                <a:lnTo>
                  <a:pt x="18933" y="182625"/>
                </a:lnTo>
                <a:lnTo>
                  <a:pt x="19050" y="185547"/>
                </a:lnTo>
                <a:lnTo>
                  <a:pt x="20827" y="188468"/>
                </a:lnTo>
                <a:lnTo>
                  <a:pt x="23748" y="190246"/>
                </a:lnTo>
                <a:lnTo>
                  <a:pt x="28794" y="193167"/>
                </a:lnTo>
                <a:lnTo>
                  <a:pt x="29294" y="193167"/>
                </a:lnTo>
                <a:lnTo>
                  <a:pt x="32892" y="193802"/>
                </a:lnTo>
                <a:lnTo>
                  <a:pt x="33824" y="193548"/>
                </a:lnTo>
                <a:lnTo>
                  <a:pt x="34035" y="193548"/>
                </a:lnTo>
                <a:lnTo>
                  <a:pt x="35813" y="193167"/>
                </a:lnTo>
                <a:lnTo>
                  <a:pt x="38100" y="192786"/>
                </a:lnTo>
                <a:lnTo>
                  <a:pt x="39877" y="190881"/>
                </a:lnTo>
                <a:lnTo>
                  <a:pt x="40091" y="188849"/>
                </a:lnTo>
                <a:lnTo>
                  <a:pt x="37591" y="188849"/>
                </a:lnTo>
                <a:lnTo>
                  <a:pt x="32892" y="181991"/>
                </a:lnTo>
                <a:lnTo>
                  <a:pt x="38494" y="181991"/>
                </a:lnTo>
                <a:lnTo>
                  <a:pt x="39172" y="169446"/>
                </a:lnTo>
                <a:lnTo>
                  <a:pt x="39623" y="163956"/>
                </a:lnTo>
                <a:lnTo>
                  <a:pt x="39750" y="145796"/>
                </a:lnTo>
                <a:lnTo>
                  <a:pt x="39750" y="89057"/>
                </a:lnTo>
                <a:lnTo>
                  <a:pt x="38862" y="80391"/>
                </a:lnTo>
                <a:lnTo>
                  <a:pt x="38411" y="75056"/>
                </a:lnTo>
                <a:lnTo>
                  <a:pt x="16763" y="75056"/>
                </a:lnTo>
                <a:lnTo>
                  <a:pt x="16436" y="73780"/>
                </a:lnTo>
                <a:lnTo>
                  <a:pt x="38303" y="73780"/>
                </a:lnTo>
                <a:lnTo>
                  <a:pt x="38100" y="71374"/>
                </a:lnTo>
                <a:lnTo>
                  <a:pt x="37845" y="69596"/>
                </a:lnTo>
                <a:lnTo>
                  <a:pt x="30612" y="41936"/>
                </a:lnTo>
                <a:lnTo>
                  <a:pt x="28828" y="32893"/>
                </a:lnTo>
                <a:lnTo>
                  <a:pt x="22133" y="9017"/>
                </a:lnTo>
                <a:lnTo>
                  <a:pt x="20446" y="3302"/>
                </a:lnTo>
                <a:lnTo>
                  <a:pt x="14604" y="0"/>
                </a:lnTo>
                <a:close/>
              </a:path>
              <a:path w="40639" h="194310">
                <a:moveTo>
                  <a:pt x="32892" y="181991"/>
                </a:moveTo>
                <a:lnTo>
                  <a:pt x="37591" y="188849"/>
                </a:lnTo>
                <a:lnTo>
                  <a:pt x="38241" y="184023"/>
                </a:lnTo>
                <a:lnTo>
                  <a:pt x="38306" y="183540"/>
                </a:lnTo>
                <a:lnTo>
                  <a:pt x="37718" y="182880"/>
                </a:lnTo>
                <a:lnTo>
                  <a:pt x="36956" y="182625"/>
                </a:lnTo>
                <a:lnTo>
                  <a:pt x="35221" y="182625"/>
                </a:lnTo>
                <a:lnTo>
                  <a:pt x="32892" y="181991"/>
                </a:lnTo>
                <a:close/>
              </a:path>
              <a:path w="40639" h="194310">
                <a:moveTo>
                  <a:pt x="38306" y="183540"/>
                </a:moveTo>
                <a:lnTo>
                  <a:pt x="37694" y="188087"/>
                </a:lnTo>
                <a:lnTo>
                  <a:pt x="37591" y="188849"/>
                </a:lnTo>
                <a:lnTo>
                  <a:pt x="40091" y="188849"/>
                </a:lnTo>
                <a:lnTo>
                  <a:pt x="40131" y="188468"/>
                </a:lnTo>
                <a:lnTo>
                  <a:pt x="40258" y="188087"/>
                </a:lnTo>
                <a:lnTo>
                  <a:pt x="40385" y="186562"/>
                </a:lnTo>
                <a:lnTo>
                  <a:pt x="39877" y="185039"/>
                </a:lnTo>
                <a:lnTo>
                  <a:pt x="38734" y="184023"/>
                </a:lnTo>
                <a:lnTo>
                  <a:pt x="38306" y="183540"/>
                </a:lnTo>
                <a:close/>
              </a:path>
              <a:path w="40639" h="194310">
                <a:moveTo>
                  <a:pt x="38515" y="181991"/>
                </a:moveTo>
                <a:lnTo>
                  <a:pt x="33527" y="181991"/>
                </a:lnTo>
                <a:lnTo>
                  <a:pt x="34798" y="182625"/>
                </a:lnTo>
                <a:lnTo>
                  <a:pt x="36956" y="182625"/>
                </a:lnTo>
                <a:lnTo>
                  <a:pt x="37718" y="182880"/>
                </a:lnTo>
                <a:lnTo>
                  <a:pt x="38306" y="183540"/>
                </a:lnTo>
                <a:lnTo>
                  <a:pt x="38429" y="182625"/>
                </a:lnTo>
                <a:lnTo>
                  <a:pt x="38515" y="181991"/>
                </a:lnTo>
                <a:close/>
              </a:path>
              <a:path w="40639" h="194310">
                <a:moveTo>
                  <a:pt x="32850" y="181991"/>
                </a:moveTo>
                <a:lnTo>
                  <a:pt x="35221" y="182625"/>
                </a:lnTo>
                <a:lnTo>
                  <a:pt x="35813" y="182625"/>
                </a:lnTo>
                <a:lnTo>
                  <a:pt x="32850" y="181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93490" y="2863595"/>
            <a:ext cx="380746" cy="11480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003547" y="2813304"/>
            <a:ext cx="978153" cy="2208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03551" y="828675"/>
            <a:ext cx="4288790" cy="2889250"/>
            <a:chOff x="2503551" y="828675"/>
            <a:chExt cx="4288790" cy="2889250"/>
          </a:xfrm>
        </p:grpSpPr>
        <p:sp>
          <p:nvSpPr>
            <p:cNvPr id="3" name="object 3"/>
            <p:cNvSpPr/>
            <p:nvPr/>
          </p:nvSpPr>
          <p:spPr>
            <a:xfrm>
              <a:off x="2676525" y="828674"/>
              <a:ext cx="3446145" cy="2726055"/>
            </a:xfrm>
            <a:custGeom>
              <a:avLst/>
              <a:gdLst/>
              <a:ahLst/>
              <a:cxnLst/>
              <a:rect l="l" t="t" r="r" b="b"/>
              <a:pathLst>
                <a:path w="3446145" h="2726054">
                  <a:moveTo>
                    <a:pt x="3445891" y="2571750"/>
                  </a:moveTo>
                  <a:lnTo>
                    <a:pt x="3423005" y="2552700"/>
                  </a:lnTo>
                  <a:lnTo>
                    <a:pt x="3313938" y="2461895"/>
                  </a:lnTo>
                  <a:lnTo>
                    <a:pt x="3307321" y="2458301"/>
                  </a:lnTo>
                  <a:lnTo>
                    <a:pt x="3282823" y="2478240"/>
                  </a:lnTo>
                  <a:lnTo>
                    <a:pt x="3284855" y="2485225"/>
                  </a:lnTo>
                  <a:lnTo>
                    <a:pt x="3289554" y="2491105"/>
                  </a:lnTo>
                  <a:lnTo>
                    <a:pt x="3363468" y="2552700"/>
                  </a:lnTo>
                  <a:lnTo>
                    <a:pt x="180975" y="2552700"/>
                  </a:lnTo>
                  <a:lnTo>
                    <a:pt x="180975" y="82296"/>
                  </a:lnTo>
                  <a:lnTo>
                    <a:pt x="242570" y="156210"/>
                  </a:lnTo>
                  <a:lnTo>
                    <a:pt x="248450" y="160972"/>
                  </a:lnTo>
                  <a:lnTo>
                    <a:pt x="255435" y="162991"/>
                  </a:lnTo>
                  <a:lnTo>
                    <a:pt x="262686" y="162229"/>
                  </a:lnTo>
                  <a:lnTo>
                    <a:pt x="269367" y="158623"/>
                  </a:lnTo>
                  <a:lnTo>
                    <a:pt x="274116" y="152742"/>
                  </a:lnTo>
                  <a:lnTo>
                    <a:pt x="276136" y="145757"/>
                  </a:lnTo>
                  <a:lnTo>
                    <a:pt x="275374" y="138506"/>
                  </a:lnTo>
                  <a:lnTo>
                    <a:pt x="271780" y="131826"/>
                  </a:lnTo>
                  <a:lnTo>
                    <a:pt x="186690" y="29718"/>
                  </a:lnTo>
                  <a:lnTo>
                    <a:pt x="161925" y="0"/>
                  </a:lnTo>
                  <a:lnTo>
                    <a:pt x="52070" y="131826"/>
                  </a:lnTo>
                  <a:lnTo>
                    <a:pt x="48463" y="138506"/>
                  </a:lnTo>
                  <a:lnTo>
                    <a:pt x="47701" y="145757"/>
                  </a:lnTo>
                  <a:lnTo>
                    <a:pt x="49720" y="152742"/>
                  </a:lnTo>
                  <a:lnTo>
                    <a:pt x="54483" y="158623"/>
                  </a:lnTo>
                  <a:lnTo>
                    <a:pt x="61150" y="162229"/>
                  </a:lnTo>
                  <a:lnTo>
                    <a:pt x="68402" y="162991"/>
                  </a:lnTo>
                  <a:lnTo>
                    <a:pt x="75387" y="160972"/>
                  </a:lnTo>
                  <a:lnTo>
                    <a:pt x="81280" y="156210"/>
                  </a:lnTo>
                  <a:lnTo>
                    <a:pt x="142875" y="82296"/>
                  </a:lnTo>
                  <a:lnTo>
                    <a:pt x="142875" y="2552700"/>
                  </a:lnTo>
                  <a:lnTo>
                    <a:pt x="0" y="2552700"/>
                  </a:lnTo>
                  <a:lnTo>
                    <a:pt x="0" y="2590800"/>
                  </a:lnTo>
                  <a:lnTo>
                    <a:pt x="142875" y="2590800"/>
                  </a:lnTo>
                  <a:lnTo>
                    <a:pt x="142875" y="2725559"/>
                  </a:lnTo>
                  <a:lnTo>
                    <a:pt x="180975" y="2725547"/>
                  </a:lnTo>
                  <a:lnTo>
                    <a:pt x="180975" y="2590800"/>
                  </a:lnTo>
                  <a:lnTo>
                    <a:pt x="3363468" y="2590800"/>
                  </a:lnTo>
                  <a:lnTo>
                    <a:pt x="3289554" y="2652395"/>
                  </a:lnTo>
                  <a:lnTo>
                    <a:pt x="3284855" y="2658287"/>
                  </a:lnTo>
                  <a:lnTo>
                    <a:pt x="3282823" y="2665272"/>
                  </a:lnTo>
                  <a:lnTo>
                    <a:pt x="3283547" y="2672524"/>
                  </a:lnTo>
                  <a:lnTo>
                    <a:pt x="3287141" y="2679204"/>
                  </a:lnTo>
                  <a:lnTo>
                    <a:pt x="3293033" y="2683954"/>
                  </a:lnTo>
                  <a:lnTo>
                    <a:pt x="3300057" y="2685973"/>
                  </a:lnTo>
                  <a:lnTo>
                    <a:pt x="3307321" y="2685211"/>
                  </a:lnTo>
                  <a:lnTo>
                    <a:pt x="3313938" y="2681605"/>
                  </a:lnTo>
                  <a:lnTo>
                    <a:pt x="3423005" y="2590800"/>
                  </a:lnTo>
                  <a:lnTo>
                    <a:pt x="3445891" y="257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3087" y="2865437"/>
              <a:ext cx="250825" cy="2508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6962" y="2827337"/>
              <a:ext cx="250825" cy="250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29000" y="2076450"/>
              <a:ext cx="1390650" cy="1181100"/>
            </a:xfrm>
            <a:custGeom>
              <a:avLst/>
              <a:gdLst/>
              <a:ahLst/>
              <a:cxnLst/>
              <a:rect l="l" t="t" r="r" b="b"/>
              <a:pathLst>
                <a:path w="1390650" h="1181100">
                  <a:moveTo>
                    <a:pt x="0" y="495300"/>
                  </a:moveTo>
                  <a:lnTo>
                    <a:pt x="8606" y="454497"/>
                  </a:lnTo>
                  <a:lnTo>
                    <a:pt x="32083" y="421195"/>
                  </a:lnTo>
                  <a:lnTo>
                    <a:pt x="66919" y="398752"/>
                  </a:lnTo>
                  <a:lnTo>
                    <a:pt x="109600" y="390525"/>
                  </a:lnTo>
                  <a:lnTo>
                    <a:pt x="152209" y="398752"/>
                  </a:lnTo>
                  <a:lnTo>
                    <a:pt x="187007" y="421195"/>
                  </a:lnTo>
                  <a:lnTo>
                    <a:pt x="210470" y="454497"/>
                  </a:lnTo>
                  <a:lnTo>
                    <a:pt x="219075" y="495300"/>
                  </a:lnTo>
                  <a:lnTo>
                    <a:pt x="210470" y="536102"/>
                  </a:lnTo>
                  <a:lnTo>
                    <a:pt x="187007" y="569404"/>
                  </a:lnTo>
                  <a:lnTo>
                    <a:pt x="152209" y="591847"/>
                  </a:lnTo>
                  <a:lnTo>
                    <a:pt x="109600" y="600075"/>
                  </a:lnTo>
                  <a:lnTo>
                    <a:pt x="66919" y="591847"/>
                  </a:lnTo>
                  <a:lnTo>
                    <a:pt x="32083" y="569404"/>
                  </a:lnTo>
                  <a:lnTo>
                    <a:pt x="8606" y="536102"/>
                  </a:lnTo>
                  <a:lnTo>
                    <a:pt x="0" y="495300"/>
                  </a:lnTo>
                  <a:close/>
                </a:path>
                <a:path w="1390650" h="1181100">
                  <a:moveTo>
                    <a:pt x="0" y="109474"/>
                  </a:moveTo>
                  <a:lnTo>
                    <a:pt x="8606" y="66865"/>
                  </a:lnTo>
                  <a:lnTo>
                    <a:pt x="32083" y="32067"/>
                  </a:lnTo>
                  <a:lnTo>
                    <a:pt x="66919" y="8604"/>
                  </a:lnTo>
                  <a:lnTo>
                    <a:pt x="109600" y="0"/>
                  </a:lnTo>
                  <a:lnTo>
                    <a:pt x="152209" y="8604"/>
                  </a:lnTo>
                  <a:lnTo>
                    <a:pt x="187007" y="32067"/>
                  </a:lnTo>
                  <a:lnTo>
                    <a:pt x="210470" y="66865"/>
                  </a:lnTo>
                  <a:lnTo>
                    <a:pt x="219075" y="109474"/>
                  </a:lnTo>
                  <a:lnTo>
                    <a:pt x="210470" y="152155"/>
                  </a:lnTo>
                  <a:lnTo>
                    <a:pt x="187007" y="186991"/>
                  </a:lnTo>
                  <a:lnTo>
                    <a:pt x="152209" y="210468"/>
                  </a:lnTo>
                  <a:lnTo>
                    <a:pt x="109600" y="219075"/>
                  </a:lnTo>
                  <a:lnTo>
                    <a:pt x="66919" y="210468"/>
                  </a:lnTo>
                  <a:lnTo>
                    <a:pt x="32083" y="186991"/>
                  </a:lnTo>
                  <a:lnTo>
                    <a:pt x="8606" y="152155"/>
                  </a:lnTo>
                  <a:lnTo>
                    <a:pt x="0" y="109474"/>
                  </a:lnTo>
                  <a:close/>
                </a:path>
                <a:path w="1390650" h="1181100">
                  <a:moveTo>
                    <a:pt x="466725" y="709549"/>
                  </a:moveTo>
                  <a:lnTo>
                    <a:pt x="475331" y="666940"/>
                  </a:lnTo>
                  <a:lnTo>
                    <a:pt x="498808" y="632142"/>
                  </a:lnTo>
                  <a:lnTo>
                    <a:pt x="533644" y="608679"/>
                  </a:lnTo>
                  <a:lnTo>
                    <a:pt x="576326" y="600075"/>
                  </a:lnTo>
                  <a:lnTo>
                    <a:pt x="618934" y="608679"/>
                  </a:lnTo>
                  <a:lnTo>
                    <a:pt x="653732" y="632142"/>
                  </a:lnTo>
                  <a:lnTo>
                    <a:pt x="677195" y="666940"/>
                  </a:lnTo>
                  <a:lnTo>
                    <a:pt x="685800" y="709549"/>
                  </a:lnTo>
                  <a:lnTo>
                    <a:pt x="677195" y="752230"/>
                  </a:lnTo>
                  <a:lnTo>
                    <a:pt x="653732" y="787066"/>
                  </a:lnTo>
                  <a:lnTo>
                    <a:pt x="618934" y="810543"/>
                  </a:lnTo>
                  <a:lnTo>
                    <a:pt x="576326" y="819150"/>
                  </a:lnTo>
                  <a:lnTo>
                    <a:pt x="533644" y="810543"/>
                  </a:lnTo>
                  <a:lnTo>
                    <a:pt x="498808" y="787066"/>
                  </a:lnTo>
                  <a:lnTo>
                    <a:pt x="475331" y="752230"/>
                  </a:lnTo>
                  <a:lnTo>
                    <a:pt x="466725" y="709549"/>
                  </a:lnTo>
                  <a:close/>
                </a:path>
                <a:path w="1390650" h="1181100">
                  <a:moveTo>
                    <a:pt x="752475" y="1076325"/>
                  </a:moveTo>
                  <a:lnTo>
                    <a:pt x="761081" y="1035522"/>
                  </a:lnTo>
                  <a:lnTo>
                    <a:pt x="784558" y="1002220"/>
                  </a:lnTo>
                  <a:lnTo>
                    <a:pt x="819394" y="979777"/>
                  </a:lnTo>
                  <a:lnTo>
                    <a:pt x="862076" y="971550"/>
                  </a:lnTo>
                  <a:lnTo>
                    <a:pt x="904684" y="979777"/>
                  </a:lnTo>
                  <a:lnTo>
                    <a:pt x="939482" y="1002220"/>
                  </a:lnTo>
                  <a:lnTo>
                    <a:pt x="962945" y="1035522"/>
                  </a:lnTo>
                  <a:lnTo>
                    <a:pt x="971550" y="1076325"/>
                  </a:lnTo>
                  <a:lnTo>
                    <a:pt x="962945" y="1117127"/>
                  </a:lnTo>
                  <a:lnTo>
                    <a:pt x="939482" y="1150429"/>
                  </a:lnTo>
                  <a:lnTo>
                    <a:pt x="904684" y="1172872"/>
                  </a:lnTo>
                  <a:lnTo>
                    <a:pt x="862076" y="1181100"/>
                  </a:lnTo>
                  <a:lnTo>
                    <a:pt x="819394" y="1172872"/>
                  </a:lnTo>
                  <a:lnTo>
                    <a:pt x="784558" y="1150429"/>
                  </a:lnTo>
                  <a:lnTo>
                    <a:pt x="761081" y="1117127"/>
                  </a:lnTo>
                  <a:lnTo>
                    <a:pt x="752475" y="1076325"/>
                  </a:lnTo>
                  <a:close/>
                </a:path>
                <a:path w="1390650" h="1181100">
                  <a:moveTo>
                    <a:pt x="1171575" y="966724"/>
                  </a:moveTo>
                  <a:lnTo>
                    <a:pt x="1180181" y="924115"/>
                  </a:lnTo>
                  <a:lnTo>
                    <a:pt x="1203658" y="889317"/>
                  </a:lnTo>
                  <a:lnTo>
                    <a:pt x="1238494" y="865854"/>
                  </a:lnTo>
                  <a:lnTo>
                    <a:pt x="1281176" y="857250"/>
                  </a:lnTo>
                  <a:lnTo>
                    <a:pt x="1323784" y="865854"/>
                  </a:lnTo>
                  <a:lnTo>
                    <a:pt x="1358582" y="889317"/>
                  </a:lnTo>
                  <a:lnTo>
                    <a:pt x="1382045" y="924115"/>
                  </a:lnTo>
                  <a:lnTo>
                    <a:pt x="1390650" y="966724"/>
                  </a:lnTo>
                  <a:lnTo>
                    <a:pt x="1382045" y="1009405"/>
                  </a:lnTo>
                  <a:lnTo>
                    <a:pt x="1358582" y="1044241"/>
                  </a:lnTo>
                  <a:lnTo>
                    <a:pt x="1323784" y="1067718"/>
                  </a:lnTo>
                  <a:lnTo>
                    <a:pt x="1281176" y="1076325"/>
                  </a:lnTo>
                  <a:lnTo>
                    <a:pt x="1238494" y="1067718"/>
                  </a:lnTo>
                  <a:lnTo>
                    <a:pt x="1203658" y="1044241"/>
                  </a:lnTo>
                  <a:lnTo>
                    <a:pt x="1180181" y="1009405"/>
                  </a:lnTo>
                  <a:lnTo>
                    <a:pt x="1171575" y="966724"/>
                  </a:lnTo>
                  <a:close/>
                </a:path>
                <a:path w="1390650" h="1181100">
                  <a:moveTo>
                    <a:pt x="447675" y="357124"/>
                  </a:moveTo>
                  <a:lnTo>
                    <a:pt x="455902" y="314515"/>
                  </a:lnTo>
                  <a:lnTo>
                    <a:pt x="478345" y="279717"/>
                  </a:lnTo>
                  <a:lnTo>
                    <a:pt x="511647" y="256254"/>
                  </a:lnTo>
                  <a:lnTo>
                    <a:pt x="552450" y="247650"/>
                  </a:lnTo>
                  <a:lnTo>
                    <a:pt x="593252" y="256254"/>
                  </a:lnTo>
                  <a:lnTo>
                    <a:pt x="626554" y="279717"/>
                  </a:lnTo>
                  <a:lnTo>
                    <a:pt x="648997" y="314515"/>
                  </a:lnTo>
                  <a:lnTo>
                    <a:pt x="657225" y="357124"/>
                  </a:lnTo>
                  <a:lnTo>
                    <a:pt x="648997" y="399805"/>
                  </a:lnTo>
                  <a:lnTo>
                    <a:pt x="626554" y="434641"/>
                  </a:lnTo>
                  <a:lnTo>
                    <a:pt x="593252" y="458118"/>
                  </a:lnTo>
                  <a:lnTo>
                    <a:pt x="552450" y="466725"/>
                  </a:lnTo>
                  <a:lnTo>
                    <a:pt x="511647" y="458118"/>
                  </a:lnTo>
                  <a:lnTo>
                    <a:pt x="478345" y="434641"/>
                  </a:lnTo>
                  <a:lnTo>
                    <a:pt x="455902" y="399805"/>
                  </a:lnTo>
                  <a:lnTo>
                    <a:pt x="447675" y="357124"/>
                  </a:lnTo>
                  <a:close/>
                </a:path>
                <a:path w="1390650" h="1181100">
                  <a:moveTo>
                    <a:pt x="1114425" y="499999"/>
                  </a:moveTo>
                  <a:lnTo>
                    <a:pt x="1122652" y="457390"/>
                  </a:lnTo>
                  <a:lnTo>
                    <a:pt x="1145095" y="422592"/>
                  </a:lnTo>
                  <a:lnTo>
                    <a:pt x="1178397" y="399129"/>
                  </a:lnTo>
                  <a:lnTo>
                    <a:pt x="1219200" y="390525"/>
                  </a:lnTo>
                  <a:lnTo>
                    <a:pt x="1260002" y="399129"/>
                  </a:lnTo>
                  <a:lnTo>
                    <a:pt x="1293304" y="422592"/>
                  </a:lnTo>
                  <a:lnTo>
                    <a:pt x="1315747" y="457390"/>
                  </a:lnTo>
                  <a:lnTo>
                    <a:pt x="1323975" y="499999"/>
                  </a:lnTo>
                  <a:lnTo>
                    <a:pt x="1315747" y="542680"/>
                  </a:lnTo>
                  <a:lnTo>
                    <a:pt x="1293304" y="577516"/>
                  </a:lnTo>
                  <a:lnTo>
                    <a:pt x="1260002" y="600993"/>
                  </a:lnTo>
                  <a:lnTo>
                    <a:pt x="1219200" y="609600"/>
                  </a:lnTo>
                  <a:lnTo>
                    <a:pt x="1178397" y="600993"/>
                  </a:lnTo>
                  <a:lnTo>
                    <a:pt x="1145095" y="577516"/>
                  </a:lnTo>
                  <a:lnTo>
                    <a:pt x="1122652" y="542680"/>
                  </a:lnTo>
                  <a:lnTo>
                    <a:pt x="1114425" y="499999"/>
                  </a:lnTo>
                  <a:close/>
                </a:path>
              </a:pathLst>
            </a:custGeom>
            <a:ln w="4127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9362" y="1912937"/>
              <a:ext cx="250825" cy="2508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200525" y="1857375"/>
              <a:ext cx="952500" cy="590550"/>
            </a:xfrm>
            <a:custGeom>
              <a:avLst/>
              <a:gdLst/>
              <a:ahLst/>
              <a:cxnLst/>
              <a:rect l="l" t="t" r="r" b="b"/>
              <a:pathLst>
                <a:path w="952500" h="590550">
                  <a:moveTo>
                    <a:pt x="0" y="480949"/>
                  </a:moveTo>
                  <a:lnTo>
                    <a:pt x="8606" y="438340"/>
                  </a:lnTo>
                  <a:lnTo>
                    <a:pt x="32083" y="403542"/>
                  </a:lnTo>
                  <a:lnTo>
                    <a:pt x="66919" y="380079"/>
                  </a:lnTo>
                  <a:lnTo>
                    <a:pt x="109600" y="371475"/>
                  </a:lnTo>
                  <a:lnTo>
                    <a:pt x="152209" y="380079"/>
                  </a:lnTo>
                  <a:lnTo>
                    <a:pt x="187007" y="403542"/>
                  </a:lnTo>
                  <a:lnTo>
                    <a:pt x="210470" y="438340"/>
                  </a:lnTo>
                  <a:lnTo>
                    <a:pt x="219075" y="480949"/>
                  </a:lnTo>
                  <a:lnTo>
                    <a:pt x="210470" y="523630"/>
                  </a:lnTo>
                  <a:lnTo>
                    <a:pt x="187007" y="558466"/>
                  </a:lnTo>
                  <a:lnTo>
                    <a:pt x="152209" y="581943"/>
                  </a:lnTo>
                  <a:lnTo>
                    <a:pt x="109600" y="590550"/>
                  </a:lnTo>
                  <a:lnTo>
                    <a:pt x="66919" y="581943"/>
                  </a:lnTo>
                  <a:lnTo>
                    <a:pt x="32083" y="558466"/>
                  </a:lnTo>
                  <a:lnTo>
                    <a:pt x="8606" y="523630"/>
                  </a:lnTo>
                  <a:lnTo>
                    <a:pt x="0" y="480949"/>
                  </a:lnTo>
                  <a:close/>
                </a:path>
                <a:path w="952500" h="590550">
                  <a:moveTo>
                    <a:pt x="742950" y="109474"/>
                  </a:moveTo>
                  <a:lnTo>
                    <a:pt x="751177" y="66865"/>
                  </a:lnTo>
                  <a:lnTo>
                    <a:pt x="773620" y="32067"/>
                  </a:lnTo>
                  <a:lnTo>
                    <a:pt x="806922" y="8604"/>
                  </a:lnTo>
                  <a:lnTo>
                    <a:pt x="847725" y="0"/>
                  </a:lnTo>
                  <a:lnTo>
                    <a:pt x="888527" y="8604"/>
                  </a:lnTo>
                  <a:lnTo>
                    <a:pt x="921829" y="32067"/>
                  </a:lnTo>
                  <a:lnTo>
                    <a:pt x="944272" y="66865"/>
                  </a:lnTo>
                  <a:lnTo>
                    <a:pt x="952500" y="109474"/>
                  </a:lnTo>
                  <a:lnTo>
                    <a:pt x="944272" y="152155"/>
                  </a:lnTo>
                  <a:lnTo>
                    <a:pt x="921829" y="186991"/>
                  </a:lnTo>
                  <a:lnTo>
                    <a:pt x="888527" y="210468"/>
                  </a:lnTo>
                  <a:lnTo>
                    <a:pt x="847725" y="219075"/>
                  </a:lnTo>
                  <a:lnTo>
                    <a:pt x="806922" y="210468"/>
                  </a:lnTo>
                  <a:lnTo>
                    <a:pt x="773620" y="186991"/>
                  </a:lnTo>
                  <a:lnTo>
                    <a:pt x="751177" y="152155"/>
                  </a:lnTo>
                  <a:lnTo>
                    <a:pt x="742950" y="109474"/>
                  </a:lnTo>
                  <a:close/>
                </a:path>
              </a:pathLst>
            </a:custGeom>
            <a:ln w="4127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9630" y="2556255"/>
              <a:ext cx="221615" cy="2216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24706" y="1547622"/>
              <a:ext cx="221615" cy="22161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9539" y="1689735"/>
              <a:ext cx="365378" cy="44564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9655" y="2117471"/>
              <a:ext cx="221615" cy="22174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96638" y="1435226"/>
              <a:ext cx="221614" cy="22161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70830" y="2419096"/>
              <a:ext cx="221615" cy="22174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08194" y="2151380"/>
              <a:ext cx="221614" cy="22174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49367" y="1914397"/>
              <a:ext cx="196850" cy="196215"/>
            </a:xfrm>
            <a:custGeom>
              <a:avLst/>
              <a:gdLst/>
              <a:ahLst/>
              <a:cxnLst/>
              <a:rect l="l" t="t" r="r" b="b"/>
              <a:pathLst>
                <a:path w="196850" h="196214">
                  <a:moveTo>
                    <a:pt x="14350" y="0"/>
                  </a:moveTo>
                  <a:lnTo>
                    <a:pt x="1778" y="12318"/>
                  </a:lnTo>
                  <a:lnTo>
                    <a:pt x="85725" y="98043"/>
                  </a:lnTo>
                  <a:lnTo>
                    <a:pt x="0" y="181990"/>
                  </a:lnTo>
                  <a:lnTo>
                    <a:pt x="12319" y="194563"/>
                  </a:lnTo>
                  <a:lnTo>
                    <a:pt x="98044" y="110616"/>
                  </a:lnTo>
                  <a:lnTo>
                    <a:pt x="181991" y="196214"/>
                  </a:lnTo>
                  <a:lnTo>
                    <a:pt x="194563" y="183895"/>
                  </a:lnTo>
                  <a:lnTo>
                    <a:pt x="110617" y="98297"/>
                  </a:lnTo>
                  <a:lnTo>
                    <a:pt x="196342" y="14224"/>
                  </a:lnTo>
                  <a:lnTo>
                    <a:pt x="183896" y="1650"/>
                  </a:lnTo>
                  <a:lnTo>
                    <a:pt x="98298" y="85597"/>
                  </a:lnTo>
                  <a:lnTo>
                    <a:pt x="143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49367" y="1914397"/>
              <a:ext cx="196850" cy="196215"/>
            </a:xfrm>
            <a:custGeom>
              <a:avLst/>
              <a:gdLst/>
              <a:ahLst/>
              <a:cxnLst/>
              <a:rect l="l" t="t" r="r" b="b"/>
              <a:pathLst>
                <a:path w="196850" h="196214">
                  <a:moveTo>
                    <a:pt x="14350" y="0"/>
                  </a:moveTo>
                  <a:lnTo>
                    <a:pt x="98298" y="85597"/>
                  </a:lnTo>
                  <a:lnTo>
                    <a:pt x="183896" y="1650"/>
                  </a:lnTo>
                  <a:lnTo>
                    <a:pt x="196342" y="14224"/>
                  </a:lnTo>
                  <a:lnTo>
                    <a:pt x="110617" y="98297"/>
                  </a:lnTo>
                  <a:lnTo>
                    <a:pt x="194563" y="183895"/>
                  </a:lnTo>
                  <a:lnTo>
                    <a:pt x="181991" y="196214"/>
                  </a:lnTo>
                  <a:lnTo>
                    <a:pt x="98044" y="110616"/>
                  </a:lnTo>
                  <a:lnTo>
                    <a:pt x="12319" y="194563"/>
                  </a:lnTo>
                  <a:lnTo>
                    <a:pt x="0" y="181990"/>
                  </a:lnTo>
                  <a:lnTo>
                    <a:pt x="85725" y="98043"/>
                  </a:lnTo>
                  <a:lnTo>
                    <a:pt x="1778" y="12318"/>
                  </a:lnTo>
                  <a:lnTo>
                    <a:pt x="14350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20945" y="1608836"/>
              <a:ext cx="221614" cy="22174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06594" y="1187450"/>
              <a:ext cx="221614" cy="22161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23967" y="1406270"/>
              <a:ext cx="221742" cy="22161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464048" y="1696211"/>
              <a:ext cx="196215" cy="196215"/>
            </a:xfrm>
            <a:custGeom>
              <a:avLst/>
              <a:gdLst/>
              <a:ahLst/>
              <a:cxnLst/>
              <a:rect l="l" t="t" r="r" b="b"/>
              <a:pathLst>
                <a:path w="196214" h="196214">
                  <a:moveTo>
                    <a:pt x="14224" y="0"/>
                  </a:moveTo>
                  <a:lnTo>
                    <a:pt x="1650" y="12318"/>
                  </a:lnTo>
                  <a:lnTo>
                    <a:pt x="85598" y="97916"/>
                  </a:lnTo>
                  <a:lnTo>
                    <a:pt x="0" y="181990"/>
                  </a:lnTo>
                  <a:lnTo>
                    <a:pt x="12318" y="194563"/>
                  </a:lnTo>
                  <a:lnTo>
                    <a:pt x="97916" y="110616"/>
                  </a:lnTo>
                  <a:lnTo>
                    <a:pt x="181990" y="196214"/>
                  </a:lnTo>
                  <a:lnTo>
                    <a:pt x="194563" y="183896"/>
                  </a:lnTo>
                  <a:lnTo>
                    <a:pt x="110489" y="98171"/>
                  </a:lnTo>
                  <a:lnTo>
                    <a:pt x="196214" y="14224"/>
                  </a:lnTo>
                  <a:lnTo>
                    <a:pt x="183896" y="1650"/>
                  </a:lnTo>
                  <a:lnTo>
                    <a:pt x="98171" y="85598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64048" y="1696211"/>
              <a:ext cx="196215" cy="196215"/>
            </a:xfrm>
            <a:custGeom>
              <a:avLst/>
              <a:gdLst/>
              <a:ahLst/>
              <a:cxnLst/>
              <a:rect l="l" t="t" r="r" b="b"/>
              <a:pathLst>
                <a:path w="196214" h="196214">
                  <a:moveTo>
                    <a:pt x="14224" y="0"/>
                  </a:moveTo>
                  <a:lnTo>
                    <a:pt x="98171" y="85598"/>
                  </a:lnTo>
                  <a:lnTo>
                    <a:pt x="183896" y="1650"/>
                  </a:lnTo>
                  <a:lnTo>
                    <a:pt x="196214" y="14224"/>
                  </a:lnTo>
                  <a:lnTo>
                    <a:pt x="110489" y="98171"/>
                  </a:lnTo>
                  <a:lnTo>
                    <a:pt x="194563" y="183896"/>
                  </a:lnTo>
                  <a:lnTo>
                    <a:pt x="181990" y="196214"/>
                  </a:lnTo>
                  <a:lnTo>
                    <a:pt x="97916" y="110616"/>
                  </a:lnTo>
                  <a:lnTo>
                    <a:pt x="12318" y="194563"/>
                  </a:lnTo>
                  <a:lnTo>
                    <a:pt x="0" y="181990"/>
                  </a:lnTo>
                  <a:lnTo>
                    <a:pt x="85598" y="97916"/>
                  </a:lnTo>
                  <a:lnTo>
                    <a:pt x="1650" y="12318"/>
                  </a:lnTo>
                  <a:lnTo>
                    <a:pt x="14224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78014" y="1260601"/>
              <a:ext cx="2534920" cy="2159000"/>
            </a:xfrm>
            <a:custGeom>
              <a:avLst/>
              <a:gdLst/>
              <a:ahLst/>
              <a:cxnLst/>
              <a:rect l="l" t="t" r="r" b="b"/>
              <a:pathLst>
                <a:path w="2534920" h="2159000">
                  <a:moveTo>
                    <a:pt x="2507432" y="2152650"/>
                  </a:moveTo>
                  <a:lnTo>
                    <a:pt x="2507379" y="2153708"/>
                  </a:lnTo>
                  <a:lnTo>
                    <a:pt x="2507716" y="2158511"/>
                  </a:lnTo>
                  <a:lnTo>
                    <a:pt x="2507750" y="2159000"/>
                  </a:lnTo>
                  <a:lnTo>
                    <a:pt x="2508385" y="2159000"/>
                  </a:lnTo>
                  <a:lnTo>
                    <a:pt x="2508261" y="2155910"/>
                  </a:lnTo>
                  <a:lnTo>
                    <a:pt x="2507718" y="2153708"/>
                  </a:lnTo>
                  <a:lnTo>
                    <a:pt x="2507501" y="2152904"/>
                  </a:lnTo>
                  <a:lnTo>
                    <a:pt x="2507432" y="2152650"/>
                  </a:lnTo>
                  <a:close/>
                </a:path>
                <a:path w="2534920" h="2159000">
                  <a:moveTo>
                    <a:pt x="2508272" y="2155910"/>
                  </a:moveTo>
                  <a:lnTo>
                    <a:pt x="2508385" y="2159000"/>
                  </a:lnTo>
                  <a:lnTo>
                    <a:pt x="2508766" y="2159000"/>
                  </a:lnTo>
                  <a:lnTo>
                    <a:pt x="2508272" y="2155910"/>
                  </a:lnTo>
                  <a:close/>
                </a:path>
                <a:path w="2534920" h="2159000">
                  <a:moveTo>
                    <a:pt x="2508313" y="2155910"/>
                  </a:moveTo>
                  <a:lnTo>
                    <a:pt x="2508693" y="2158511"/>
                  </a:lnTo>
                  <a:lnTo>
                    <a:pt x="2508766" y="2159000"/>
                  </a:lnTo>
                  <a:lnTo>
                    <a:pt x="2509020" y="2159000"/>
                  </a:lnTo>
                  <a:lnTo>
                    <a:pt x="2509010" y="2158511"/>
                  </a:lnTo>
                  <a:lnTo>
                    <a:pt x="2508313" y="2155910"/>
                  </a:lnTo>
                  <a:close/>
                </a:path>
                <a:path w="2534920" h="2159000">
                  <a:moveTo>
                    <a:pt x="2509054" y="2155910"/>
                  </a:moveTo>
                  <a:lnTo>
                    <a:pt x="2509015" y="2158511"/>
                  </a:lnTo>
                  <a:lnTo>
                    <a:pt x="2509147" y="2159000"/>
                  </a:lnTo>
                  <a:lnTo>
                    <a:pt x="2510290" y="2159000"/>
                  </a:lnTo>
                  <a:lnTo>
                    <a:pt x="2509054" y="2155910"/>
                  </a:lnTo>
                  <a:close/>
                </a:path>
                <a:path w="2534920" h="2159000">
                  <a:moveTo>
                    <a:pt x="2508861" y="2149474"/>
                  </a:moveTo>
                  <a:lnTo>
                    <a:pt x="2508963" y="2152014"/>
                  </a:lnTo>
                  <a:lnTo>
                    <a:pt x="2510197" y="2158511"/>
                  </a:lnTo>
                  <a:lnTo>
                    <a:pt x="2510290" y="2159000"/>
                  </a:lnTo>
                  <a:lnTo>
                    <a:pt x="2510671" y="2159000"/>
                  </a:lnTo>
                  <a:lnTo>
                    <a:pt x="2509440" y="2150207"/>
                  </a:lnTo>
                  <a:lnTo>
                    <a:pt x="2508861" y="2149474"/>
                  </a:lnTo>
                  <a:close/>
                </a:path>
                <a:path w="2534920" h="2159000">
                  <a:moveTo>
                    <a:pt x="2509469" y="2150207"/>
                  </a:moveTo>
                  <a:lnTo>
                    <a:pt x="2509593" y="2151303"/>
                  </a:lnTo>
                  <a:lnTo>
                    <a:pt x="2510603" y="2158511"/>
                  </a:lnTo>
                  <a:lnTo>
                    <a:pt x="2510671" y="2159000"/>
                  </a:lnTo>
                  <a:lnTo>
                    <a:pt x="2516767" y="2159000"/>
                  </a:lnTo>
                  <a:lnTo>
                    <a:pt x="2509469" y="2150207"/>
                  </a:lnTo>
                  <a:close/>
                </a:path>
                <a:path w="2534920" h="2159000">
                  <a:moveTo>
                    <a:pt x="2526514" y="2145242"/>
                  </a:moveTo>
                  <a:lnTo>
                    <a:pt x="2508745" y="2145242"/>
                  </a:lnTo>
                  <a:lnTo>
                    <a:pt x="2508870" y="2146300"/>
                  </a:lnTo>
                  <a:lnTo>
                    <a:pt x="2508992" y="2147711"/>
                  </a:lnTo>
                  <a:lnTo>
                    <a:pt x="2509469" y="2150207"/>
                  </a:lnTo>
                  <a:lnTo>
                    <a:pt x="2516767" y="2159000"/>
                  </a:lnTo>
                  <a:lnTo>
                    <a:pt x="2534420" y="2159000"/>
                  </a:lnTo>
                  <a:lnTo>
                    <a:pt x="2534420" y="2146300"/>
                  </a:lnTo>
                  <a:lnTo>
                    <a:pt x="2526800" y="2146300"/>
                  </a:lnTo>
                  <a:lnTo>
                    <a:pt x="2526514" y="2145242"/>
                  </a:lnTo>
                  <a:close/>
                </a:path>
                <a:path w="2534920" h="2159000">
                  <a:moveTo>
                    <a:pt x="2508173" y="2153708"/>
                  </a:moveTo>
                  <a:lnTo>
                    <a:pt x="2508313" y="2155910"/>
                  </a:lnTo>
                  <a:lnTo>
                    <a:pt x="2509015" y="2158511"/>
                  </a:lnTo>
                  <a:lnTo>
                    <a:pt x="2508958" y="2155910"/>
                  </a:lnTo>
                  <a:lnTo>
                    <a:pt x="2508173" y="2153708"/>
                  </a:lnTo>
                  <a:close/>
                </a:path>
                <a:path w="2534920" h="2159000">
                  <a:moveTo>
                    <a:pt x="2509083" y="2152650"/>
                  </a:moveTo>
                  <a:lnTo>
                    <a:pt x="2509054" y="2155910"/>
                  </a:lnTo>
                  <a:lnTo>
                    <a:pt x="2510095" y="2158511"/>
                  </a:lnTo>
                  <a:lnTo>
                    <a:pt x="2509703" y="2155910"/>
                  </a:lnTo>
                  <a:lnTo>
                    <a:pt x="2509132" y="2152904"/>
                  </a:lnTo>
                  <a:lnTo>
                    <a:pt x="2509083" y="2152650"/>
                  </a:lnTo>
                  <a:close/>
                </a:path>
                <a:path w="2534920" h="2159000">
                  <a:moveTo>
                    <a:pt x="2507960" y="2148389"/>
                  </a:moveTo>
                  <a:lnTo>
                    <a:pt x="2508077" y="2151303"/>
                  </a:lnTo>
                  <a:lnTo>
                    <a:pt x="2508173" y="2153708"/>
                  </a:lnTo>
                  <a:lnTo>
                    <a:pt x="2509054" y="2155910"/>
                  </a:lnTo>
                  <a:lnTo>
                    <a:pt x="2508914" y="2153708"/>
                  </a:lnTo>
                  <a:lnTo>
                    <a:pt x="2508827" y="2151303"/>
                  </a:lnTo>
                  <a:lnTo>
                    <a:pt x="2508480" y="2149474"/>
                  </a:lnTo>
                  <a:lnTo>
                    <a:pt x="2508367" y="2148879"/>
                  </a:lnTo>
                  <a:lnTo>
                    <a:pt x="2507960" y="2148389"/>
                  </a:lnTo>
                  <a:close/>
                </a:path>
                <a:path w="2534920" h="2159000">
                  <a:moveTo>
                    <a:pt x="2507001" y="2147233"/>
                  </a:moveTo>
                  <a:lnTo>
                    <a:pt x="2507611" y="2151303"/>
                  </a:lnTo>
                  <a:lnTo>
                    <a:pt x="2507694" y="2151856"/>
                  </a:lnTo>
                  <a:lnTo>
                    <a:pt x="2507813" y="2152650"/>
                  </a:lnTo>
                  <a:lnTo>
                    <a:pt x="2507852" y="2152904"/>
                  </a:lnTo>
                  <a:lnTo>
                    <a:pt x="2508173" y="2153708"/>
                  </a:lnTo>
                  <a:lnTo>
                    <a:pt x="2508077" y="2151303"/>
                  </a:lnTo>
                  <a:lnTo>
                    <a:pt x="2507960" y="2148389"/>
                  </a:lnTo>
                  <a:lnTo>
                    <a:pt x="2507001" y="2147233"/>
                  </a:lnTo>
                  <a:close/>
                </a:path>
                <a:path w="2534920" h="2159000">
                  <a:moveTo>
                    <a:pt x="2507147" y="2148879"/>
                  </a:moveTo>
                  <a:lnTo>
                    <a:pt x="2507211" y="2151303"/>
                  </a:lnTo>
                  <a:lnTo>
                    <a:pt x="2507750" y="2152650"/>
                  </a:lnTo>
                  <a:lnTo>
                    <a:pt x="2507359" y="2150207"/>
                  </a:lnTo>
                  <a:lnTo>
                    <a:pt x="2507242" y="2149474"/>
                  </a:lnTo>
                  <a:lnTo>
                    <a:pt x="2507147" y="2148879"/>
                  </a:lnTo>
                  <a:close/>
                </a:path>
                <a:path w="2534920" h="2159000">
                  <a:moveTo>
                    <a:pt x="2506773" y="2150207"/>
                  </a:moveTo>
                  <a:lnTo>
                    <a:pt x="2507069" y="2151303"/>
                  </a:lnTo>
                  <a:lnTo>
                    <a:pt x="2507130" y="2151529"/>
                  </a:lnTo>
                  <a:lnTo>
                    <a:pt x="2507211" y="2151303"/>
                  </a:lnTo>
                  <a:lnTo>
                    <a:pt x="2506773" y="2150207"/>
                  </a:lnTo>
                  <a:close/>
                </a:path>
                <a:path w="2534920" h="2159000">
                  <a:moveTo>
                    <a:pt x="2508367" y="2148879"/>
                  </a:moveTo>
                  <a:lnTo>
                    <a:pt x="2508827" y="2151303"/>
                  </a:lnTo>
                  <a:lnTo>
                    <a:pt x="2508829" y="2149474"/>
                  </a:lnTo>
                  <a:lnTo>
                    <a:pt x="2508367" y="2148879"/>
                  </a:lnTo>
                  <a:close/>
                </a:path>
                <a:path w="2534920" h="2159000">
                  <a:moveTo>
                    <a:pt x="2508992" y="2147711"/>
                  </a:moveTo>
                  <a:lnTo>
                    <a:pt x="2508874" y="2148389"/>
                  </a:lnTo>
                  <a:lnTo>
                    <a:pt x="2508861" y="2149474"/>
                  </a:lnTo>
                  <a:lnTo>
                    <a:pt x="2509469" y="2150207"/>
                  </a:lnTo>
                  <a:lnTo>
                    <a:pt x="2509310" y="2149474"/>
                  </a:lnTo>
                  <a:lnTo>
                    <a:pt x="2509203" y="2148879"/>
                  </a:lnTo>
                  <a:lnTo>
                    <a:pt x="2509114" y="2148389"/>
                  </a:lnTo>
                  <a:lnTo>
                    <a:pt x="2508992" y="2147711"/>
                  </a:lnTo>
                  <a:close/>
                </a:path>
                <a:path w="2534920" h="2159000">
                  <a:moveTo>
                    <a:pt x="2505718" y="2146300"/>
                  </a:moveTo>
                  <a:lnTo>
                    <a:pt x="2505210" y="2146300"/>
                  </a:lnTo>
                  <a:lnTo>
                    <a:pt x="2506480" y="2149474"/>
                  </a:lnTo>
                  <a:lnTo>
                    <a:pt x="2506414" y="2148879"/>
                  </a:lnTo>
                  <a:lnTo>
                    <a:pt x="2505773" y="2146505"/>
                  </a:lnTo>
                  <a:lnTo>
                    <a:pt x="2505718" y="2146300"/>
                  </a:lnTo>
                  <a:close/>
                </a:path>
                <a:path w="2534920" h="2159000">
                  <a:moveTo>
                    <a:pt x="2507916" y="2146505"/>
                  </a:moveTo>
                  <a:lnTo>
                    <a:pt x="2507960" y="2148389"/>
                  </a:lnTo>
                  <a:lnTo>
                    <a:pt x="2508367" y="2148879"/>
                  </a:lnTo>
                  <a:lnTo>
                    <a:pt x="2507916" y="2146505"/>
                  </a:lnTo>
                  <a:close/>
                </a:path>
                <a:path w="2534920" h="2159000">
                  <a:moveTo>
                    <a:pt x="2506734" y="2146300"/>
                  </a:moveTo>
                  <a:lnTo>
                    <a:pt x="2506226" y="2146300"/>
                  </a:lnTo>
                  <a:lnTo>
                    <a:pt x="2507001" y="2147233"/>
                  </a:lnTo>
                  <a:lnTo>
                    <a:pt x="2506767" y="2146505"/>
                  </a:lnTo>
                  <a:lnTo>
                    <a:pt x="2506734" y="2146300"/>
                  </a:lnTo>
                  <a:close/>
                </a:path>
                <a:path w="2534920" h="2159000">
                  <a:moveTo>
                    <a:pt x="2523371" y="2133600"/>
                  </a:moveTo>
                  <a:lnTo>
                    <a:pt x="2498860" y="2133600"/>
                  </a:lnTo>
                  <a:lnTo>
                    <a:pt x="2500765" y="2146300"/>
                  </a:lnTo>
                  <a:lnTo>
                    <a:pt x="2508766" y="2146300"/>
                  </a:lnTo>
                  <a:lnTo>
                    <a:pt x="2508745" y="2145242"/>
                  </a:lnTo>
                  <a:lnTo>
                    <a:pt x="2526514" y="2145242"/>
                  </a:lnTo>
                  <a:lnTo>
                    <a:pt x="2523371" y="2133600"/>
                  </a:lnTo>
                  <a:close/>
                </a:path>
                <a:path w="2534920" h="2159000">
                  <a:moveTo>
                    <a:pt x="2524133" y="2133600"/>
                  </a:moveTo>
                  <a:lnTo>
                    <a:pt x="2523371" y="2133600"/>
                  </a:lnTo>
                  <a:lnTo>
                    <a:pt x="2526800" y="2146300"/>
                  </a:lnTo>
                  <a:lnTo>
                    <a:pt x="2526827" y="2143578"/>
                  </a:lnTo>
                  <a:lnTo>
                    <a:pt x="2524133" y="2133600"/>
                  </a:lnTo>
                  <a:close/>
                </a:path>
                <a:path w="2534920" h="2159000">
                  <a:moveTo>
                    <a:pt x="2526827" y="2143578"/>
                  </a:moveTo>
                  <a:lnTo>
                    <a:pt x="2526800" y="2146300"/>
                  </a:lnTo>
                  <a:lnTo>
                    <a:pt x="2527562" y="2146300"/>
                  </a:lnTo>
                  <a:lnTo>
                    <a:pt x="2526827" y="2143578"/>
                  </a:lnTo>
                  <a:close/>
                </a:path>
                <a:path w="2534920" h="2159000">
                  <a:moveTo>
                    <a:pt x="2527562" y="2133600"/>
                  </a:moveTo>
                  <a:lnTo>
                    <a:pt x="2526927" y="2133600"/>
                  </a:lnTo>
                  <a:lnTo>
                    <a:pt x="2526827" y="2143578"/>
                  </a:lnTo>
                  <a:lnTo>
                    <a:pt x="2527562" y="2146300"/>
                  </a:lnTo>
                  <a:lnTo>
                    <a:pt x="2527562" y="2133600"/>
                  </a:lnTo>
                  <a:close/>
                </a:path>
                <a:path w="2534920" h="2159000">
                  <a:moveTo>
                    <a:pt x="2527689" y="2133600"/>
                  </a:moveTo>
                  <a:lnTo>
                    <a:pt x="2527562" y="2146300"/>
                  </a:lnTo>
                  <a:lnTo>
                    <a:pt x="2528451" y="2146300"/>
                  </a:lnTo>
                  <a:lnTo>
                    <a:pt x="2527907" y="2137228"/>
                  </a:lnTo>
                  <a:lnTo>
                    <a:pt x="2527865" y="2136530"/>
                  </a:lnTo>
                  <a:lnTo>
                    <a:pt x="2527758" y="2134754"/>
                  </a:lnTo>
                  <a:lnTo>
                    <a:pt x="2527689" y="2133600"/>
                  </a:lnTo>
                  <a:close/>
                </a:path>
                <a:path w="2534920" h="2159000">
                  <a:moveTo>
                    <a:pt x="2528179" y="2137228"/>
                  </a:moveTo>
                  <a:lnTo>
                    <a:pt x="2528260" y="2139950"/>
                  </a:lnTo>
                  <a:lnTo>
                    <a:pt x="2528369" y="2143578"/>
                  </a:lnTo>
                  <a:lnTo>
                    <a:pt x="2528451" y="2146300"/>
                  </a:lnTo>
                  <a:lnTo>
                    <a:pt x="2529340" y="2146300"/>
                  </a:lnTo>
                  <a:lnTo>
                    <a:pt x="2528796" y="2140857"/>
                  </a:lnTo>
                  <a:lnTo>
                    <a:pt x="2528179" y="2137228"/>
                  </a:lnTo>
                  <a:close/>
                </a:path>
                <a:path w="2534920" h="2159000">
                  <a:moveTo>
                    <a:pt x="2528796" y="2140857"/>
                  </a:moveTo>
                  <a:lnTo>
                    <a:pt x="2529234" y="2145242"/>
                  </a:lnTo>
                  <a:lnTo>
                    <a:pt x="2529340" y="2146300"/>
                  </a:lnTo>
                  <a:lnTo>
                    <a:pt x="2529721" y="2146300"/>
                  </a:lnTo>
                  <a:lnTo>
                    <a:pt x="2528796" y="2140857"/>
                  </a:lnTo>
                  <a:close/>
                </a:path>
                <a:path w="2534920" h="2159000">
                  <a:moveTo>
                    <a:pt x="2526927" y="2133600"/>
                  </a:moveTo>
                  <a:lnTo>
                    <a:pt x="2524133" y="2133600"/>
                  </a:lnTo>
                  <a:lnTo>
                    <a:pt x="2526827" y="2143578"/>
                  </a:lnTo>
                  <a:lnTo>
                    <a:pt x="2526927" y="2133600"/>
                  </a:lnTo>
                  <a:close/>
                </a:path>
                <a:path w="2534920" h="2159000">
                  <a:moveTo>
                    <a:pt x="2528070" y="2133600"/>
                  </a:moveTo>
                  <a:lnTo>
                    <a:pt x="2527562" y="2133600"/>
                  </a:lnTo>
                  <a:lnTo>
                    <a:pt x="2528060" y="2136530"/>
                  </a:lnTo>
                  <a:lnTo>
                    <a:pt x="2528070" y="2133600"/>
                  </a:lnTo>
                  <a:close/>
                </a:path>
                <a:path w="2534920" h="2159000">
                  <a:moveTo>
                    <a:pt x="2492256" y="2120900"/>
                  </a:moveTo>
                  <a:lnTo>
                    <a:pt x="2493399" y="2133600"/>
                  </a:lnTo>
                  <a:lnTo>
                    <a:pt x="2493653" y="2133600"/>
                  </a:lnTo>
                  <a:lnTo>
                    <a:pt x="2493247" y="2128519"/>
                  </a:lnTo>
                  <a:lnTo>
                    <a:pt x="2492256" y="2120900"/>
                  </a:lnTo>
                  <a:close/>
                </a:path>
                <a:path w="2534920" h="2159000">
                  <a:moveTo>
                    <a:pt x="2493247" y="2128519"/>
                  </a:moveTo>
                  <a:lnTo>
                    <a:pt x="2493653" y="2133600"/>
                  </a:lnTo>
                  <a:lnTo>
                    <a:pt x="2493907" y="2133600"/>
                  </a:lnTo>
                  <a:lnTo>
                    <a:pt x="2493247" y="2128519"/>
                  </a:lnTo>
                  <a:close/>
                </a:path>
                <a:path w="2534920" h="2159000">
                  <a:moveTo>
                    <a:pt x="2519053" y="2120900"/>
                  </a:moveTo>
                  <a:lnTo>
                    <a:pt x="2492637" y="2120900"/>
                  </a:lnTo>
                  <a:lnTo>
                    <a:pt x="2493247" y="2128519"/>
                  </a:lnTo>
                  <a:lnTo>
                    <a:pt x="2493907" y="2133600"/>
                  </a:lnTo>
                  <a:lnTo>
                    <a:pt x="2521339" y="2133600"/>
                  </a:lnTo>
                  <a:lnTo>
                    <a:pt x="2519053" y="2120900"/>
                  </a:lnTo>
                  <a:close/>
                </a:path>
                <a:path w="2534920" h="2159000">
                  <a:moveTo>
                    <a:pt x="2512576" y="2108200"/>
                  </a:moveTo>
                  <a:lnTo>
                    <a:pt x="2483366" y="2108200"/>
                  </a:lnTo>
                  <a:lnTo>
                    <a:pt x="2485525" y="2120900"/>
                  </a:lnTo>
                  <a:lnTo>
                    <a:pt x="2513592" y="2120900"/>
                  </a:lnTo>
                  <a:lnTo>
                    <a:pt x="2512576" y="2108200"/>
                  </a:lnTo>
                  <a:close/>
                </a:path>
                <a:path w="2534920" h="2159000">
                  <a:moveTo>
                    <a:pt x="2505591" y="2095500"/>
                  </a:moveTo>
                  <a:lnTo>
                    <a:pt x="2480064" y="2095500"/>
                  </a:lnTo>
                  <a:lnTo>
                    <a:pt x="2482223" y="2108200"/>
                  </a:lnTo>
                  <a:lnTo>
                    <a:pt x="2507750" y="2108200"/>
                  </a:lnTo>
                  <a:lnTo>
                    <a:pt x="2505591" y="2095500"/>
                  </a:lnTo>
                  <a:close/>
                </a:path>
                <a:path w="2534920" h="2159000">
                  <a:moveTo>
                    <a:pt x="2474857" y="2082800"/>
                  </a:moveTo>
                  <a:lnTo>
                    <a:pt x="2474095" y="2082800"/>
                  </a:lnTo>
                  <a:lnTo>
                    <a:pt x="2474984" y="2095500"/>
                  </a:lnTo>
                  <a:lnTo>
                    <a:pt x="2476000" y="2095500"/>
                  </a:lnTo>
                  <a:lnTo>
                    <a:pt x="2474857" y="2082800"/>
                  </a:lnTo>
                  <a:close/>
                </a:path>
                <a:path w="2534920" h="2159000">
                  <a:moveTo>
                    <a:pt x="2499368" y="2082800"/>
                  </a:moveTo>
                  <a:lnTo>
                    <a:pt x="2474857" y="2082800"/>
                  </a:lnTo>
                  <a:lnTo>
                    <a:pt x="2476635" y="2095500"/>
                  </a:lnTo>
                  <a:lnTo>
                    <a:pt x="2501273" y="2095500"/>
                  </a:lnTo>
                  <a:lnTo>
                    <a:pt x="2499368" y="2082800"/>
                  </a:lnTo>
                  <a:close/>
                </a:path>
                <a:path w="2534920" h="2159000">
                  <a:moveTo>
                    <a:pt x="2500765" y="2082800"/>
                  </a:moveTo>
                  <a:lnTo>
                    <a:pt x="2501273" y="2095500"/>
                  </a:lnTo>
                  <a:lnTo>
                    <a:pt x="2501908" y="2095500"/>
                  </a:lnTo>
                  <a:lnTo>
                    <a:pt x="2500765" y="2082800"/>
                  </a:lnTo>
                  <a:close/>
                </a:path>
                <a:path w="2534920" h="2159000">
                  <a:moveTo>
                    <a:pt x="2493907" y="2070100"/>
                  </a:moveTo>
                  <a:lnTo>
                    <a:pt x="2467745" y="2070100"/>
                  </a:lnTo>
                  <a:lnTo>
                    <a:pt x="2468507" y="2082800"/>
                  </a:lnTo>
                  <a:lnTo>
                    <a:pt x="2494923" y="2082800"/>
                  </a:lnTo>
                  <a:lnTo>
                    <a:pt x="2493907" y="2070100"/>
                  </a:lnTo>
                  <a:close/>
                </a:path>
                <a:path w="2534920" h="2159000">
                  <a:moveTo>
                    <a:pt x="2485906" y="2057400"/>
                  </a:moveTo>
                  <a:lnTo>
                    <a:pt x="2462030" y="2057400"/>
                  </a:lnTo>
                  <a:lnTo>
                    <a:pt x="2464824" y="2070100"/>
                  </a:lnTo>
                  <a:lnTo>
                    <a:pt x="2489716" y="2070100"/>
                  </a:lnTo>
                  <a:lnTo>
                    <a:pt x="2485906" y="2057400"/>
                  </a:lnTo>
                  <a:close/>
                </a:path>
                <a:path w="2534920" h="2159000">
                  <a:moveTo>
                    <a:pt x="2482350" y="2044700"/>
                  </a:moveTo>
                  <a:lnTo>
                    <a:pt x="2454029" y="2044700"/>
                  </a:lnTo>
                  <a:lnTo>
                    <a:pt x="2456188" y="2057400"/>
                  </a:lnTo>
                  <a:lnTo>
                    <a:pt x="2483366" y="2057400"/>
                  </a:lnTo>
                  <a:lnTo>
                    <a:pt x="2482350" y="2044700"/>
                  </a:lnTo>
                  <a:close/>
                </a:path>
                <a:path w="2534920" h="2159000">
                  <a:moveTo>
                    <a:pt x="2475111" y="2032000"/>
                  </a:moveTo>
                  <a:lnTo>
                    <a:pt x="2447933" y="2032000"/>
                  </a:lnTo>
                  <a:lnTo>
                    <a:pt x="2450346" y="2044700"/>
                  </a:lnTo>
                  <a:lnTo>
                    <a:pt x="2475873" y="2044700"/>
                  </a:lnTo>
                  <a:lnTo>
                    <a:pt x="2475111" y="2032000"/>
                  </a:lnTo>
                  <a:close/>
                </a:path>
                <a:path w="2534920" h="2159000">
                  <a:moveTo>
                    <a:pt x="2475238" y="2032000"/>
                  </a:moveTo>
                  <a:lnTo>
                    <a:pt x="2475873" y="2044700"/>
                  </a:lnTo>
                  <a:lnTo>
                    <a:pt x="2477270" y="2044700"/>
                  </a:lnTo>
                  <a:lnTo>
                    <a:pt x="2475238" y="2032000"/>
                  </a:lnTo>
                  <a:close/>
                </a:path>
                <a:path w="2534920" h="2159000">
                  <a:moveTo>
                    <a:pt x="2469015" y="2019300"/>
                  </a:moveTo>
                  <a:lnTo>
                    <a:pt x="2442726" y="2019300"/>
                  </a:lnTo>
                  <a:lnTo>
                    <a:pt x="2444504" y="2032000"/>
                  </a:lnTo>
                  <a:lnTo>
                    <a:pt x="2471555" y="2032000"/>
                  </a:lnTo>
                  <a:lnTo>
                    <a:pt x="2469015" y="2019300"/>
                  </a:lnTo>
                  <a:close/>
                </a:path>
                <a:path w="2534920" h="2159000">
                  <a:moveTo>
                    <a:pt x="2462919" y="2006600"/>
                  </a:moveTo>
                  <a:lnTo>
                    <a:pt x="2434344" y="2006600"/>
                  </a:lnTo>
                  <a:lnTo>
                    <a:pt x="2436884" y="2019300"/>
                  </a:lnTo>
                  <a:lnTo>
                    <a:pt x="2463681" y="2019300"/>
                  </a:lnTo>
                  <a:lnTo>
                    <a:pt x="2462919" y="2006600"/>
                  </a:lnTo>
                  <a:close/>
                </a:path>
                <a:path w="2534920" h="2159000">
                  <a:moveTo>
                    <a:pt x="2463427" y="2006600"/>
                  </a:moveTo>
                  <a:lnTo>
                    <a:pt x="2463681" y="2019300"/>
                  </a:lnTo>
                  <a:lnTo>
                    <a:pt x="2465205" y="2019300"/>
                  </a:lnTo>
                  <a:lnTo>
                    <a:pt x="2463427" y="2006600"/>
                  </a:lnTo>
                  <a:close/>
                </a:path>
                <a:path w="2534920" h="2159000">
                  <a:moveTo>
                    <a:pt x="2456823" y="1993900"/>
                  </a:moveTo>
                  <a:lnTo>
                    <a:pt x="2428883" y="1993900"/>
                  </a:lnTo>
                  <a:lnTo>
                    <a:pt x="2429645" y="2006600"/>
                  </a:lnTo>
                  <a:lnTo>
                    <a:pt x="2457204" y="2006600"/>
                  </a:lnTo>
                  <a:lnTo>
                    <a:pt x="2456823" y="1993900"/>
                  </a:lnTo>
                  <a:close/>
                </a:path>
                <a:path w="2534920" h="2159000">
                  <a:moveTo>
                    <a:pt x="2448822" y="1981200"/>
                  </a:moveTo>
                  <a:lnTo>
                    <a:pt x="2422787" y="1981200"/>
                  </a:lnTo>
                  <a:lnTo>
                    <a:pt x="2425835" y="1993900"/>
                  </a:lnTo>
                  <a:lnTo>
                    <a:pt x="2451362" y="1993900"/>
                  </a:lnTo>
                  <a:lnTo>
                    <a:pt x="2448822" y="1981200"/>
                  </a:lnTo>
                  <a:close/>
                </a:path>
                <a:path w="2534920" h="2159000">
                  <a:moveTo>
                    <a:pt x="2444504" y="1968500"/>
                  </a:moveTo>
                  <a:lnTo>
                    <a:pt x="2417834" y="1968500"/>
                  </a:lnTo>
                  <a:lnTo>
                    <a:pt x="2423041" y="1981200"/>
                  </a:lnTo>
                  <a:lnTo>
                    <a:pt x="2447806" y="1981200"/>
                  </a:lnTo>
                  <a:lnTo>
                    <a:pt x="2444504" y="1968500"/>
                  </a:lnTo>
                  <a:close/>
                </a:path>
                <a:path w="2534920" h="2159000">
                  <a:moveTo>
                    <a:pt x="2438027" y="1955800"/>
                  </a:moveTo>
                  <a:lnTo>
                    <a:pt x="2412754" y="1955800"/>
                  </a:lnTo>
                  <a:lnTo>
                    <a:pt x="2416310" y="1968500"/>
                  </a:lnTo>
                  <a:lnTo>
                    <a:pt x="2439424" y="1968500"/>
                  </a:lnTo>
                  <a:lnTo>
                    <a:pt x="2438027" y="1955800"/>
                  </a:lnTo>
                  <a:close/>
                </a:path>
                <a:path w="2534920" h="2159000">
                  <a:moveTo>
                    <a:pt x="2432693" y="1943100"/>
                  </a:moveTo>
                  <a:lnTo>
                    <a:pt x="2406404" y="1943100"/>
                  </a:lnTo>
                  <a:lnTo>
                    <a:pt x="2410849" y="1955800"/>
                  </a:lnTo>
                  <a:lnTo>
                    <a:pt x="2434471" y="1955800"/>
                  </a:lnTo>
                  <a:lnTo>
                    <a:pt x="2432693" y="1943100"/>
                  </a:lnTo>
                  <a:close/>
                </a:path>
                <a:path w="2534920" h="2159000">
                  <a:moveTo>
                    <a:pt x="2422914" y="1917700"/>
                  </a:moveTo>
                  <a:lnTo>
                    <a:pt x="2396244" y="1917700"/>
                  </a:lnTo>
                  <a:lnTo>
                    <a:pt x="2399038" y="1930400"/>
                  </a:lnTo>
                  <a:lnTo>
                    <a:pt x="2400435" y="1930400"/>
                  </a:lnTo>
                  <a:lnTo>
                    <a:pt x="2404626" y="1943100"/>
                  </a:lnTo>
                  <a:lnTo>
                    <a:pt x="2428502" y="1943100"/>
                  </a:lnTo>
                  <a:lnTo>
                    <a:pt x="2426851" y="1930400"/>
                  </a:lnTo>
                  <a:lnTo>
                    <a:pt x="2422914" y="1917700"/>
                  </a:lnTo>
                  <a:close/>
                </a:path>
                <a:path w="2534920" h="2159000">
                  <a:moveTo>
                    <a:pt x="2418596" y="1905000"/>
                  </a:moveTo>
                  <a:lnTo>
                    <a:pt x="2392307" y="1905000"/>
                  </a:lnTo>
                  <a:lnTo>
                    <a:pt x="2394847" y="1917700"/>
                  </a:lnTo>
                  <a:lnTo>
                    <a:pt x="2421390" y="1917700"/>
                  </a:lnTo>
                  <a:lnTo>
                    <a:pt x="2418596" y="1905000"/>
                  </a:lnTo>
                  <a:close/>
                </a:path>
                <a:path w="2534920" h="2159000">
                  <a:moveTo>
                    <a:pt x="2414024" y="1892300"/>
                  </a:moveTo>
                  <a:lnTo>
                    <a:pt x="2388497" y="1892300"/>
                  </a:lnTo>
                  <a:lnTo>
                    <a:pt x="2388497" y="1905000"/>
                  </a:lnTo>
                  <a:lnTo>
                    <a:pt x="2414532" y="1905000"/>
                  </a:lnTo>
                  <a:lnTo>
                    <a:pt x="2414024" y="1892300"/>
                  </a:lnTo>
                  <a:close/>
                </a:path>
                <a:path w="2534920" h="2159000">
                  <a:moveTo>
                    <a:pt x="2406023" y="1879600"/>
                  </a:moveTo>
                  <a:lnTo>
                    <a:pt x="2382147" y="1879600"/>
                  </a:lnTo>
                  <a:lnTo>
                    <a:pt x="2383163" y="1892300"/>
                  </a:lnTo>
                  <a:lnTo>
                    <a:pt x="2407674" y="1892300"/>
                  </a:lnTo>
                  <a:lnTo>
                    <a:pt x="2406023" y="1879600"/>
                  </a:lnTo>
                  <a:close/>
                </a:path>
                <a:path w="2534920" h="2159000">
                  <a:moveTo>
                    <a:pt x="2407039" y="1879600"/>
                  </a:moveTo>
                  <a:lnTo>
                    <a:pt x="2406023" y="1879600"/>
                  </a:lnTo>
                  <a:lnTo>
                    <a:pt x="2407674" y="1892300"/>
                  </a:lnTo>
                  <a:lnTo>
                    <a:pt x="2407039" y="1879600"/>
                  </a:lnTo>
                  <a:close/>
                </a:path>
                <a:path w="2534920" h="2159000">
                  <a:moveTo>
                    <a:pt x="2408055" y="1879600"/>
                  </a:moveTo>
                  <a:lnTo>
                    <a:pt x="2407039" y="1879600"/>
                  </a:lnTo>
                  <a:lnTo>
                    <a:pt x="2407674" y="1892300"/>
                  </a:lnTo>
                  <a:lnTo>
                    <a:pt x="2409579" y="1892300"/>
                  </a:lnTo>
                  <a:lnTo>
                    <a:pt x="2408055" y="1879600"/>
                  </a:lnTo>
                  <a:close/>
                </a:path>
                <a:path w="2534920" h="2159000">
                  <a:moveTo>
                    <a:pt x="2377067" y="1866900"/>
                  </a:moveTo>
                  <a:lnTo>
                    <a:pt x="2376686" y="1866900"/>
                  </a:lnTo>
                  <a:lnTo>
                    <a:pt x="2377829" y="1879600"/>
                  </a:lnTo>
                  <a:lnTo>
                    <a:pt x="2377067" y="1866900"/>
                  </a:lnTo>
                  <a:close/>
                </a:path>
                <a:path w="2534920" h="2159000">
                  <a:moveTo>
                    <a:pt x="2402848" y="1866900"/>
                  </a:moveTo>
                  <a:lnTo>
                    <a:pt x="2377067" y="1866900"/>
                  </a:lnTo>
                  <a:lnTo>
                    <a:pt x="2378718" y="1879600"/>
                  </a:lnTo>
                  <a:lnTo>
                    <a:pt x="2403991" y="1879600"/>
                  </a:lnTo>
                  <a:lnTo>
                    <a:pt x="2402848" y="1866900"/>
                  </a:lnTo>
                  <a:close/>
                </a:path>
                <a:path w="2534920" h="2159000">
                  <a:moveTo>
                    <a:pt x="2395482" y="1854200"/>
                  </a:moveTo>
                  <a:lnTo>
                    <a:pt x="2369447" y="1854200"/>
                  </a:lnTo>
                  <a:lnTo>
                    <a:pt x="2370209" y="1866900"/>
                  </a:lnTo>
                  <a:lnTo>
                    <a:pt x="2397641" y="1866900"/>
                  </a:lnTo>
                  <a:lnTo>
                    <a:pt x="2395482" y="1854200"/>
                  </a:lnTo>
                  <a:close/>
                </a:path>
                <a:path w="2534920" h="2159000">
                  <a:moveTo>
                    <a:pt x="2397006" y="1854200"/>
                  </a:moveTo>
                  <a:lnTo>
                    <a:pt x="2397641" y="1866900"/>
                  </a:lnTo>
                  <a:lnTo>
                    <a:pt x="2398022" y="1866900"/>
                  </a:lnTo>
                  <a:lnTo>
                    <a:pt x="2397006" y="1854200"/>
                  </a:lnTo>
                  <a:close/>
                </a:path>
                <a:path w="2534920" h="2159000">
                  <a:moveTo>
                    <a:pt x="2390148" y="1841500"/>
                  </a:moveTo>
                  <a:lnTo>
                    <a:pt x="2360684" y="1841500"/>
                  </a:lnTo>
                  <a:lnTo>
                    <a:pt x="2365129" y="1854200"/>
                  </a:lnTo>
                  <a:lnTo>
                    <a:pt x="2391164" y="1854200"/>
                  </a:lnTo>
                  <a:lnTo>
                    <a:pt x="2390148" y="1841500"/>
                  </a:lnTo>
                  <a:close/>
                </a:path>
                <a:path w="2534920" h="2159000">
                  <a:moveTo>
                    <a:pt x="2382020" y="1828800"/>
                  </a:moveTo>
                  <a:lnTo>
                    <a:pt x="2355477" y="1828800"/>
                  </a:lnTo>
                  <a:lnTo>
                    <a:pt x="2358652" y="1841500"/>
                  </a:lnTo>
                  <a:lnTo>
                    <a:pt x="2384941" y="1841500"/>
                  </a:lnTo>
                  <a:lnTo>
                    <a:pt x="2382020" y="1828800"/>
                  </a:lnTo>
                  <a:close/>
                </a:path>
                <a:path w="2534920" h="2159000">
                  <a:moveTo>
                    <a:pt x="2377194" y="1816100"/>
                  </a:moveTo>
                  <a:lnTo>
                    <a:pt x="2349889" y="1816100"/>
                  </a:lnTo>
                  <a:lnTo>
                    <a:pt x="2354207" y="1828800"/>
                  </a:lnTo>
                  <a:lnTo>
                    <a:pt x="2380369" y="1828800"/>
                  </a:lnTo>
                  <a:lnTo>
                    <a:pt x="2377194" y="1816100"/>
                  </a:lnTo>
                  <a:close/>
                </a:path>
                <a:path w="2534920" h="2159000">
                  <a:moveTo>
                    <a:pt x="2370590" y="1803400"/>
                  </a:moveTo>
                  <a:lnTo>
                    <a:pt x="2343666" y="1803400"/>
                  </a:lnTo>
                  <a:lnTo>
                    <a:pt x="2348365" y="1816100"/>
                  </a:lnTo>
                  <a:lnTo>
                    <a:pt x="2374908" y="1816100"/>
                  </a:lnTo>
                  <a:lnTo>
                    <a:pt x="2370590" y="1803400"/>
                  </a:lnTo>
                  <a:close/>
                </a:path>
                <a:path w="2534920" h="2159000">
                  <a:moveTo>
                    <a:pt x="2361700" y="1790700"/>
                  </a:moveTo>
                  <a:lnTo>
                    <a:pt x="2334014" y="1790700"/>
                  </a:lnTo>
                  <a:lnTo>
                    <a:pt x="2336427" y="1803400"/>
                  </a:lnTo>
                  <a:lnTo>
                    <a:pt x="2363859" y="1803400"/>
                  </a:lnTo>
                  <a:lnTo>
                    <a:pt x="2361700" y="1790700"/>
                  </a:lnTo>
                  <a:close/>
                </a:path>
                <a:path w="2534920" h="2159000">
                  <a:moveTo>
                    <a:pt x="2363732" y="1790700"/>
                  </a:moveTo>
                  <a:lnTo>
                    <a:pt x="2363859" y="1803400"/>
                  </a:lnTo>
                  <a:lnTo>
                    <a:pt x="2368431" y="1803400"/>
                  </a:lnTo>
                  <a:lnTo>
                    <a:pt x="2363732" y="1790700"/>
                  </a:lnTo>
                  <a:close/>
                </a:path>
                <a:path w="2534920" h="2159000">
                  <a:moveTo>
                    <a:pt x="2354715" y="1778000"/>
                  </a:moveTo>
                  <a:lnTo>
                    <a:pt x="2328807" y="1778000"/>
                  </a:lnTo>
                  <a:lnTo>
                    <a:pt x="2328807" y="1790700"/>
                  </a:lnTo>
                  <a:lnTo>
                    <a:pt x="2356874" y="1790700"/>
                  </a:lnTo>
                  <a:lnTo>
                    <a:pt x="2354715" y="1778000"/>
                  </a:lnTo>
                  <a:close/>
                </a:path>
                <a:path w="2534920" h="2159000">
                  <a:moveTo>
                    <a:pt x="2346587" y="1765300"/>
                  </a:moveTo>
                  <a:lnTo>
                    <a:pt x="2320552" y="1765300"/>
                  </a:lnTo>
                  <a:lnTo>
                    <a:pt x="2325886" y="1778000"/>
                  </a:lnTo>
                  <a:lnTo>
                    <a:pt x="2349127" y="1778000"/>
                  </a:lnTo>
                  <a:lnTo>
                    <a:pt x="2346587" y="1765300"/>
                  </a:lnTo>
                  <a:close/>
                </a:path>
                <a:path w="2534920" h="2159000">
                  <a:moveTo>
                    <a:pt x="2329061" y="1727200"/>
                  </a:moveTo>
                  <a:lnTo>
                    <a:pt x="2302010" y="1727200"/>
                  </a:lnTo>
                  <a:lnTo>
                    <a:pt x="2308106" y="1739900"/>
                  </a:lnTo>
                  <a:lnTo>
                    <a:pt x="2307852" y="1739900"/>
                  </a:lnTo>
                  <a:lnTo>
                    <a:pt x="2310773" y="1752600"/>
                  </a:lnTo>
                  <a:lnTo>
                    <a:pt x="2318139" y="1765300"/>
                  </a:lnTo>
                  <a:lnTo>
                    <a:pt x="2346968" y="1765300"/>
                  </a:lnTo>
                  <a:lnTo>
                    <a:pt x="2341761" y="1752600"/>
                  </a:lnTo>
                  <a:lnTo>
                    <a:pt x="2338967" y="1752600"/>
                  </a:lnTo>
                  <a:lnTo>
                    <a:pt x="2331935" y="1740262"/>
                  </a:lnTo>
                  <a:lnTo>
                    <a:pt x="2329061" y="1727200"/>
                  </a:lnTo>
                  <a:close/>
                </a:path>
                <a:path w="2534920" h="2159000">
                  <a:moveTo>
                    <a:pt x="2322203" y="1714500"/>
                  </a:moveTo>
                  <a:lnTo>
                    <a:pt x="2293882" y="1714500"/>
                  </a:lnTo>
                  <a:lnTo>
                    <a:pt x="2299597" y="1727200"/>
                  </a:lnTo>
                  <a:lnTo>
                    <a:pt x="2302518" y="1739900"/>
                  </a:lnTo>
                  <a:lnTo>
                    <a:pt x="2302010" y="1727200"/>
                  </a:lnTo>
                  <a:lnTo>
                    <a:pt x="2322711" y="1727200"/>
                  </a:lnTo>
                  <a:lnTo>
                    <a:pt x="2322203" y="1714500"/>
                  </a:lnTo>
                  <a:close/>
                </a:path>
                <a:path w="2534920" h="2159000">
                  <a:moveTo>
                    <a:pt x="2313694" y="1701800"/>
                  </a:moveTo>
                  <a:lnTo>
                    <a:pt x="2283214" y="1701800"/>
                  </a:lnTo>
                  <a:lnTo>
                    <a:pt x="2291088" y="1714500"/>
                  </a:lnTo>
                  <a:lnTo>
                    <a:pt x="2319282" y="1714500"/>
                  </a:lnTo>
                  <a:lnTo>
                    <a:pt x="2313694" y="1701800"/>
                  </a:lnTo>
                  <a:close/>
                </a:path>
                <a:path w="2534920" h="2159000">
                  <a:moveTo>
                    <a:pt x="2302645" y="1689100"/>
                  </a:moveTo>
                  <a:lnTo>
                    <a:pt x="2272292" y="1689100"/>
                  </a:lnTo>
                  <a:lnTo>
                    <a:pt x="2279912" y="1701800"/>
                  </a:lnTo>
                  <a:lnTo>
                    <a:pt x="2310519" y="1701800"/>
                  </a:lnTo>
                  <a:lnTo>
                    <a:pt x="2302645" y="1689100"/>
                  </a:lnTo>
                  <a:close/>
                </a:path>
                <a:path w="2534920" h="2159000">
                  <a:moveTo>
                    <a:pt x="2254258" y="1612900"/>
                  </a:moveTo>
                  <a:lnTo>
                    <a:pt x="2224032" y="1612900"/>
                  </a:lnTo>
                  <a:lnTo>
                    <a:pt x="2231398" y="1625600"/>
                  </a:lnTo>
                  <a:lnTo>
                    <a:pt x="2234319" y="1625600"/>
                  </a:lnTo>
                  <a:lnTo>
                    <a:pt x="2241939" y="1638300"/>
                  </a:lnTo>
                  <a:lnTo>
                    <a:pt x="2244860" y="1651000"/>
                  </a:lnTo>
                  <a:lnTo>
                    <a:pt x="2251591" y="1651000"/>
                  </a:lnTo>
                  <a:lnTo>
                    <a:pt x="2254512" y="1663700"/>
                  </a:lnTo>
                  <a:lnTo>
                    <a:pt x="2260354" y="1676400"/>
                  </a:lnTo>
                  <a:lnTo>
                    <a:pt x="2268990" y="1689100"/>
                  </a:lnTo>
                  <a:lnTo>
                    <a:pt x="2299470" y="1689100"/>
                  </a:lnTo>
                  <a:lnTo>
                    <a:pt x="2291977" y="1676400"/>
                  </a:lnTo>
                  <a:lnTo>
                    <a:pt x="2291723" y="1676400"/>
                  </a:lnTo>
                  <a:lnTo>
                    <a:pt x="2282833" y="1663700"/>
                  </a:lnTo>
                  <a:lnTo>
                    <a:pt x="2280166" y="1663700"/>
                  </a:lnTo>
                  <a:lnTo>
                    <a:pt x="2274451" y="1651000"/>
                  </a:lnTo>
                  <a:lnTo>
                    <a:pt x="2271657" y="1638300"/>
                  </a:lnTo>
                  <a:lnTo>
                    <a:pt x="2264799" y="1638300"/>
                  </a:lnTo>
                  <a:lnTo>
                    <a:pt x="2261751" y="1625600"/>
                  </a:lnTo>
                  <a:lnTo>
                    <a:pt x="2254258" y="1612900"/>
                  </a:lnTo>
                  <a:close/>
                </a:path>
                <a:path w="2534920" h="2159000">
                  <a:moveTo>
                    <a:pt x="2243590" y="1600200"/>
                  </a:moveTo>
                  <a:lnTo>
                    <a:pt x="2213618" y="1600200"/>
                  </a:lnTo>
                  <a:lnTo>
                    <a:pt x="2221238" y="1612900"/>
                  </a:lnTo>
                  <a:lnTo>
                    <a:pt x="2250702" y="1612900"/>
                  </a:lnTo>
                  <a:lnTo>
                    <a:pt x="2243590" y="1600200"/>
                  </a:lnTo>
                  <a:close/>
                </a:path>
                <a:path w="2534920" h="2159000">
                  <a:moveTo>
                    <a:pt x="2233176" y="1587500"/>
                  </a:moveTo>
                  <a:lnTo>
                    <a:pt x="2210189" y="1587500"/>
                  </a:lnTo>
                  <a:lnTo>
                    <a:pt x="2213364" y="1600200"/>
                  </a:lnTo>
                  <a:lnTo>
                    <a:pt x="2240796" y="1600200"/>
                  </a:lnTo>
                  <a:lnTo>
                    <a:pt x="2233176" y="1587500"/>
                  </a:lnTo>
                  <a:close/>
                </a:path>
                <a:path w="2534920" h="2159000">
                  <a:moveTo>
                    <a:pt x="2230255" y="1574800"/>
                  </a:moveTo>
                  <a:lnTo>
                    <a:pt x="2200410" y="1574800"/>
                  </a:lnTo>
                  <a:lnTo>
                    <a:pt x="2203204" y="1587500"/>
                  </a:lnTo>
                  <a:lnTo>
                    <a:pt x="2233557" y="1587500"/>
                  </a:lnTo>
                  <a:lnTo>
                    <a:pt x="2230255" y="1574800"/>
                  </a:lnTo>
                  <a:close/>
                </a:path>
                <a:path w="2534920" h="2159000">
                  <a:moveTo>
                    <a:pt x="2213745" y="1549400"/>
                  </a:moveTo>
                  <a:lnTo>
                    <a:pt x="2183392" y="1549400"/>
                  </a:lnTo>
                  <a:lnTo>
                    <a:pt x="2191012" y="1562100"/>
                  </a:lnTo>
                  <a:lnTo>
                    <a:pt x="2194314" y="1574800"/>
                  </a:lnTo>
                  <a:lnTo>
                    <a:pt x="2222762" y="1574800"/>
                  </a:lnTo>
                  <a:lnTo>
                    <a:pt x="2219841" y="1562100"/>
                  </a:lnTo>
                  <a:lnTo>
                    <a:pt x="2213745" y="1549400"/>
                  </a:lnTo>
                  <a:close/>
                </a:path>
                <a:path w="2534920" h="2159000">
                  <a:moveTo>
                    <a:pt x="2202950" y="1536700"/>
                  </a:moveTo>
                  <a:lnTo>
                    <a:pt x="2173232" y="1536700"/>
                  </a:lnTo>
                  <a:lnTo>
                    <a:pt x="2180598" y="1549400"/>
                  </a:lnTo>
                  <a:lnTo>
                    <a:pt x="2210443" y="1549400"/>
                  </a:lnTo>
                  <a:lnTo>
                    <a:pt x="2202950" y="1536700"/>
                  </a:lnTo>
                  <a:close/>
                </a:path>
                <a:path w="2534920" h="2159000">
                  <a:moveTo>
                    <a:pt x="2181995" y="1511300"/>
                  </a:moveTo>
                  <a:lnTo>
                    <a:pt x="2159389" y="1511300"/>
                  </a:lnTo>
                  <a:lnTo>
                    <a:pt x="2162310" y="1524000"/>
                  </a:lnTo>
                  <a:lnTo>
                    <a:pt x="2170565" y="1536700"/>
                  </a:lnTo>
                  <a:lnTo>
                    <a:pt x="2200029" y="1536700"/>
                  </a:lnTo>
                  <a:lnTo>
                    <a:pt x="2192790" y="1524000"/>
                  </a:lnTo>
                  <a:lnTo>
                    <a:pt x="2189869" y="1524000"/>
                  </a:lnTo>
                  <a:lnTo>
                    <a:pt x="2181995" y="1511300"/>
                  </a:lnTo>
                  <a:close/>
                </a:path>
                <a:path w="2534920" h="2159000">
                  <a:moveTo>
                    <a:pt x="2159389" y="1511300"/>
                  </a:moveTo>
                  <a:lnTo>
                    <a:pt x="2151896" y="1511300"/>
                  </a:lnTo>
                  <a:lnTo>
                    <a:pt x="2159770" y="1524000"/>
                  </a:lnTo>
                  <a:lnTo>
                    <a:pt x="2159389" y="1511300"/>
                  </a:lnTo>
                  <a:close/>
                </a:path>
                <a:path w="2534920" h="2159000">
                  <a:moveTo>
                    <a:pt x="2179455" y="1498600"/>
                  </a:moveTo>
                  <a:lnTo>
                    <a:pt x="2148848" y="1498600"/>
                  </a:lnTo>
                  <a:lnTo>
                    <a:pt x="2152150" y="1511300"/>
                  </a:lnTo>
                  <a:lnTo>
                    <a:pt x="2182249" y="1511300"/>
                  </a:lnTo>
                  <a:lnTo>
                    <a:pt x="2179455" y="1498600"/>
                  </a:lnTo>
                  <a:close/>
                </a:path>
                <a:path w="2534920" h="2159000">
                  <a:moveTo>
                    <a:pt x="2167644" y="1485900"/>
                  </a:moveTo>
                  <a:lnTo>
                    <a:pt x="2140593" y="1485900"/>
                  </a:lnTo>
                  <a:lnTo>
                    <a:pt x="2143260" y="1498600"/>
                  </a:lnTo>
                  <a:lnTo>
                    <a:pt x="2170946" y="1498600"/>
                  </a:lnTo>
                  <a:lnTo>
                    <a:pt x="2167644" y="1485900"/>
                  </a:lnTo>
                  <a:close/>
                </a:path>
                <a:path w="2534920" h="2159000">
                  <a:moveTo>
                    <a:pt x="2159897" y="1473200"/>
                  </a:moveTo>
                  <a:lnTo>
                    <a:pt x="2132211" y="1473200"/>
                  </a:lnTo>
                  <a:lnTo>
                    <a:pt x="2135005" y="1485900"/>
                  </a:lnTo>
                  <a:lnTo>
                    <a:pt x="2162437" y="1485900"/>
                  </a:lnTo>
                  <a:lnTo>
                    <a:pt x="2159897" y="1473200"/>
                  </a:lnTo>
                  <a:close/>
                </a:path>
                <a:path w="2534920" h="2159000">
                  <a:moveTo>
                    <a:pt x="2151134" y="1460500"/>
                  </a:moveTo>
                  <a:lnTo>
                    <a:pt x="2121543" y="1460500"/>
                  </a:lnTo>
                  <a:lnTo>
                    <a:pt x="2126115" y="1473200"/>
                  </a:lnTo>
                  <a:lnTo>
                    <a:pt x="2154055" y="1473200"/>
                  </a:lnTo>
                  <a:lnTo>
                    <a:pt x="2151134" y="1460500"/>
                  </a:lnTo>
                  <a:close/>
                </a:path>
                <a:path w="2534920" h="2159000">
                  <a:moveTo>
                    <a:pt x="2140212" y="1447800"/>
                  </a:moveTo>
                  <a:lnTo>
                    <a:pt x="2112526" y="1447800"/>
                  </a:lnTo>
                  <a:lnTo>
                    <a:pt x="2115193" y="1460500"/>
                  </a:lnTo>
                  <a:lnTo>
                    <a:pt x="2143768" y="1460500"/>
                  </a:lnTo>
                  <a:lnTo>
                    <a:pt x="2140212" y="1447800"/>
                  </a:lnTo>
                  <a:close/>
                </a:path>
                <a:path w="2534920" h="2159000">
                  <a:moveTo>
                    <a:pt x="2142752" y="1447800"/>
                  </a:moveTo>
                  <a:lnTo>
                    <a:pt x="2143768" y="1460500"/>
                  </a:lnTo>
                  <a:lnTo>
                    <a:pt x="2144911" y="1460500"/>
                  </a:lnTo>
                  <a:lnTo>
                    <a:pt x="2142752" y="1447800"/>
                  </a:lnTo>
                  <a:close/>
                </a:path>
                <a:path w="2534920" h="2159000">
                  <a:moveTo>
                    <a:pt x="2131322" y="1435100"/>
                  </a:moveTo>
                  <a:lnTo>
                    <a:pt x="2102112" y="1435100"/>
                  </a:lnTo>
                  <a:lnTo>
                    <a:pt x="2106049" y="1447800"/>
                  </a:lnTo>
                  <a:lnTo>
                    <a:pt x="2133481" y="1447800"/>
                  </a:lnTo>
                  <a:lnTo>
                    <a:pt x="2131322" y="1435100"/>
                  </a:lnTo>
                  <a:close/>
                </a:path>
                <a:path w="2534920" h="2159000">
                  <a:moveTo>
                    <a:pt x="2132846" y="1435100"/>
                  </a:moveTo>
                  <a:lnTo>
                    <a:pt x="2133481" y="1447800"/>
                  </a:lnTo>
                  <a:lnTo>
                    <a:pt x="2137926" y="1447800"/>
                  </a:lnTo>
                  <a:lnTo>
                    <a:pt x="2132846" y="1435100"/>
                  </a:lnTo>
                  <a:close/>
                </a:path>
                <a:path w="2534920" h="2159000">
                  <a:moveTo>
                    <a:pt x="2121416" y="1422400"/>
                  </a:moveTo>
                  <a:lnTo>
                    <a:pt x="2090301" y="1422400"/>
                  </a:lnTo>
                  <a:lnTo>
                    <a:pt x="2095635" y="1435100"/>
                  </a:lnTo>
                  <a:lnTo>
                    <a:pt x="2124718" y="1435100"/>
                  </a:lnTo>
                  <a:lnTo>
                    <a:pt x="2121416" y="1422400"/>
                  </a:lnTo>
                  <a:close/>
                </a:path>
                <a:path w="2534920" h="2159000">
                  <a:moveTo>
                    <a:pt x="2107446" y="1409700"/>
                  </a:moveTo>
                  <a:lnTo>
                    <a:pt x="2080014" y="1409700"/>
                  </a:lnTo>
                  <a:lnTo>
                    <a:pt x="2081538" y="1422400"/>
                  </a:lnTo>
                  <a:lnTo>
                    <a:pt x="2112780" y="1422400"/>
                  </a:lnTo>
                  <a:lnTo>
                    <a:pt x="2107446" y="1409700"/>
                  </a:lnTo>
                  <a:close/>
                </a:path>
                <a:path w="2534920" h="2159000">
                  <a:moveTo>
                    <a:pt x="2100715" y="1397000"/>
                  </a:moveTo>
                  <a:lnTo>
                    <a:pt x="2067441" y="1397000"/>
                  </a:lnTo>
                  <a:lnTo>
                    <a:pt x="2072521" y="1409700"/>
                  </a:lnTo>
                  <a:lnTo>
                    <a:pt x="2105795" y="1409700"/>
                  </a:lnTo>
                  <a:lnTo>
                    <a:pt x="2100715" y="1397000"/>
                  </a:lnTo>
                  <a:close/>
                </a:path>
                <a:path w="2534920" h="2159000">
                  <a:moveTo>
                    <a:pt x="2085602" y="1384300"/>
                  </a:moveTo>
                  <a:lnTo>
                    <a:pt x="2058805" y="1384300"/>
                  </a:lnTo>
                  <a:lnTo>
                    <a:pt x="2065282" y="1397000"/>
                  </a:lnTo>
                  <a:lnTo>
                    <a:pt x="2090682" y="1397000"/>
                  </a:lnTo>
                  <a:lnTo>
                    <a:pt x="2085602" y="1384300"/>
                  </a:lnTo>
                  <a:close/>
                </a:path>
                <a:path w="2534920" h="2159000">
                  <a:moveTo>
                    <a:pt x="2076204" y="1371600"/>
                  </a:moveTo>
                  <a:lnTo>
                    <a:pt x="2048518" y="1371600"/>
                  </a:lnTo>
                  <a:lnTo>
                    <a:pt x="2055122" y="1384300"/>
                  </a:lnTo>
                  <a:lnTo>
                    <a:pt x="2082808" y="1384300"/>
                  </a:lnTo>
                  <a:lnTo>
                    <a:pt x="2076204" y="1371600"/>
                  </a:lnTo>
                  <a:close/>
                </a:path>
                <a:path w="2534920" h="2159000">
                  <a:moveTo>
                    <a:pt x="2037850" y="1358900"/>
                  </a:moveTo>
                  <a:lnTo>
                    <a:pt x="2029468" y="1358900"/>
                  </a:lnTo>
                  <a:lnTo>
                    <a:pt x="2038358" y="1371600"/>
                  </a:lnTo>
                  <a:lnTo>
                    <a:pt x="2037850" y="1358900"/>
                  </a:lnTo>
                  <a:close/>
                </a:path>
                <a:path w="2534920" h="2159000">
                  <a:moveTo>
                    <a:pt x="2067314" y="1358900"/>
                  </a:moveTo>
                  <a:lnTo>
                    <a:pt x="2037850" y="1358900"/>
                  </a:lnTo>
                  <a:lnTo>
                    <a:pt x="2040771" y="1371600"/>
                  </a:lnTo>
                  <a:lnTo>
                    <a:pt x="2073410" y="1371600"/>
                  </a:lnTo>
                  <a:lnTo>
                    <a:pt x="2067314" y="1358900"/>
                  </a:lnTo>
                  <a:close/>
                </a:path>
                <a:path w="2534920" h="2159000">
                  <a:moveTo>
                    <a:pt x="2046613" y="1333500"/>
                  </a:moveTo>
                  <a:lnTo>
                    <a:pt x="2013212" y="1333500"/>
                  </a:lnTo>
                  <a:lnTo>
                    <a:pt x="2016768" y="1346200"/>
                  </a:lnTo>
                  <a:lnTo>
                    <a:pt x="2025404" y="1346200"/>
                  </a:lnTo>
                  <a:lnTo>
                    <a:pt x="2029722" y="1358900"/>
                  </a:lnTo>
                  <a:lnTo>
                    <a:pt x="2059059" y="1358900"/>
                  </a:lnTo>
                  <a:lnTo>
                    <a:pt x="2055630" y="1346200"/>
                  </a:lnTo>
                  <a:lnTo>
                    <a:pt x="2046613" y="1333500"/>
                  </a:lnTo>
                  <a:close/>
                </a:path>
                <a:path w="2534920" h="2159000">
                  <a:moveTo>
                    <a:pt x="2033659" y="1320800"/>
                  </a:moveTo>
                  <a:lnTo>
                    <a:pt x="2001274" y="1320800"/>
                  </a:lnTo>
                  <a:lnTo>
                    <a:pt x="2005211" y="1333500"/>
                  </a:lnTo>
                  <a:lnTo>
                    <a:pt x="2042676" y="1333500"/>
                  </a:lnTo>
                  <a:lnTo>
                    <a:pt x="2033659" y="1320800"/>
                  </a:lnTo>
                  <a:close/>
                </a:path>
                <a:path w="2534920" h="2159000">
                  <a:moveTo>
                    <a:pt x="2021848" y="1308100"/>
                  </a:moveTo>
                  <a:lnTo>
                    <a:pt x="1982986" y="1308100"/>
                  </a:lnTo>
                  <a:lnTo>
                    <a:pt x="1990479" y="1320800"/>
                  </a:lnTo>
                  <a:lnTo>
                    <a:pt x="2029722" y="1320800"/>
                  </a:lnTo>
                  <a:lnTo>
                    <a:pt x="2021848" y="1308100"/>
                  </a:lnTo>
                  <a:close/>
                </a:path>
                <a:path w="2534920" h="2159000">
                  <a:moveTo>
                    <a:pt x="2007751" y="1295400"/>
                  </a:moveTo>
                  <a:lnTo>
                    <a:pt x="1973334" y="1295400"/>
                  </a:lnTo>
                  <a:lnTo>
                    <a:pt x="1979811" y="1308100"/>
                  </a:lnTo>
                  <a:lnTo>
                    <a:pt x="2010926" y="1308100"/>
                  </a:lnTo>
                  <a:lnTo>
                    <a:pt x="2007751" y="1295400"/>
                  </a:lnTo>
                  <a:close/>
                </a:path>
                <a:path w="2534920" h="2159000">
                  <a:moveTo>
                    <a:pt x="1997337" y="1282700"/>
                  </a:moveTo>
                  <a:lnTo>
                    <a:pt x="1962158" y="1282700"/>
                  </a:lnTo>
                  <a:lnTo>
                    <a:pt x="1970286" y="1295400"/>
                  </a:lnTo>
                  <a:lnTo>
                    <a:pt x="2000639" y="1295400"/>
                  </a:lnTo>
                  <a:lnTo>
                    <a:pt x="1997337" y="1282700"/>
                  </a:lnTo>
                  <a:close/>
                </a:path>
                <a:path w="2534920" h="2159000">
                  <a:moveTo>
                    <a:pt x="1979303" y="1270000"/>
                  </a:moveTo>
                  <a:lnTo>
                    <a:pt x="1950220" y="1270000"/>
                  </a:lnTo>
                  <a:lnTo>
                    <a:pt x="1958475" y="1282700"/>
                  </a:lnTo>
                  <a:lnTo>
                    <a:pt x="1990606" y="1282700"/>
                  </a:lnTo>
                  <a:lnTo>
                    <a:pt x="1979303" y="1270000"/>
                  </a:lnTo>
                  <a:close/>
                </a:path>
                <a:path w="2534920" h="2159000">
                  <a:moveTo>
                    <a:pt x="1975620" y="1257300"/>
                  </a:moveTo>
                  <a:lnTo>
                    <a:pt x="1940568" y="1257300"/>
                  </a:lnTo>
                  <a:lnTo>
                    <a:pt x="1947172" y="1270000"/>
                  </a:lnTo>
                  <a:lnTo>
                    <a:pt x="1976382" y="1270000"/>
                  </a:lnTo>
                  <a:lnTo>
                    <a:pt x="1975620" y="1257300"/>
                  </a:lnTo>
                  <a:close/>
                </a:path>
                <a:path w="2534920" h="2159000">
                  <a:moveTo>
                    <a:pt x="1964571" y="1244600"/>
                  </a:moveTo>
                  <a:lnTo>
                    <a:pt x="1927741" y="1244600"/>
                  </a:lnTo>
                  <a:lnTo>
                    <a:pt x="1937139" y="1257300"/>
                  </a:lnTo>
                  <a:lnTo>
                    <a:pt x="1967873" y="1257300"/>
                  </a:lnTo>
                  <a:lnTo>
                    <a:pt x="1964571" y="1244600"/>
                  </a:lnTo>
                  <a:close/>
                </a:path>
                <a:path w="2534920" h="2159000">
                  <a:moveTo>
                    <a:pt x="1944505" y="1231900"/>
                  </a:moveTo>
                  <a:lnTo>
                    <a:pt x="1916057" y="1231900"/>
                  </a:lnTo>
                  <a:lnTo>
                    <a:pt x="1923931" y="1244600"/>
                  </a:lnTo>
                  <a:lnTo>
                    <a:pt x="1953776" y="1244600"/>
                  </a:lnTo>
                  <a:lnTo>
                    <a:pt x="1944505" y="1231900"/>
                  </a:lnTo>
                  <a:close/>
                </a:path>
                <a:path w="2534920" h="2159000">
                  <a:moveTo>
                    <a:pt x="1933202" y="1219200"/>
                  </a:moveTo>
                  <a:lnTo>
                    <a:pt x="1902341" y="1219200"/>
                  </a:lnTo>
                  <a:lnTo>
                    <a:pt x="1912374" y="1231900"/>
                  </a:lnTo>
                  <a:lnTo>
                    <a:pt x="1941076" y="1231900"/>
                  </a:lnTo>
                  <a:lnTo>
                    <a:pt x="1933202" y="1219200"/>
                  </a:lnTo>
                  <a:close/>
                </a:path>
                <a:path w="2534920" h="2159000">
                  <a:moveTo>
                    <a:pt x="1923804" y="1206500"/>
                  </a:moveTo>
                  <a:lnTo>
                    <a:pt x="1893070" y="1206500"/>
                  </a:lnTo>
                  <a:lnTo>
                    <a:pt x="1902087" y="1219200"/>
                  </a:lnTo>
                  <a:lnTo>
                    <a:pt x="1930408" y="1219200"/>
                  </a:lnTo>
                  <a:lnTo>
                    <a:pt x="1923804" y="1206500"/>
                  </a:lnTo>
                  <a:close/>
                </a:path>
                <a:path w="2534920" h="2159000">
                  <a:moveTo>
                    <a:pt x="1911485" y="1193800"/>
                  </a:moveTo>
                  <a:lnTo>
                    <a:pt x="1881259" y="1193800"/>
                  </a:lnTo>
                  <a:lnTo>
                    <a:pt x="1889387" y="1206500"/>
                  </a:lnTo>
                  <a:lnTo>
                    <a:pt x="1920502" y="1206500"/>
                  </a:lnTo>
                  <a:lnTo>
                    <a:pt x="1911485" y="1193800"/>
                  </a:lnTo>
                  <a:close/>
                </a:path>
                <a:path w="2534920" h="2159000">
                  <a:moveTo>
                    <a:pt x="1906659" y="1181100"/>
                  </a:moveTo>
                  <a:lnTo>
                    <a:pt x="1871099" y="1181100"/>
                  </a:lnTo>
                  <a:lnTo>
                    <a:pt x="1878592" y="1193800"/>
                  </a:lnTo>
                  <a:lnTo>
                    <a:pt x="1910850" y="1193800"/>
                  </a:lnTo>
                  <a:lnTo>
                    <a:pt x="1906659" y="1181100"/>
                  </a:lnTo>
                  <a:close/>
                </a:path>
                <a:path w="2534920" h="2159000">
                  <a:moveTo>
                    <a:pt x="1894213" y="1168400"/>
                  </a:moveTo>
                  <a:lnTo>
                    <a:pt x="1859415" y="1168400"/>
                  </a:lnTo>
                  <a:lnTo>
                    <a:pt x="1868051" y="1181100"/>
                  </a:lnTo>
                  <a:lnTo>
                    <a:pt x="1897769" y="1181100"/>
                  </a:lnTo>
                  <a:lnTo>
                    <a:pt x="1894213" y="1168400"/>
                  </a:lnTo>
                  <a:close/>
                </a:path>
                <a:path w="2534920" h="2159000">
                  <a:moveTo>
                    <a:pt x="1883545" y="1155700"/>
                  </a:moveTo>
                  <a:lnTo>
                    <a:pt x="1841508" y="1155700"/>
                  </a:lnTo>
                  <a:lnTo>
                    <a:pt x="1847477" y="1168400"/>
                  </a:lnTo>
                  <a:lnTo>
                    <a:pt x="1887101" y="1168400"/>
                  </a:lnTo>
                  <a:lnTo>
                    <a:pt x="1883545" y="1155700"/>
                  </a:lnTo>
                  <a:close/>
                </a:path>
                <a:path w="2534920" h="2159000">
                  <a:moveTo>
                    <a:pt x="1864368" y="1143000"/>
                  </a:moveTo>
                  <a:lnTo>
                    <a:pt x="1828173" y="1143000"/>
                  </a:lnTo>
                  <a:lnTo>
                    <a:pt x="1828681" y="1155700"/>
                  </a:lnTo>
                  <a:lnTo>
                    <a:pt x="1870464" y="1155700"/>
                  </a:lnTo>
                  <a:lnTo>
                    <a:pt x="1864368" y="1143000"/>
                  </a:lnTo>
                  <a:close/>
                </a:path>
                <a:path w="2534920" h="2159000">
                  <a:moveTo>
                    <a:pt x="1845445" y="1130300"/>
                  </a:moveTo>
                  <a:lnTo>
                    <a:pt x="1813441" y="1130300"/>
                  </a:lnTo>
                  <a:lnTo>
                    <a:pt x="1818140" y="1143000"/>
                  </a:lnTo>
                  <a:lnTo>
                    <a:pt x="1852303" y="1143000"/>
                  </a:lnTo>
                  <a:lnTo>
                    <a:pt x="1845445" y="1130300"/>
                  </a:lnTo>
                  <a:close/>
                </a:path>
                <a:path w="2534920" h="2159000">
                  <a:moveTo>
                    <a:pt x="1834523" y="1117600"/>
                  </a:moveTo>
                  <a:lnTo>
                    <a:pt x="1800360" y="1117600"/>
                  </a:lnTo>
                  <a:lnTo>
                    <a:pt x="1806202" y="1130300"/>
                  </a:lnTo>
                  <a:lnTo>
                    <a:pt x="1837063" y="1130300"/>
                  </a:lnTo>
                  <a:lnTo>
                    <a:pt x="1834523" y="1117600"/>
                  </a:lnTo>
                  <a:close/>
                </a:path>
                <a:path w="2534920" h="2159000">
                  <a:moveTo>
                    <a:pt x="1822077" y="1104900"/>
                  </a:moveTo>
                  <a:lnTo>
                    <a:pt x="1786009" y="1104900"/>
                  </a:lnTo>
                  <a:lnTo>
                    <a:pt x="1790708" y="1117600"/>
                  </a:lnTo>
                  <a:lnTo>
                    <a:pt x="1822966" y="1117600"/>
                  </a:lnTo>
                  <a:lnTo>
                    <a:pt x="1822077" y="1104900"/>
                  </a:lnTo>
                  <a:close/>
                </a:path>
                <a:path w="2534920" h="2159000">
                  <a:moveTo>
                    <a:pt x="1808615" y="1092200"/>
                  </a:moveTo>
                  <a:lnTo>
                    <a:pt x="1771277" y="1092200"/>
                  </a:lnTo>
                  <a:lnTo>
                    <a:pt x="1776738" y="1104900"/>
                  </a:lnTo>
                  <a:lnTo>
                    <a:pt x="1813695" y="1104900"/>
                  </a:lnTo>
                  <a:lnTo>
                    <a:pt x="1808615" y="1092200"/>
                  </a:lnTo>
                  <a:close/>
                </a:path>
                <a:path w="2534920" h="2159000">
                  <a:moveTo>
                    <a:pt x="1794264" y="1079500"/>
                  </a:moveTo>
                  <a:lnTo>
                    <a:pt x="1752989" y="1079500"/>
                  </a:lnTo>
                  <a:lnTo>
                    <a:pt x="1761625" y="1092200"/>
                  </a:lnTo>
                  <a:lnTo>
                    <a:pt x="1799725" y="1092200"/>
                  </a:lnTo>
                  <a:lnTo>
                    <a:pt x="1794264" y="1079500"/>
                  </a:lnTo>
                  <a:close/>
                </a:path>
                <a:path w="2534920" h="2159000">
                  <a:moveTo>
                    <a:pt x="1781056" y="1066800"/>
                  </a:moveTo>
                  <a:lnTo>
                    <a:pt x="1740289" y="1066800"/>
                  </a:lnTo>
                  <a:lnTo>
                    <a:pt x="1744607" y="1079500"/>
                  </a:lnTo>
                  <a:lnTo>
                    <a:pt x="1786898" y="1079500"/>
                  </a:lnTo>
                  <a:lnTo>
                    <a:pt x="1781056" y="1066800"/>
                  </a:lnTo>
                  <a:close/>
                </a:path>
                <a:path w="2534920" h="2159000">
                  <a:moveTo>
                    <a:pt x="1763403" y="1054100"/>
                  </a:moveTo>
                  <a:lnTo>
                    <a:pt x="1712603" y="1054100"/>
                  </a:lnTo>
                  <a:lnTo>
                    <a:pt x="1724795" y="1066800"/>
                  </a:lnTo>
                  <a:lnTo>
                    <a:pt x="1767213" y="1066800"/>
                  </a:lnTo>
                  <a:lnTo>
                    <a:pt x="1763403" y="1054100"/>
                  </a:lnTo>
                  <a:close/>
                </a:path>
                <a:path w="2534920" h="2159000">
                  <a:moveTo>
                    <a:pt x="1740797" y="1041400"/>
                  </a:moveTo>
                  <a:lnTo>
                    <a:pt x="1695966" y="1041400"/>
                  </a:lnTo>
                  <a:lnTo>
                    <a:pt x="1707142" y="1054100"/>
                  </a:lnTo>
                  <a:lnTo>
                    <a:pt x="1748671" y="1054100"/>
                  </a:lnTo>
                  <a:lnTo>
                    <a:pt x="1740797" y="1041400"/>
                  </a:lnTo>
                  <a:close/>
                </a:path>
                <a:path w="2534920" h="2159000">
                  <a:moveTo>
                    <a:pt x="1720350" y="1028700"/>
                  </a:moveTo>
                  <a:lnTo>
                    <a:pt x="1682123" y="1028700"/>
                  </a:lnTo>
                  <a:lnTo>
                    <a:pt x="1690759" y="1041400"/>
                  </a:lnTo>
                  <a:lnTo>
                    <a:pt x="1725430" y="1041400"/>
                  </a:lnTo>
                  <a:lnTo>
                    <a:pt x="1720350" y="1028700"/>
                  </a:lnTo>
                  <a:close/>
                </a:path>
                <a:path w="2534920" h="2159000">
                  <a:moveTo>
                    <a:pt x="1703713" y="1016000"/>
                  </a:moveTo>
                  <a:lnTo>
                    <a:pt x="1663962" y="1016000"/>
                  </a:lnTo>
                  <a:lnTo>
                    <a:pt x="1676662" y="1028700"/>
                  </a:lnTo>
                  <a:lnTo>
                    <a:pt x="1708920" y="1028700"/>
                  </a:lnTo>
                  <a:lnTo>
                    <a:pt x="1703713" y="1016000"/>
                  </a:lnTo>
                  <a:close/>
                </a:path>
                <a:path w="2534920" h="2159000">
                  <a:moveTo>
                    <a:pt x="1660533" y="990600"/>
                  </a:moveTo>
                  <a:lnTo>
                    <a:pt x="1630434" y="990600"/>
                  </a:lnTo>
                  <a:lnTo>
                    <a:pt x="1641229" y="1003300"/>
                  </a:lnTo>
                  <a:lnTo>
                    <a:pt x="1645801" y="1003300"/>
                  </a:lnTo>
                  <a:lnTo>
                    <a:pt x="1658120" y="1016000"/>
                  </a:lnTo>
                  <a:lnTo>
                    <a:pt x="1690759" y="1016000"/>
                  </a:lnTo>
                  <a:lnTo>
                    <a:pt x="1677587" y="1002695"/>
                  </a:lnTo>
                  <a:lnTo>
                    <a:pt x="1660533" y="990600"/>
                  </a:lnTo>
                  <a:close/>
                </a:path>
                <a:path w="2534920" h="2159000">
                  <a:moveTo>
                    <a:pt x="1656469" y="977900"/>
                  </a:moveTo>
                  <a:lnTo>
                    <a:pt x="1613670" y="977900"/>
                  </a:lnTo>
                  <a:lnTo>
                    <a:pt x="1625862" y="990600"/>
                  </a:lnTo>
                  <a:lnTo>
                    <a:pt x="1660914" y="990600"/>
                  </a:lnTo>
                  <a:lnTo>
                    <a:pt x="1656469" y="977900"/>
                  </a:lnTo>
                  <a:close/>
                </a:path>
                <a:path w="2534920" h="2159000">
                  <a:moveTo>
                    <a:pt x="1624973" y="952500"/>
                  </a:moveTo>
                  <a:lnTo>
                    <a:pt x="1593477" y="952500"/>
                  </a:lnTo>
                  <a:lnTo>
                    <a:pt x="1598430" y="965200"/>
                  </a:lnTo>
                  <a:lnTo>
                    <a:pt x="1609225" y="977900"/>
                  </a:lnTo>
                  <a:lnTo>
                    <a:pt x="1646182" y="977900"/>
                  </a:lnTo>
                  <a:lnTo>
                    <a:pt x="1641483" y="965200"/>
                  </a:lnTo>
                  <a:lnTo>
                    <a:pt x="1629291" y="965200"/>
                  </a:lnTo>
                  <a:lnTo>
                    <a:pt x="1624973" y="952500"/>
                  </a:lnTo>
                  <a:close/>
                </a:path>
                <a:path w="2534920" h="2159000">
                  <a:moveTo>
                    <a:pt x="1597922" y="927100"/>
                  </a:moveTo>
                  <a:lnTo>
                    <a:pt x="1565410" y="927100"/>
                  </a:lnTo>
                  <a:lnTo>
                    <a:pt x="1577602" y="939800"/>
                  </a:lnTo>
                  <a:lnTo>
                    <a:pt x="1582301" y="952500"/>
                  </a:lnTo>
                  <a:lnTo>
                    <a:pt x="1624338" y="952500"/>
                  </a:lnTo>
                  <a:lnTo>
                    <a:pt x="1613543" y="939800"/>
                  </a:lnTo>
                  <a:lnTo>
                    <a:pt x="1608717" y="939800"/>
                  </a:lnTo>
                  <a:lnTo>
                    <a:pt x="1597922" y="927100"/>
                  </a:lnTo>
                  <a:close/>
                </a:path>
                <a:path w="2534920" h="2159000">
                  <a:moveTo>
                    <a:pt x="1581158" y="914400"/>
                  </a:moveTo>
                  <a:lnTo>
                    <a:pt x="1549662" y="914400"/>
                  </a:lnTo>
                  <a:lnTo>
                    <a:pt x="1560330" y="927100"/>
                  </a:lnTo>
                  <a:lnTo>
                    <a:pt x="1593350" y="927100"/>
                  </a:lnTo>
                  <a:lnTo>
                    <a:pt x="1581158" y="914400"/>
                  </a:lnTo>
                  <a:close/>
                </a:path>
                <a:path w="2534920" h="2159000">
                  <a:moveTo>
                    <a:pt x="1565156" y="901700"/>
                  </a:moveTo>
                  <a:lnTo>
                    <a:pt x="1531628" y="901700"/>
                  </a:lnTo>
                  <a:lnTo>
                    <a:pt x="1536581" y="914400"/>
                  </a:lnTo>
                  <a:lnTo>
                    <a:pt x="1576078" y="914400"/>
                  </a:lnTo>
                  <a:lnTo>
                    <a:pt x="1565156" y="901700"/>
                  </a:lnTo>
                  <a:close/>
                </a:path>
                <a:path w="2534920" h="2159000">
                  <a:moveTo>
                    <a:pt x="1550805" y="889000"/>
                  </a:moveTo>
                  <a:lnTo>
                    <a:pt x="1514991" y="889000"/>
                  </a:lnTo>
                  <a:lnTo>
                    <a:pt x="1520071" y="901700"/>
                  </a:lnTo>
                  <a:lnTo>
                    <a:pt x="1564394" y="901700"/>
                  </a:lnTo>
                  <a:lnTo>
                    <a:pt x="1550805" y="889000"/>
                  </a:lnTo>
                  <a:close/>
                </a:path>
                <a:path w="2534920" h="2159000">
                  <a:moveTo>
                    <a:pt x="1534549" y="876300"/>
                  </a:moveTo>
                  <a:lnTo>
                    <a:pt x="1500513" y="876300"/>
                  </a:lnTo>
                  <a:lnTo>
                    <a:pt x="1505720" y="889000"/>
                  </a:lnTo>
                  <a:lnTo>
                    <a:pt x="1545852" y="889000"/>
                  </a:lnTo>
                  <a:lnTo>
                    <a:pt x="1534549" y="876300"/>
                  </a:lnTo>
                  <a:close/>
                </a:path>
                <a:path w="2534920" h="2159000">
                  <a:moveTo>
                    <a:pt x="1501910" y="850900"/>
                  </a:moveTo>
                  <a:lnTo>
                    <a:pt x="1467874" y="850900"/>
                  </a:lnTo>
                  <a:lnTo>
                    <a:pt x="1482352" y="863600"/>
                  </a:lnTo>
                  <a:lnTo>
                    <a:pt x="1488448" y="876300"/>
                  </a:lnTo>
                  <a:lnTo>
                    <a:pt x="1529469" y="876300"/>
                  </a:lnTo>
                  <a:lnTo>
                    <a:pt x="1519309" y="863600"/>
                  </a:lnTo>
                  <a:lnTo>
                    <a:pt x="1514229" y="863600"/>
                  </a:lnTo>
                  <a:lnTo>
                    <a:pt x="1501910" y="850900"/>
                  </a:lnTo>
                  <a:close/>
                </a:path>
                <a:path w="2534920" h="2159000">
                  <a:moveTo>
                    <a:pt x="1481336" y="838200"/>
                  </a:moveTo>
                  <a:lnTo>
                    <a:pt x="1450602" y="838200"/>
                  </a:lnTo>
                  <a:lnTo>
                    <a:pt x="1462413" y="850900"/>
                  </a:lnTo>
                  <a:lnTo>
                    <a:pt x="1495687" y="850900"/>
                  </a:lnTo>
                  <a:lnTo>
                    <a:pt x="1481336" y="838200"/>
                  </a:lnTo>
                  <a:close/>
                </a:path>
                <a:path w="2534920" h="2159000">
                  <a:moveTo>
                    <a:pt x="1427869" y="800100"/>
                  </a:moveTo>
                  <a:lnTo>
                    <a:pt x="1396754" y="800100"/>
                  </a:lnTo>
                  <a:lnTo>
                    <a:pt x="1413966" y="812052"/>
                  </a:lnTo>
                  <a:lnTo>
                    <a:pt x="1415136" y="812926"/>
                  </a:lnTo>
                  <a:lnTo>
                    <a:pt x="1429793" y="826440"/>
                  </a:lnTo>
                  <a:lnTo>
                    <a:pt x="1445903" y="838200"/>
                  </a:lnTo>
                  <a:lnTo>
                    <a:pt x="1476637" y="838200"/>
                  </a:lnTo>
                  <a:lnTo>
                    <a:pt x="1464938" y="825620"/>
                  </a:lnTo>
                  <a:lnTo>
                    <a:pt x="1459477" y="825620"/>
                  </a:lnTo>
                  <a:lnTo>
                    <a:pt x="1447671" y="812926"/>
                  </a:lnTo>
                  <a:lnTo>
                    <a:pt x="1442106" y="812926"/>
                  </a:lnTo>
                  <a:lnTo>
                    <a:pt x="1427869" y="800100"/>
                  </a:lnTo>
                  <a:close/>
                </a:path>
                <a:path w="2534920" h="2159000">
                  <a:moveTo>
                    <a:pt x="1428889" y="825620"/>
                  </a:moveTo>
                  <a:lnTo>
                    <a:pt x="1428670" y="825620"/>
                  </a:lnTo>
                  <a:lnTo>
                    <a:pt x="1429793" y="826440"/>
                  </a:lnTo>
                  <a:lnTo>
                    <a:pt x="1428889" y="825620"/>
                  </a:lnTo>
                  <a:close/>
                </a:path>
                <a:path w="2534920" h="2159000">
                  <a:moveTo>
                    <a:pt x="1413966" y="812052"/>
                  </a:moveTo>
                  <a:lnTo>
                    <a:pt x="1414927" y="812926"/>
                  </a:lnTo>
                  <a:lnTo>
                    <a:pt x="1415174" y="812926"/>
                  </a:lnTo>
                  <a:lnTo>
                    <a:pt x="1413966" y="812052"/>
                  </a:lnTo>
                  <a:close/>
                </a:path>
                <a:path w="2534920" h="2159000">
                  <a:moveTo>
                    <a:pt x="1409200" y="787400"/>
                  </a:moveTo>
                  <a:lnTo>
                    <a:pt x="1376180" y="787400"/>
                  </a:lnTo>
                  <a:lnTo>
                    <a:pt x="1381133" y="800100"/>
                  </a:lnTo>
                  <a:lnTo>
                    <a:pt x="1421519" y="800100"/>
                  </a:lnTo>
                  <a:lnTo>
                    <a:pt x="1409200" y="787400"/>
                  </a:lnTo>
                  <a:close/>
                </a:path>
                <a:path w="2534920" h="2159000">
                  <a:moveTo>
                    <a:pt x="1394341" y="774700"/>
                  </a:moveTo>
                  <a:lnTo>
                    <a:pt x="1358781" y="774700"/>
                  </a:lnTo>
                  <a:lnTo>
                    <a:pt x="1363734" y="787400"/>
                  </a:lnTo>
                  <a:lnTo>
                    <a:pt x="1404374" y="787400"/>
                  </a:lnTo>
                  <a:lnTo>
                    <a:pt x="1394341" y="774700"/>
                  </a:lnTo>
                  <a:close/>
                </a:path>
                <a:path w="2534920" h="2159000">
                  <a:moveTo>
                    <a:pt x="1377323" y="762000"/>
                  </a:moveTo>
                  <a:lnTo>
                    <a:pt x="1339985" y="762000"/>
                  </a:lnTo>
                  <a:lnTo>
                    <a:pt x="1345446" y="774700"/>
                  </a:lnTo>
                  <a:lnTo>
                    <a:pt x="1389134" y="774700"/>
                  </a:lnTo>
                  <a:lnTo>
                    <a:pt x="1377323" y="762000"/>
                  </a:lnTo>
                  <a:close/>
                </a:path>
                <a:path w="2534920" h="2159000">
                  <a:moveTo>
                    <a:pt x="1359162" y="749300"/>
                  </a:moveTo>
                  <a:lnTo>
                    <a:pt x="1324491" y="749300"/>
                  </a:lnTo>
                  <a:lnTo>
                    <a:pt x="1329190" y="762000"/>
                  </a:lnTo>
                  <a:lnTo>
                    <a:pt x="1372497" y="762000"/>
                  </a:lnTo>
                  <a:lnTo>
                    <a:pt x="1359162" y="749300"/>
                  </a:lnTo>
                  <a:close/>
                </a:path>
                <a:path w="2534920" h="2159000">
                  <a:moveTo>
                    <a:pt x="1342144" y="736600"/>
                  </a:moveTo>
                  <a:lnTo>
                    <a:pt x="1297313" y="736600"/>
                  </a:lnTo>
                  <a:lnTo>
                    <a:pt x="1309632" y="749300"/>
                  </a:lnTo>
                  <a:lnTo>
                    <a:pt x="1353701" y="749300"/>
                  </a:lnTo>
                  <a:lnTo>
                    <a:pt x="1342144" y="736600"/>
                  </a:lnTo>
                  <a:close/>
                </a:path>
                <a:path w="2534920" h="2159000">
                  <a:moveTo>
                    <a:pt x="1328428" y="723900"/>
                  </a:moveTo>
                  <a:lnTo>
                    <a:pt x="1291979" y="723900"/>
                  </a:lnTo>
                  <a:lnTo>
                    <a:pt x="1292106" y="736600"/>
                  </a:lnTo>
                  <a:lnTo>
                    <a:pt x="1337826" y="736600"/>
                  </a:lnTo>
                  <a:lnTo>
                    <a:pt x="1328428" y="723900"/>
                  </a:lnTo>
                  <a:close/>
                </a:path>
                <a:path w="2534920" h="2159000">
                  <a:moveTo>
                    <a:pt x="1311283" y="711200"/>
                  </a:moveTo>
                  <a:lnTo>
                    <a:pt x="1267087" y="711200"/>
                  </a:lnTo>
                  <a:lnTo>
                    <a:pt x="1277628" y="723900"/>
                  </a:lnTo>
                  <a:lnTo>
                    <a:pt x="1323602" y="723900"/>
                  </a:lnTo>
                  <a:lnTo>
                    <a:pt x="1311283" y="711200"/>
                  </a:lnTo>
                  <a:close/>
                </a:path>
                <a:path w="2534920" h="2159000">
                  <a:moveTo>
                    <a:pt x="1295408" y="698500"/>
                  </a:moveTo>
                  <a:lnTo>
                    <a:pt x="1251593" y="698500"/>
                  </a:lnTo>
                  <a:lnTo>
                    <a:pt x="1262261" y="711200"/>
                  </a:lnTo>
                  <a:lnTo>
                    <a:pt x="1305949" y="711200"/>
                  </a:lnTo>
                  <a:lnTo>
                    <a:pt x="1295408" y="698500"/>
                  </a:lnTo>
                  <a:close/>
                </a:path>
                <a:path w="2534920" h="2159000">
                  <a:moveTo>
                    <a:pt x="1276358" y="685800"/>
                  </a:moveTo>
                  <a:lnTo>
                    <a:pt x="1238385" y="685800"/>
                  </a:lnTo>
                  <a:lnTo>
                    <a:pt x="1248418" y="698500"/>
                  </a:lnTo>
                  <a:lnTo>
                    <a:pt x="1291471" y="698500"/>
                  </a:lnTo>
                  <a:lnTo>
                    <a:pt x="1276358" y="685800"/>
                  </a:lnTo>
                  <a:close/>
                </a:path>
                <a:path w="2534920" h="2159000">
                  <a:moveTo>
                    <a:pt x="1263404" y="673100"/>
                  </a:moveTo>
                  <a:lnTo>
                    <a:pt x="1218192" y="673100"/>
                  </a:lnTo>
                  <a:lnTo>
                    <a:pt x="1228225" y="685800"/>
                  </a:lnTo>
                  <a:lnTo>
                    <a:pt x="1266960" y="685800"/>
                  </a:lnTo>
                  <a:lnTo>
                    <a:pt x="1263404" y="673100"/>
                  </a:lnTo>
                  <a:close/>
                </a:path>
                <a:path w="2534920" h="2159000">
                  <a:moveTo>
                    <a:pt x="1242703" y="660400"/>
                  </a:moveTo>
                  <a:lnTo>
                    <a:pt x="1206000" y="660400"/>
                  </a:lnTo>
                  <a:lnTo>
                    <a:pt x="1218573" y="673100"/>
                  </a:lnTo>
                  <a:lnTo>
                    <a:pt x="1252736" y="673100"/>
                  </a:lnTo>
                  <a:lnTo>
                    <a:pt x="1242703" y="660400"/>
                  </a:lnTo>
                  <a:close/>
                </a:path>
                <a:path w="2534920" h="2159000">
                  <a:moveTo>
                    <a:pt x="1232797" y="647700"/>
                  </a:moveTo>
                  <a:lnTo>
                    <a:pt x="1191522" y="647700"/>
                  </a:lnTo>
                  <a:lnTo>
                    <a:pt x="1201047" y="660400"/>
                  </a:lnTo>
                  <a:lnTo>
                    <a:pt x="1242830" y="660400"/>
                  </a:lnTo>
                  <a:lnTo>
                    <a:pt x="1232797" y="647700"/>
                  </a:lnTo>
                  <a:close/>
                </a:path>
                <a:path w="2534920" h="2159000">
                  <a:moveTo>
                    <a:pt x="1214001" y="635000"/>
                  </a:moveTo>
                  <a:lnTo>
                    <a:pt x="1173869" y="635000"/>
                  </a:lnTo>
                  <a:lnTo>
                    <a:pt x="1178441" y="647700"/>
                  </a:lnTo>
                  <a:lnTo>
                    <a:pt x="1219208" y="647700"/>
                  </a:lnTo>
                  <a:lnTo>
                    <a:pt x="1214001" y="635000"/>
                  </a:lnTo>
                  <a:close/>
                </a:path>
                <a:path w="2534920" h="2159000">
                  <a:moveTo>
                    <a:pt x="1154184" y="622300"/>
                  </a:moveTo>
                  <a:lnTo>
                    <a:pt x="1144913" y="622300"/>
                  </a:lnTo>
                  <a:lnTo>
                    <a:pt x="1154438" y="635000"/>
                  </a:lnTo>
                  <a:lnTo>
                    <a:pt x="1154184" y="622300"/>
                  </a:lnTo>
                  <a:close/>
                </a:path>
                <a:path w="2534920" h="2159000">
                  <a:moveTo>
                    <a:pt x="1185807" y="622300"/>
                  </a:moveTo>
                  <a:lnTo>
                    <a:pt x="1154184" y="622300"/>
                  </a:lnTo>
                  <a:lnTo>
                    <a:pt x="1158883" y="635000"/>
                  </a:lnTo>
                  <a:lnTo>
                    <a:pt x="1199523" y="635000"/>
                  </a:lnTo>
                  <a:lnTo>
                    <a:pt x="1185807" y="622300"/>
                  </a:lnTo>
                  <a:close/>
                </a:path>
                <a:path w="2534920" h="2159000">
                  <a:moveTo>
                    <a:pt x="1171583" y="609600"/>
                  </a:moveTo>
                  <a:lnTo>
                    <a:pt x="1131197" y="609600"/>
                  </a:lnTo>
                  <a:lnTo>
                    <a:pt x="1140849" y="622300"/>
                  </a:lnTo>
                  <a:lnTo>
                    <a:pt x="1178822" y="622300"/>
                  </a:lnTo>
                  <a:lnTo>
                    <a:pt x="1171583" y="609600"/>
                  </a:lnTo>
                  <a:close/>
                </a:path>
                <a:path w="2534920" h="2159000">
                  <a:moveTo>
                    <a:pt x="1153422" y="596900"/>
                  </a:moveTo>
                  <a:lnTo>
                    <a:pt x="1113417" y="596900"/>
                  </a:lnTo>
                  <a:lnTo>
                    <a:pt x="1126117" y="609600"/>
                  </a:lnTo>
                  <a:lnTo>
                    <a:pt x="1157613" y="609600"/>
                  </a:lnTo>
                  <a:lnTo>
                    <a:pt x="1153422" y="596900"/>
                  </a:lnTo>
                  <a:close/>
                </a:path>
                <a:path w="2534920" h="2159000">
                  <a:moveTo>
                    <a:pt x="1126498" y="584200"/>
                  </a:moveTo>
                  <a:lnTo>
                    <a:pt x="1093859" y="584200"/>
                  </a:lnTo>
                  <a:lnTo>
                    <a:pt x="1098177" y="596900"/>
                  </a:lnTo>
                  <a:lnTo>
                    <a:pt x="1139071" y="596900"/>
                  </a:lnTo>
                  <a:lnTo>
                    <a:pt x="1126498" y="584200"/>
                  </a:lnTo>
                  <a:close/>
                </a:path>
                <a:path w="2534920" h="2159000">
                  <a:moveTo>
                    <a:pt x="1111004" y="571500"/>
                  </a:moveTo>
                  <a:lnTo>
                    <a:pt x="1069983" y="571500"/>
                  </a:lnTo>
                  <a:lnTo>
                    <a:pt x="1079889" y="584200"/>
                  </a:lnTo>
                  <a:lnTo>
                    <a:pt x="1121672" y="584200"/>
                  </a:lnTo>
                  <a:lnTo>
                    <a:pt x="1111004" y="571500"/>
                  </a:lnTo>
                  <a:close/>
                </a:path>
                <a:path w="2534920" h="2159000">
                  <a:moveTo>
                    <a:pt x="1095764" y="558800"/>
                  </a:moveTo>
                  <a:lnTo>
                    <a:pt x="1042170" y="558800"/>
                  </a:lnTo>
                  <a:lnTo>
                    <a:pt x="1052711" y="571500"/>
                  </a:lnTo>
                  <a:lnTo>
                    <a:pt x="1105924" y="571500"/>
                  </a:lnTo>
                  <a:lnTo>
                    <a:pt x="1095764" y="558800"/>
                  </a:lnTo>
                  <a:close/>
                </a:path>
                <a:path w="2534920" h="2159000">
                  <a:moveTo>
                    <a:pt x="1076460" y="546100"/>
                  </a:moveTo>
                  <a:lnTo>
                    <a:pt x="1025660" y="546100"/>
                  </a:lnTo>
                  <a:lnTo>
                    <a:pt x="1036709" y="558800"/>
                  </a:lnTo>
                  <a:lnTo>
                    <a:pt x="1081286" y="558800"/>
                  </a:lnTo>
                  <a:lnTo>
                    <a:pt x="1076460" y="546100"/>
                  </a:lnTo>
                  <a:close/>
                </a:path>
                <a:path w="2534920" h="2159000">
                  <a:moveTo>
                    <a:pt x="1047377" y="533400"/>
                  </a:moveTo>
                  <a:lnTo>
                    <a:pt x="1003308" y="533400"/>
                  </a:lnTo>
                  <a:lnTo>
                    <a:pt x="1008769" y="546100"/>
                  </a:lnTo>
                  <a:lnTo>
                    <a:pt x="1052330" y="546100"/>
                  </a:lnTo>
                  <a:lnTo>
                    <a:pt x="1047377" y="533400"/>
                  </a:lnTo>
                  <a:close/>
                </a:path>
                <a:path w="2534920" h="2159000">
                  <a:moveTo>
                    <a:pt x="1020326" y="520700"/>
                  </a:moveTo>
                  <a:lnTo>
                    <a:pt x="973463" y="520700"/>
                  </a:lnTo>
                  <a:lnTo>
                    <a:pt x="985274" y="533400"/>
                  </a:lnTo>
                  <a:lnTo>
                    <a:pt x="1031375" y="533400"/>
                  </a:lnTo>
                  <a:lnTo>
                    <a:pt x="1020326" y="520700"/>
                  </a:lnTo>
                  <a:close/>
                </a:path>
                <a:path w="2534920" h="2159000">
                  <a:moveTo>
                    <a:pt x="1003308" y="508000"/>
                  </a:moveTo>
                  <a:lnTo>
                    <a:pt x="960890" y="508000"/>
                  </a:lnTo>
                  <a:lnTo>
                    <a:pt x="969018" y="520700"/>
                  </a:lnTo>
                  <a:lnTo>
                    <a:pt x="1015881" y="520700"/>
                  </a:lnTo>
                  <a:lnTo>
                    <a:pt x="1003308" y="508000"/>
                  </a:lnTo>
                  <a:close/>
                </a:path>
                <a:path w="2534920" h="2159000">
                  <a:moveTo>
                    <a:pt x="986544" y="495300"/>
                  </a:moveTo>
                  <a:lnTo>
                    <a:pt x="943999" y="495300"/>
                  </a:lnTo>
                  <a:lnTo>
                    <a:pt x="948698" y="508000"/>
                  </a:lnTo>
                  <a:lnTo>
                    <a:pt x="998355" y="508000"/>
                  </a:lnTo>
                  <a:lnTo>
                    <a:pt x="986544" y="495300"/>
                  </a:lnTo>
                  <a:close/>
                </a:path>
                <a:path w="2534920" h="2159000">
                  <a:moveTo>
                    <a:pt x="959874" y="482600"/>
                  </a:moveTo>
                  <a:lnTo>
                    <a:pt x="916948" y="482600"/>
                  </a:lnTo>
                  <a:lnTo>
                    <a:pt x="927997" y="495300"/>
                  </a:lnTo>
                  <a:lnTo>
                    <a:pt x="968891" y="495300"/>
                  </a:lnTo>
                  <a:lnTo>
                    <a:pt x="959874" y="482600"/>
                  </a:lnTo>
                  <a:close/>
                </a:path>
                <a:path w="2534920" h="2159000">
                  <a:moveTo>
                    <a:pt x="942602" y="469900"/>
                  </a:moveTo>
                  <a:lnTo>
                    <a:pt x="887230" y="469900"/>
                  </a:lnTo>
                  <a:lnTo>
                    <a:pt x="897644" y="482600"/>
                  </a:lnTo>
                  <a:lnTo>
                    <a:pt x="954159" y="482600"/>
                  </a:lnTo>
                  <a:lnTo>
                    <a:pt x="942602" y="469900"/>
                  </a:lnTo>
                  <a:close/>
                </a:path>
                <a:path w="2534920" h="2159000">
                  <a:moveTo>
                    <a:pt x="913519" y="457200"/>
                  </a:moveTo>
                  <a:lnTo>
                    <a:pt x="873895" y="457200"/>
                  </a:lnTo>
                  <a:lnTo>
                    <a:pt x="882150" y="469900"/>
                  </a:lnTo>
                  <a:lnTo>
                    <a:pt x="923171" y="469900"/>
                  </a:lnTo>
                  <a:lnTo>
                    <a:pt x="913519" y="457200"/>
                  </a:lnTo>
                  <a:close/>
                </a:path>
                <a:path w="2534920" h="2159000">
                  <a:moveTo>
                    <a:pt x="895104" y="444500"/>
                  </a:moveTo>
                  <a:lnTo>
                    <a:pt x="849765" y="444500"/>
                  </a:lnTo>
                  <a:lnTo>
                    <a:pt x="858782" y="457200"/>
                  </a:lnTo>
                  <a:lnTo>
                    <a:pt x="899422" y="457200"/>
                  </a:lnTo>
                  <a:lnTo>
                    <a:pt x="895104" y="444500"/>
                  </a:lnTo>
                  <a:close/>
                </a:path>
                <a:path w="2534920" h="2159000">
                  <a:moveTo>
                    <a:pt x="875673" y="431800"/>
                  </a:moveTo>
                  <a:lnTo>
                    <a:pt x="836557" y="431800"/>
                  </a:lnTo>
                  <a:lnTo>
                    <a:pt x="845955" y="444500"/>
                  </a:lnTo>
                  <a:lnTo>
                    <a:pt x="883420" y="444500"/>
                  </a:lnTo>
                  <a:lnTo>
                    <a:pt x="875673" y="431800"/>
                  </a:lnTo>
                  <a:close/>
                </a:path>
                <a:path w="2534920" h="2159000">
                  <a:moveTo>
                    <a:pt x="856877" y="419100"/>
                  </a:moveTo>
                  <a:lnTo>
                    <a:pt x="809379" y="419100"/>
                  </a:lnTo>
                  <a:lnTo>
                    <a:pt x="819412" y="431800"/>
                  </a:lnTo>
                  <a:lnTo>
                    <a:pt x="861195" y="431800"/>
                  </a:lnTo>
                  <a:lnTo>
                    <a:pt x="856877" y="419100"/>
                  </a:lnTo>
                  <a:close/>
                </a:path>
                <a:path w="2534920" h="2159000">
                  <a:moveTo>
                    <a:pt x="834271" y="406400"/>
                  </a:moveTo>
                  <a:lnTo>
                    <a:pt x="777756" y="406400"/>
                  </a:lnTo>
                  <a:lnTo>
                    <a:pt x="789694" y="419100"/>
                  </a:lnTo>
                  <a:lnTo>
                    <a:pt x="843923" y="419100"/>
                  </a:lnTo>
                  <a:lnTo>
                    <a:pt x="834271" y="406400"/>
                  </a:lnTo>
                  <a:close/>
                </a:path>
                <a:path w="2534920" h="2159000">
                  <a:moveTo>
                    <a:pt x="804553" y="393700"/>
                  </a:moveTo>
                  <a:lnTo>
                    <a:pt x="759722" y="393700"/>
                  </a:lnTo>
                  <a:lnTo>
                    <a:pt x="772295" y="406400"/>
                  </a:lnTo>
                  <a:lnTo>
                    <a:pt x="815094" y="406400"/>
                  </a:lnTo>
                  <a:lnTo>
                    <a:pt x="804553" y="393700"/>
                  </a:lnTo>
                  <a:close/>
                </a:path>
                <a:path w="2534920" h="2159000">
                  <a:moveTo>
                    <a:pt x="783217" y="381000"/>
                  </a:moveTo>
                  <a:lnTo>
                    <a:pt x="740799" y="381000"/>
                  </a:lnTo>
                  <a:lnTo>
                    <a:pt x="754388" y="393700"/>
                  </a:lnTo>
                  <a:lnTo>
                    <a:pt x="788297" y="393700"/>
                  </a:lnTo>
                  <a:lnTo>
                    <a:pt x="783217" y="381000"/>
                  </a:lnTo>
                  <a:close/>
                </a:path>
                <a:path w="2534920" h="2159000">
                  <a:moveTo>
                    <a:pt x="752483" y="368300"/>
                  </a:moveTo>
                  <a:lnTo>
                    <a:pt x="722130" y="368300"/>
                  </a:lnTo>
                  <a:lnTo>
                    <a:pt x="734830" y="381000"/>
                  </a:lnTo>
                  <a:lnTo>
                    <a:pt x="765437" y="381000"/>
                  </a:lnTo>
                  <a:lnTo>
                    <a:pt x="752483" y="368300"/>
                  </a:lnTo>
                  <a:close/>
                </a:path>
                <a:path w="2534920" h="2159000">
                  <a:moveTo>
                    <a:pt x="734449" y="355600"/>
                  </a:moveTo>
                  <a:lnTo>
                    <a:pt x="699016" y="355600"/>
                  </a:lnTo>
                  <a:lnTo>
                    <a:pt x="704858" y="368300"/>
                  </a:lnTo>
                  <a:lnTo>
                    <a:pt x="747022" y="368300"/>
                  </a:lnTo>
                  <a:lnTo>
                    <a:pt x="734449" y="355600"/>
                  </a:lnTo>
                  <a:close/>
                </a:path>
                <a:path w="2534920" h="2159000">
                  <a:moveTo>
                    <a:pt x="716542" y="342900"/>
                  </a:moveTo>
                  <a:lnTo>
                    <a:pt x="681363" y="342900"/>
                  </a:lnTo>
                  <a:lnTo>
                    <a:pt x="687205" y="355600"/>
                  </a:lnTo>
                  <a:lnTo>
                    <a:pt x="728861" y="355600"/>
                  </a:lnTo>
                  <a:lnTo>
                    <a:pt x="716542" y="342900"/>
                  </a:lnTo>
                  <a:close/>
                </a:path>
                <a:path w="2534920" h="2159000">
                  <a:moveTo>
                    <a:pt x="698254" y="330200"/>
                  </a:moveTo>
                  <a:lnTo>
                    <a:pt x="646946" y="330200"/>
                  </a:lnTo>
                  <a:lnTo>
                    <a:pt x="662694" y="342900"/>
                  </a:lnTo>
                  <a:lnTo>
                    <a:pt x="711462" y="342900"/>
                  </a:lnTo>
                  <a:lnTo>
                    <a:pt x="698254" y="330200"/>
                  </a:lnTo>
                  <a:close/>
                </a:path>
                <a:path w="2534920" h="2159000">
                  <a:moveTo>
                    <a:pt x="679585" y="317500"/>
                  </a:moveTo>
                  <a:lnTo>
                    <a:pt x="625102" y="317500"/>
                  </a:lnTo>
                  <a:lnTo>
                    <a:pt x="640215" y="330200"/>
                  </a:lnTo>
                  <a:lnTo>
                    <a:pt x="698127" y="330200"/>
                  </a:lnTo>
                  <a:lnTo>
                    <a:pt x="679585" y="317500"/>
                  </a:lnTo>
                  <a:close/>
                </a:path>
                <a:path w="2534920" h="2159000">
                  <a:moveTo>
                    <a:pt x="658630" y="304800"/>
                  </a:moveTo>
                  <a:lnTo>
                    <a:pt x="619006" y="304800"/>
                  </a:lnTo>
                  <a:lnTo>
                    <a:pt x="624848" y="317500"/>
                  </a:lnTo>
                  <a:lnTo>
                    <a:pt x="674124" y="317500"/>
                  </a:lnTo>
                  <a:lnTo>
                    <a:pt x="658630" y="304800"/>
                  </a:lnTo>
                  <a:close/>
                </a:path>
                <a:path w="2534920" h="2159000">
                  <a:moveTo>
                    <a:pt x="637167" y="292100"/>
                  </a:moveTo>
                  <a:lnTo>
                    <a:pt x="588653" y="292100"/>
                  </a:lnTo>
                  <a:lnTo>
                    <a:pt x="601226" y="304800"/>
                  </a:lnTo>
                  <a:lnTo>
                    <a:pt x="652280" y="304800"/>
                  </a:lnTo>
                  <a:lnTo>
                    <a:pt x="637167" y="292100"/>
                  </a:lnTo>
                  <a:close/>
                </a:path>
                <a:path w="2534920" h="2159000">
                  <a:moveTo>
                    <a:pt x="600083" y="266700"/>
                  </a:moveTo>
                  <a:lnTo>
                    <a:pt x="555252" y="266700"/>
                  </a:lnTo>
                  <a:lnTo>
                    <a:pt x="573032" y="279400"/>
                  </a:lnTo>
                  <a:lnTo>
                    <a:pt x="583827" y="292100"/>
                  </a:lnTo>
                  <a:lnTo>
                    <a:pt x="631452" y="292100"/>
                  </a:lnTo>
                  <a:lnTo>
                    <a:pt x="618879" y="279400"/>
                  </a:lnTo>
                  <a:lnTo>
                    <a:pt x="612910" y="279400"/>
                  </a:lnTo>
                  <a:lnTo>
                    <a:pt x="600083" y="266700"/>
                  </a:lnTo>
                  <a:close/>
                </a:path>
                <a:path w="2534920" h="2159000">
                  <a:moveTo>
                    <a:pt x="566682" y="254000"/>
                  </a:moveTo>
                  <a:lnTo>
                    <a:pt x="534805" y="254000"/>
                  </a:lnTo>
                  <a:lnTo>
                    <a:pt x="535821" y="266700"/>
                  </a:lnTo>
                  <a:lnTo>
                    <a:pt x="579382" y="266700"/>
                  </a:lnTo>
                  <a:lnTo>
                    <a:pt x="566682" y="254000"/>
                  </a:lnTo>
                  <a:close/>
                </a:path>
                <a:path w="2534920" h="2159000">
                  <a:moveTo>
                    <a:pt x="547124" y="241300"/>
                  </a:moveTo>
                  <a:lnTo>
                    <a:pt x="508770" y="241300"/>
                  </a:lnTo>
                  <a:lnTo>
                    <a:pt x="517787" y="254000"/>
                  </a:lnTo>
                  <a:lnTo>
                    <a:pt x="561221" y="254000"/>
                  </a:lnTo>
                  <a:lnTo>
                    <a:pt x="547124" y="241300"/>
                  </a:lnTo>
                  <a:close/>
                </a:path>
                <a:path w="2534920" h="2159000">
                  <a:moveTo>
                    <a:pt x="533662" y="228600"/>
                  </a:moveTo>
                  <a:lnTo>
                    <a:pt x="491625" y="228600"/>
                  </a:lnTo>
                  <a:lnTo>
                    <a:pt x="504198" y="241300"/>
                  </a:lnTo>
                  <a:lnTo>
                    <a:pt x="542933" y="241300"/>
                  </a:lnTo>
                  <a:lnTo>
                    <a:pt x="533662" y="228600"/>
                  </a:lnTo>
                  <a:close/>
                </a:path>
                <a:path w="2534920" h="2159000">
                  <a:moveTo>
                    <a:pt x="514358" y="215900"/>
                  </a:moveTo>
                  <a:lnTo>
                    <a:pt x="459875" y="215900"/>
                  </a:lnTo>
                  <a:lnTo>
                    <a:pt x="471051" y="228600"/>
                  </a:lnTo>
                  <a:lnTo>
                    <a:pt x="520200" y="228600"/>
                  </a:lnTo>
                  <a:lnTo>
                    <a:pt x="514358" y="215900"/>
                  </a:lnTo>
                  <a:close/>
                </a:path>
                <a:path w="2534920" h="2159000">
                  <a:moveTo>
                    <a:pt x="485148" y="203200"/>
                  </a:moveTo>
                  <a:lnTo>
                    <a:pt x="442476" y="203200"/>
                  </a:lnTo>
                  <a:lnTo>
                    <a:pt x="453652" y="215900"/>
                  </a:lnTo>
                  <a:lnTo>
                    <a:pt x="496197" y="215900"/>
                  </a:lnTo>
                  <a:lnTo>
                    <a:pt x="485148" y="203200"/>
                  </a:lnTo>
                  <a:close/>
                </a:path>
                <a:path w="2534920" h="2159000">
                  <a:moveTo>
                    <a:pt x="463558" y="190500"/>
                  </a:moveTo>
                  <a:lnTo>
                    <a:pt x="409583" y="190500"/>
                  </a:lnTo>
                  <a:lnTo>
                    <a:pt x="421267" y="203200"/>
                  </a:lnTo>
                  <a:lnTo>
                    <a:pt x="469400" y="203200"/>
                  </a:lnTo>
                  <a:lnTo>
                    <a:pt x="463558" y="190500"/>
                  </a:lnTo>
                  <a:close/>
                </a:path>
                <a:path w="2534920" h="2159000">
                  <a:moveTo>
                    <a:pt x="437015" y="177800"/>
                  </a:moveTo>
                  <a:lnTo>
                    <a:pt x="391549" y="177800"/>
                  </a:lnTo>
                  <a:lnTo>
                    <a:pt x="396502" y="190500"/>
                  </a:lnTo>
                  <a:lnTo>
                    <a:pt x="448064" y="190500"/>
                  </a:lnTo>
                  <a:lnTo>
                    <a:pt x="437015" y="177800"/>
                  </a:lnTo>
                  <a:close/>
                </a:path>
                <a:path w="2534920" h="2159000">
                  <a:moveTo>
                    <a:pt x="415679" y="165100"/>
                  </a:moveTo>
                  <a:lnTo>
                    <a:pt x="360942" y="165100"/>
                  </a:lnTo>
                  <a:lnTo>
                    <a:pt x="373896" y="177800"/>
                  </a:lnTo>
                  <a:lnTo>
                    <a:pt x="420632" y="177800"/>
                  </a:lnTo>
                  <a:lnTo>
                    <a:pt x="415679" y="165100"/>
                  </a:lnTo>
                  <a:close/>
                </a:path>
                <a:path w="2534920" h="2159000">
                  <a:moveTo>
                    <a:pt x="388374" y="152400"/>
                  </a:moveTo>
                  <a:lnTo>
                    <a:pt x="340876" y="152400"/>
                  </a:lnTo>
                  <a:lnTo>
                    <a:pt x="355608" y="165100"/>
                  </a:lnTo>
                  <a:lnTo>
                    <a:pt x="400947" y="165100"/>
                  </a:lnTo>
                  <a:lnTo>
                    <a:pt x="388374" y="152400"/>
                  </a:lnTo>
                  <a:close/>
                </a:path>
                <a:path w="2534920" h="2159000">
                  <a:moveTo>
                    <a:pt x="366022" y="139700"/>
                  </a:moveTo>
                  <a:lnTo>
                    <a:pt x="303665" y="139700"/>
                  </a:lnTo>
                  <a:lnTo>
                    <a:pt x="334653" y="152400"/>
                  </a:lnTo>
                  <a:lnTo>
                    <a:pt x="371356" y="152400"/>
                  </a:lnTo>
                  <a:lnTo>
                    <a:pt x="366022" y="139700"/>
                  </a:lnTo>
                  <a:close/>
                </a:path>
                <a:path w="2534920" h="2159000">
                  <a:moveTo>
                    <a:pt x="331478" y="127000"/>
                  </a:moveTo>
                  <a:lnTo>
                    <a:pt x="283472" y="127000"/>
                  </a:lnTo>
                  <a:lnTo>
                    <a:pt x="297442" y="139700"/>
                  </a:lnTo>
                  <a:lnTo>
                    <a:pt x="344559" y="139700"/>
                  </a:lnTo>
                  <a:lnTo>
                    <a:pt x="331478" y="127000"/>
                  </a:lnTo>
                  <a:close/>
                </a:path>
                <a:path w="2534920" h="2159000">
                  <a:moveTo>
                    <a:pt x="313444" y="114300"/>
                  </a:moveTo>
                  <a:lnTo>
                    <a:pt x="266073" y="114300"/>
                  </a:lnTo>
                  <a:lnTo>
                    <a:pt x="277884" y="127000"/>
                  </a:lnTo>
                  <a:lnTo>
                    <a:pt x="326398" y="127000"/>
                  </a:lnTo>
                  <a:lnTo>
                    <a:pt x="313444" y="114300"/>
                  </a:lnTo>
                  <a:close/>
                </a:path>
                <a:path w="2534920" h="2159000">
                  <a:moveTo>
                    <a:pt x="287917" y="101600"/>
                  </a:moveTo>
                  <a:lnTo>
                    <a:pt x="243086" y="101600"/>
                  </a:lnTo>
                  <a:lnTo>
                    <a:pt x="248166" y="114300"/>
                  </a:lnTo>
                  <a:lnTo>
                    <a:pt x="293632" y="114300"/>
                  </a:lnTo>
                  <a:lnTo>
                    <a:pt x="287917" y="101600"/>
                  </a:lnTo>
                  <a:close/>
                </a:path>
                <a:path w="2534920" h="2159000">
                  <a:moveTo>
                    <a:pt x="258326" y="88900"/>
                  </a:moveTo>
                  <a:lnTo>
                    <a:pt x="217051" y="88900"/>
                  </a:lnTo>
                  <a:lnTo>
                    <a:pt x="228862" y="101600"/>
                  </a:lnTo>
                  <a:lnTo>
                    <a:pt x="271026" y="101600"/>
                  </a:lnTo>
                  <a:lnTo>
                    <a:pt x="258326" y="88900"/>
                  </a:lnTo>
                  <a:close/>
                </a:path>
                <a:path w="2534920" h="2159000">
                  <a:moveTo>
                    <a:pt x="238133" y="76200"/>
                  </a:moveTo>
                  <a:lnTo>
                    <a:pt x="182380" y="76200"/>
                  </a:lnTo>
                  <a:lnTo>
                    <a:pt x="193429" y="88900"/>
                  </a:lnTo>
                  <a:lnTo>
                    <a:pt x="243213" y="88900"/>
                  </a:lnTo>
                  <a:lnTo>
                    <a:pt x="238133" y="76200"/>
                  </a:lnTo>
                  <a:close/>
                </a:path>
                <a:path w="2534920" h="2159000">
                  <a:moveTo>
                    <a:pt x="206256" y="63500"/>
                  </a:moveTo>
                  <a:lnTo>
                    <a:pt x="136660" y="63500"/>
                  </a:lnTo>
                  <a:lnTo>
                    <a:pt x="148852" y="76200"/>
                  </a:lnTo>
                  <a:lnTo>
                    <a:pt x="220607" y="76200"/>
                  </a:lnTo>
                  <a:lnTo>
                    <a:pt x="206256" y="63500"/>
                  </a:lnTo>
                  <a:close/>
                </a:path>
                <a:path w="2534920" h="2159000">
                  <a:moveTo>
                    <a:pt x="101862" y="50800"/>
                  </a:moveTo>
                  <a:lnTo>
                    <a:pt x="95766" y="50800"/>
                  </a:lnTo>
                  <a:lnTo>
                    <a:pt x="103259" y="63500"/>
                  </a:lnTo>
                  <a:lnTo>
                    <a:pt x="101862" y="50800"/>
                  </a:lnTo>
                  <a:close/>
                </a:path>
                <a:path w="2534920" h="2159000">
                  <a:moveTo>
                    <a:pt x="174887" y="50800"/>
                  </a:moveTo>
                  <a:lnTo>
                    <a:pt x="101862" y="50800"/>
                  </a:lnTo>
                  <a:lnTo>
                    <a:pt x="105418" y="63500"/>
                  </a:lnTo>
                  <a:lnTo>
                    <a:pt x="184285" y="63500"/>
                  </a:lnTo>
                  <a:lnTo>
                    <a:pt x="174887" y="50800"/>
                  </a:lnTo>
                  <a:close/>
                </a:path>
                <a:path w="2534920" h="2159000">
                  <a:moveTo>
                    <a:pt x="126754" y="38100"/>
                  </a:moveTo>
                  <a:lnTo>
                    <a:pt x="66937" y="38100"/>
                  </a:lnTo>
                  <a:lnTo>
                    <a:pt x="68969" y="50800"/>
                  </a:lnTo>
                  <a:lnTo>
                    <a:pt x="137168" y="50800"/>
                  </a:lnTo>
                  <a:lnTo>
                    <a:pt x="126754" y="38100"/>
                  </a:lnTo>
                  <a:close/>
                </a:path>
                <a:path w="2534920" h="2159000">
                  <a:moveTo>
                    <a:pt x="91702" y="25400"/>
                  </a:moveTo>
                  <a:lnTo>
                    <a:pt x="42680" y="25400"/>
                  </a:lnTo>
                  <a:lnTo>
                    <a:pt x="44458" y="38100"/>
                  </a:lnTo>
                  <a:lnTo>
                    <a:pt x="93861" y="38100"/>
                  </a:lnTo>
                  <a:lnTo>
                    <a:pt x="91702" y="25400"/>
                  </a:lnTo>
                  <a:close/>
                </a:path>
                <a:path w="2534920" h="2159000">
                  <a:moveTo>
                    <a:pt x="17822" y="12756"/>
                  </a:moveTo>
                  <a:lnTo>
                    <a:pt x="16149" y="12756"/>
                  </a:lnTo>
                  <a:lnTo>
                    <a:pt x="18804" y="25400"/>
                  </a:lnTo>
                  <a:lnTo>
                    <a:pt x="21725" y="25400"/>
                  </a:lnTo>
                  <a:lnTo>
                    <a:pt x="18042" y="13123"/>
                  </a:lnTo>
                  <a:lnTo>
                    <a:pt x="17822" y="12756"/>
                  </a:lnTo>
                  <a:close/>
                </a:path>
                <a:path w="2534920" h="2159000">
                  <a:moveTo>
                    <a:pt x="21993" y="22577"/>
                  </a:moveTo>
                  <a:lnTo>
                    <a:pt x="22360" y="25400"/>
                  </a:lnTo>
                  <a:lnTo>
                    <a:pt x="22868" y="25400"/>
                  </a:lnTo>
                  <a:lnTo>
                    <a:pt x="21993" y="22577"/>
                  </a:lnTo>
                  <a:close/>
                </a:path>
                <a:path w="2534920" h="2159000">
                  <a:moveTo>
                    <a:pt x="21517" y="18914"/>
                  </a:moveTo>
                  <a:lnTo>
                    <a:pt x="21993" y="22577"/>
                  </a:lnTo>
                  <a:lnTo>
                    <a:pt x="22868" y="25400"/>
                  </a:lnTo>
                  <a:lnTo>
                    <a:pt x="25408" y="25400"/>
                  </a:lnTo>
                  <a:lnTo>
                    <a:pt x="21517" y="18914"/>
                  </a:lnTo>
                  <a:close/>
                </a:path>
                <a:path w="2534920" h="2159000">
                  <a:moveTo>
                    <a:pt x="67578" y="12756"/>
                  </a:moveTo>
                  <a:lnTo>
                    <a:pt x="20716" y="12756"/>
                  </a:lnTo>
                  <a:lnTo>
                    <a:pt x="21517" y="18914"/>
                  </a:lnTo>
                  <a:lnTo>
                    <a:pt x="25408" y="25400"/>
                  </a:lnTo>
                  <a:lnTo>
                    <a:pt x="68842" y="25400"/>
                  </a:lnTo>
                  <a:lnTo>
                    <a:pt x="67614" y="13123"/>
                  </a:lnTo>
                  <a:lnTo>
                    <a:pt x="67578" y="12756"/>
                  </a:lnTo>
                  <a:close/>
                </a:path>
                <a:path w="2534920" h="2159000">
                  <a:moveTo>
                    <a:pt x="20153" y="16641"/>
                  </a:moveTo>
                  <a:lnTo>
                    <a:pt x="21993" y="22577"/>
                  </a:lnTo>
                  <a:lnTo>
                    <a:pt x="21517" y="18914"/>
                  </a:lnTo>
                  <a:lnTo>
                    <a:pt x="20153" y="16641"/>
                  </a:lnTo>
                  <a:close/>
                </a:path>
                <a:path w="2534920" h="2159000">
                  <a:moveTo>
                    <a:pt x="18948" y="12756"/>
                  </a:moveTo>
                  <a:lnTo>
                    <a:pt x="17822" y="12756"/>
                  </a:lnTo>
                  <a:lnTo>
                    <a:pt x="20153" y="16641"/>
                  </a:lnTo>
                  <a:lnTo>
                    <a:pt x="19062" y="13123"/>
                  </a:lnTo>
                  <a:lnTo>
                    <a:pt x="18948" y="12756"/>
                  </a:lnTo>
                  <a:close/>
                </a:path>
                <a:path w="2534920" h="2159000">
                  <a:moveTo>
                    <a:pt x="35568" y="0"/>
                  </a:moveTo>
                  <a:lnTo>
                    <a:pt x="1913" y="0"/>
                  </a:lnTo>
                  <a:lnTo>
                    <a:pt x="0" y="12756"/>
                  </a:lnTo>
                  <a:lnTo>
                    <a:pt x="39522" y="12756"/>
                  </a:lnTo>
                  <a:lnTo>
                    <a:pt x="35568" y="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94837" y="1198372"/>
              <a:ext cx="157987" cy="19812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30346" y="855217"/>
              <a:ext cx="1176908" cy="2668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44749" y="1387348"/>
              <a:ext cx="665861" cy="38760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65524" y="3458336"/>
              <a:ext cx="139087" cy="25907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03551" y="2216658"/>
              <a:ext cx="262890" cy="1460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66560" y="2115438"/>
              <a:ext cx="1312438" cy="127558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23586" y="1039495"/>
              <a:ext cx="231008" cy="1371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43752" y="871855"/>
              <a:ext cx="1148213" cy="28257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890645" y="3749040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9300"/>
                </a:solidFill>
                <a:latin typeface="Verdana"/>
                <a:cs typeface="Verdana"/>
              </a:rPr>
              <a:t>Tumor</a:t>
            </a:r>
            <a:r>
              <a:rPr sz="1800" spc="-80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9300"/>
                </a:solidFill>
                <a:latin typeface="Verdana"/>
                <a:cs typeface="Verdana"/>
              </a:rPr>
              <a:t>size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957704" y="2040572"/>
            <a:ext cx="4578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9300"/>
                </a:solidFill>
                <a:latin typeface="Verdana"/>
                <a:cs typeface="Verdana"/>
              </a:rPr>
              <a:t>Age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5190">
              <a:lnSpc>
                <a:spcPct val="100000"/>
              </a:lnSpc>
              <a:spcBef>
                <a:spcPts val="105"/>
              </a:spcBef>
            </a:pPr>
            <a:r>
              <a:rPr sz="2700" dirty="0"/>
              <a:t>Two</a:t>
            </a:r>
            <a:r>
              <a:rPr sz="2700" spc="-5" dirty="0"/>
              <a:t> </a:t>
            </a:r>
            <a:r>
              <a:rPr sz="2700" dirty="0"/>
              <a:t>or</a:t>
            </a:r>
            <a:r>
              <a:rPr sz="2700" spc="-40" dirty="0"/>
              <a:t> </a:t>
            </a:r>
            <a:r>
              <a:rPr sz="2700" dirty="0"/>
              <a:t>more</a:t>
            </a:r>
            <a:r>
              <a:rPr sz="2700" spc="-45" dirty="0"/>
              <a:t> </a:t>
            </a:r>
            <a:r>
              <a:rPr sz="2700" spc="-10" dirty="0"/>
              <a:t>inputs</a:t>
            </a:r>
            <a:endParaRPr sz="2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8045">
              <a:lnSpc>
                <a:spcPct val="100000"/>
              </a:lnSpc>
              <a:spcBef>
                <a:spcPts val="105"/>
              </a:spcBef>
            </a:pPr>
            <a:r>
              <a:rPr dirty="0"/>
              <a:t>Supervised</a:t>
            </a:r>
            <a:r>
              <a:rPr spc="-114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1979" y="992822"/>
            <a:ext cx="51974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Verdana"/>
                <a:cs typeface="Verdana"/>
              </a:rPr>
              <a:t>Learns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being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given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right</a:t>
            </a:r>
            <a:r>
              <a:rPr sz="2000" spc="-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answers</a:t>
            </a:r>
            <a:r>
              <a:rPr sz="2000" spc="-10" dirty="0">
                <a:latin typeface="Verdana"/>
                <a:cs typeface="Verdana"/>
              </a:rPr>
              <a:t>"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175" y="1734752"/>
            <a:ext cx="4131310" cy="109537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solidFill>
                  <a:srgbClr val="0096FF"/>
                </a:solidFill>
                <a:latin typeface="Verdana"/>
                <a:cs typeface="Verdana"/>
              </a:rPr>
              <a:t>Regression</a:t>
            </a:r>
            <a:endParaRPr sz="2000">
              <a:latin typeface="Verdana"/>
              <a:cs typeface="Verdana"/>
            </a:endParaRPr>
          </a:p>
          <a:p>
            <a:pPr marL="34925">
              <a:lnSpc>
                <a:spcPct val="100000"/>
              </a:lnSpc>
              <a:spcBef>
                <a:spcPts val="415"/>
              </a:spcBef>
            </a:pPr>
            <a:r>
              <a:rPr sz="2000" dirty="0">
                <a:latin typeface="Verdana"/>
                <a:cs typeface="Verdana"/>
              </a:rPr>
              <a:t>Predict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96FF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  <a:p>
            <a:pPr marL="34925">
              <a:lnSpc>
                <a:spcPct val="100000"/>
              </a:lnSpc>
              <a:spcBef>
                <a:spcPts val="395"/>
              </a:spcBef>
            </a:pPr>
            <a:r>
              <a:rPr sz="2000" dirty="0">
                <a:solidFill>
                  <a:srgbClr val="0096FF"/>
                </a:solidFill>
                <a:latin typeface="Verdana"/>
                <a:cs typeface="Verdana"/>
              </a:rPr>
              <a:t>infinitely</a:t>
            </a:r>
            <a:r>
              <a:rPr sz="2000" spc="-40" dirty="0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many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possible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outputs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0646" y="1721357"/>
            <a:ext cx="4300855" cy="1108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92630" indent="12700">
              <a:lnSpc>
                <a:spcPct val="120700"/>
              </a:lnSpc>
              <a:spcBef>
                <a:spcPts val="95"/>
              </a:spcBef>
            </a:pPr>
            <a:r>
              <a:rPr sz="2000" spc="-10" dirty="0">
                <a:solidFill>
                  <a:srgbClr val="7030A0"/>
                </a:solidFill>
                <a:latin typeface="Verdana"/>
                <a:cs typeface="Verdana"/>
              </a:rPr>
              <a:t>Classification </a:t>
            </a:r>
            <a:r>
              <a:rPr sz="2000" dirty="0">
                <a:latin typeface="Verdana"/>
                <a:cs typeface="Verdana"/>
              </a:rPr>
              <a:t>predict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7030A0"/>
                </a:solidFill>
                <a:latin typeface="Verdana"/>
                <a:cs typeface="Verdana"/>
              </a:rPr>
              <a:t>categories</a:t>
            </a:r>
            <a:endParaRPr sz="2000">
              <a:latin typeface="Verdana"/>
              <a:cs typeface="Verdana"/>
            </a:endParaRPr>
          </a:p>
          <a:p>
            <a:pPr marL="28575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solidFill>
                  <a:srgbClr val="7030A0"/>
                </a:solidFill>
                <a:latin typeface="Verdana"/>
                <a:cs typeface="Verdana"/>
              </a:rPr>
              <a:t>small</a:t>
            </a:r>
            <a:r>
              <a:rPr sz="2000" spc="-1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7030A0"/>
                </a:solidFill>
                <a:latin typeface="Verdana"/>
                <a:cs typeface="Verdana"/>
              </a:rPr>
              <a:t>number</a:t>
            </a:r>
            <a:r>
              <a:rPr sz="2000" spc="-7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possible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outputs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309370" marR="5080" indent="-1258570">
              <a:lnSpc>
                <a:spcPts val="5710"/>
              </a:lnSpc>
              <a:spcBef>
                <a:spcPts val="260"/>
              </a:spcBef>
            </a:pPr>
            <a:r>
              <a:rPr sz="4800" dirty="0">
                <a:solidFill>
                  <a:srgbClr val="0070EA"/>
                </a:solidFill>
              </a:rPr>
              <a:t>Machine</a:t>
            </a:r>
            <a:r>
              <a:rPr sz="4800" spc="-6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Learning Overview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273876" rIns="0" bIns="0" rtlCol="0">
            <a:spAutoFit/>
          </a:bodyPr>
          <a:lstStyle/>
          <a:p>
            <a:pPr marL="2167255" marR="5080" indent="-2155190">
              <a:lnSpc>
                <a:spcPct val="117400"/>
              </a:lnSpc>
              <a:spcBef>
                <a:spcPts val="95"/>
              </a:spcBef>
            </a:pPr>
            <a:r>
              <a:rPr sz="3950" dirty="0">
                <a:latin typeface="Verdana"/>
                <a:cs typeface="Verdana"/>
              </a:rPr>
              <a:t>Unsupervised</a:t>
            </a:r>
            <a:r>
              <a:rPr sz="3950" spc="95" dirty="0">
                <a:latin typeface="Verdana"/>
                <a:cs typeface="Verdana"/>
              </a:rPr>
              <a:t> </a:t>
            </a:r>
            <a:r>
              <a:rPr sz="3950" spc="-10" dirty="0">
                <a:latin typeface="Verdana"/>
                <a:cs typeface="Verdana"/>
              </a:rPr>
              <a:t>Learning </a:t>
            </a:r>
            <a:r>
              <a:rPr sz="3950" dirty="0">
                <a:latin typeface="Verdana"/>
                <a:cs typeface="Verdana"/>
              </a:rPr>
              <a:t>Part</a:t>
            </a:r>
            <a:r>
              <a:rPr sz="3950" spc="55" dirty="0">
                <a:latin typeface="Verdana"/>
                <a:cs typeface="Verdana"/>
              </a:rPr>
              <a:t> </a:t>
            </a:r>
            <a:r>
              <a:rPr sz="3950" spc="-50" dirty="0">
                <a:latin typeface="Verdana"/>
                <a:cs typeface="Verdana"/>
              </a:rPr>
              <a:t>1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92325" y="1481074"/>
            <a:ext cx="3842385" cy="10763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Verdana"/>
                <a:cs typeface="Verdana"/>
              </a:rPr>
              <a:t>Previous: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Supervised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learning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Now: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96FF"/>
                </a:solidFill>
                <a:latin typeface="Verdana"/>
                <a:cs typeface="Verdana"/>
              </a:rPr>
              <a:t>Un</a:t>
            </a:r>
            <a:r>
              <a:rPr sz="2000" dirty="0">
                <a:latin typeface="Verdana"/>
                <a:cs typeface="Verdana"/>
              </a:rPr>
              <a:t>supervised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learning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8731" y="1644776"/>
            <a:ext cx="1070615" cy="8775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57220" y="2597276"/>
            <a:ext cx="754633" cy="828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6306" y="1843404"/>
            <a:ext cx="666926" cy="792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95575" y="2120519"/>
            <a:ext cx="350520" cy="704215"/>
            <a:chOff x="2695575" y="2120519"/>
            <a:chExt cx="350520" cy="704215"/>
          </a:xfrm>
        </p:grpSpPr>
        <p:sp>
          <p:nvSpPr>
            <p:cNvPr id="3" name="object 3"/>
            <p:cNvSpPr/>
            <p:nvPr/>
          </p:nvSpPr>
          <p:spPr>
            <a:xfrm>
              <a:off x="2714625" y="2507869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4">
                  <a:moveTo>
                    <a:pt x="21589" y="0"/>
                  </a:moveTo>
                  <a:lnTo>
                    <a:pt x="2539" y="18668"/>
                  </a:lnTo>
                  <a:lnTo>
                    <a:pt x="129920" y="148589"/>
                  </a:lnTo>
                  <a:lnTo>
                    <a:pt x="0" y="275970"/>
                  </a:lnTo>
                  <a:lnTo>
                    <a:pt x="18668" y="295148"/>
                  </a:lnTo>
                  <a:lnTo>
                    <a:pt x="148717" y="167767"/>
                  </a:lnTo>
                  <a:lnTo>
                    <a:pt x="276098" y="297688"/>
                  </a:lnTo>
                  <a:lnTo>
                    <a:pt x="295148" y="279019"/>
                  </a:lnTo>
                  <a:lnTo>
                    <a:pt x="167767" y="148970"/>
                  </a:lnTo>
                  <a:lnTo>
                    <a:pt x="297688" y="21589"/>
                  </a:lnTo>
                  <a:lnTo>
                    <a:pt x="279019" y="2539"/>
                  </a:lnTo>
                  <a:lnTo>
                    <a:pt x="149098" y="129920"/>
                  </a:lnTo>
                  <a:lnTo>
                    <a:pt x="215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14625" y="2507869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4">
                  <a:moveTo>
                    <a:pt x="21589" y="0"/>
                  </a:moveTo>
                  <a:lnTo>
                    <a:pt x="149098" y="129920"/>
                  </a:lnTo>
                  <a:lnTo>
                    <a:pt x="279019" y="2539"/>
                  </a:lnTo>
                  <a:lnTo>
                    <a:pt x="297688" y="21589"/>
                  </a:lnTo>
                  <a:lnTo>
                    <a:pt x="167767" y="148970"/>
                  </a:lnTo>
                  <a:lnTo>
                    <a:pt x="295148" y="279019"/>
                  </a:lnTo>
                  <a:lnTo>
                    <a:pt x="276098" y="297688"/>
                  </a:lnTo>
                  <a:lnTo>
                    <a:pt x="148717" y="167767"/>
                  </a:lnTo>
                  <a:lnTo>
                    <a:pt x="18668" y="295148"/>
                  </a:lnTo>
                  <a:lnTo>
                    <a:pt x="0" y="275970"/>
                  </a:lnTo>
                  <a:lnTo>
                    <a:pt x="129920" y="148589"/>
                  </a:lnTo>
                  <a:lnTo>
                    <a:pt x="2539" y="18668"/>
                  </a:lnTo>
                  <a:lnTo>
                    <a:pt x="21589" y="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28976" y="2139569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4">
                  <a:moveTo>
                    <a:pt x="21590" y="0"/>
                  </a:moveTo>
                  <a:lnTo>
                    <a:pt x="2540" y="18795"/>
                  </a:lnTo>
                  <a:lnTo>
                    <a:pt x="129921" y="148717"/>
                  </a:lnTo>
                  <a:lnTo>
                    <a:pt x="0" y="276098"/>
                  </a:lnTo>
                  <a:lnTo>
                    <a:pt x="18668" y="295148"/>
                  </a:lnTo>
                  <a:lnTo>
                    <a:pt x="148590" y="167767"/>
                  </a:lnTo>
                  <a:lnTo>
                    <a:pt x="275971" y="297688"/>
                  </a:lnTo>
                  <a:lnTo>
                    <a:pt x="295148" y="279019"/>
                  </a:lnTo>
                  <a:lnTo>
                    <a:pt x="167767" y="149098"/>
                  </a:lnTo>
                  <a:lnTo>
                    <a:pt x="297688" y="21717"/>
                  </a:lnTo>
                  <a:lnTo>
                    <a:pt x="279019" y="2539"/>
                  </a:lnTo>
                  <a:lnTo>
                    <a:pt x="148971" y="130048"/>
                  </a:lnTo>
                  <a:lnTo>
                    <a:pt x="21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28976" y="2139569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4">
                  <a:moveTo>
                    <a:pt x="21590" y="0"/>
                  </a:moveTo>
                  <a:lnTo>
                    <a:pt x="148971" y="130048"/>
                  </a:lnTo>
                  <a:lnTo>
                    <a:pt x="279019" y="2539"/>
                  </a:lnTo>
                  <a:lnTo>
                    <a:pt x="297688" y="21717"/>
                  </a:lnTo>
                  <a:lnTo>
                    <a:pt x="167767" y="149098"/>
                  </a:lnTo>
                  <a:lnTo>
                    <a:pt x="295148" y="279019"/>
                  </a:lnTo>
                  <a:lnTo>
                    <a:pt x="275971" y="297688"/>
                  </a:lnTo>
                  <a:lnTo>
                    <a:pt x="148590" y="167767"/>
                  </a:lnTo>
                  <a:lnTo>
                    <a:pt x="18668" y="295148"/>
                  </a:lnTo>
                  <a:lnTo>
                    <a:pt x="0" y="276098"/>
                  </a:lnTo>
                  <a:lnTo>
                    <a:pt x="129921" y="148717"/>
                  </a:lnTo>
                  <a:lnTo>
                    <a:pt x="2540" y="18795"/>
                  </a:lnTo>
                  <a:lnTo>
                    <a:pt x="21590" y="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100451" y="1756917"/>
            <a:ext cx="335915" cy="335915"/>
            <a:chOff x="3100451" y="1756917"/>
            <a:chExt cx="335915" cy="335915"/>
          </a:xfrm>
        </p:grpSpPr>
        <p:sp>
          <p:nvSpPr>
            <p:cNvPr id="8" name="object 8"/>
            <p:cNvSpPr/>
            <p:nvPr/>
          </p:nvSpPr>
          <p:spPr>
            <a:xfrm>
              <a:off x="3119501" y="1775967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4">
                  <a:moveTo>
                    <a:pt x="21717" y="0"/>
                  </a:moveTo>
                  <a:lnTo>
                    <a:pt x="2667" y="18669"/>
                  </a:lnTo>
                  <a:lnTo>
                    <a:pt x="130048" y="148590"/>
                  </a:lnTo>
                  <a:lnTo>
                    <a:pt x="0" y="275971"/>
                  </a:lnTo>
                  <a:lnTo>
                    <a:pt x="18796" y="295148"/>
                  </a:lnTo>
                  <a:lnTo>
                    <a:pt x="148716" y="167640"/>
                  </a:lnTo>
                  <a:lnTo>
                    <a:pt x="276098" y="297688"/>
                  </a:lnTo>
                  <a:lnTo>
                    <a:pt x="295148" y="278892"/>
                  </a:lnTo>
                  <a:lnTo>
                    <a:pt x="167766" y="148971"/>
                  </a:lnTo>
                  <a:lnTo>
                    <a:pt x="297688" y="21590"/>
                  </a:lnTo>
                  <a:lnTo>
                    <a:pt x="279019" y="2540"/>
                  </a:lnTo>
                  <a:lnTo>
                    <a:pt x="149098" y="129921"/>
                  </a:lnTo>
                  <a:lnTo>
                    <a:pt x="21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19501" y="1775967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4">
                  <a:moveTo>
                    <a:pt x="21717" y="0"/>
                  </a:moveTo>
                  <a:lnTo>
                    <a:pt x="149098" y="129921"/>
                  </a:lnTo>
                  <a:lnTo>
                    <a:pt x="279019" y="2540"/>
                  </a:lnTo>
                  <a:lnTo>
                    <a:pt x="297688" y="21590"/>
                  </a:lnTo>
                  <a:lnTo>
                    <a:pt x="167766" y="148971"/>
                  </a:lnTo>
                  <a:lnTo>
                    <a:pt x="295148" y="278892"/>
                  </a:lnTo>
                  <a:lnTo>
                    <a:pt x="276098" y="297688"/>
                  </a:lnTo>
                  <a:lnTo>
                    <a:pt x="148716" y="167640"/>
                  </a:lnTo>
                  <a:lnTo>
                    <a:pt x="18796" y="295148"/>
                  </a:lnTo>
                  <a:lnTo>
                    <a:pt x="0" y="275971"/>
                  </a:lnTo>
                  <a:lnTo>
                    <a:pt x="130048" y="148590"/>
                  </a:lnTo>
                  <a:lnTo>
                    <a:pt x="2667" y="18669"/>
                  </a:lnTo>
                  <a:lnTo>
                    <a:pt x="21717" y="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154679" y="2305430"/>
            <a:ext cx="335915" cy="335915"/>
            <a:chOff x="3154679" y="2305430"/>
            <a:chExt cx="335915" cy="335915"/>
          </a:xfrm>
        </p:grpSpPr>
        <p:sp>
          <p:nvSpPr>
            <p:cNvPr id="11" name="object 11"/>
            <p:cNvSpPr/>
            <p:nvPr/>
          </p:nvSpPr>
          <p:spPr>
            <a:xfrm>
              <a:off x="3173729" y="2324480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4">
                  <a:moveTo>
                    <a:pt x="21589" y="0"/>
                  </a:moveTo>
                  <a:lnTo>
                    <a:pt x="2539" y="18668"/>
                  </a:lnTo>
                  <a:lnTo>
                    <a:pt x="129920" y="148589"/>
                  </a:lnTo>
                  <a:lnTo>
                    <a:pt x="0" y="276098"/>
                  </a:lnTo>
                  <a:lnTo>
                    <a:pt x="18668" y="295148"/>
                  </a:lnTo>
                  <a:lnTo>
                    <a:pt x="148590" y="167767"/>
                  </a:lnTo>
                  <a:lnTo>
                    <a:pt x="275970" y="297688"/>
                  </a:lnTo>
                  <a:lnTo>
                    <a:pt x="295147" y="279019"/>
                  </a:lnTo>
                  <a:lnTo>
                    <a:pt x="167640" y="148970"/>
                  </a:lnTo>
                  <a:lnTo>
                    <a:pt x="297687" y="21589"/>
                  </a:lnTo>
                  <a:lnTo>
                    <a:pt x="278892" y="2539"/>
                  </a:lnTo>
                  <a:lnTo>
                    <a:pt x="148970" y="129920"/>
                  </a:lnTo>
                  <a:lnTo>
                    <a:pt x="215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73729" y="2324480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4">
                  <a:moveTo>
                    <a:pt x="21589" y="0"/>
                  </a:moveTo>
                  <a:lnTo>
                    <a:pt x="148970" y="129920"/>
                  </a:lnTo>
                  <a:lnTo>
                    <a:pt x="278892" y="2539"/>
                  </a:lnTo>
                  <a:lnTo>
                    <a:pt x="297687" y="21589"/>
                  </a:lnTo>
                  <a:lnTo>
                    <a:pt x="167640" y="148970"/>
                  </a:lnTo>
                  <a:lnTo>
                    <a:pt x="295147" y="279019"/>
                  </a:lnTo>
                  <a:lnTo>
                    <a:pt x="275970" y="297688"/>
                  </a:lnTo>
                  <a:lnTo>
                    <a:pt x="148590" y="167767"/>
                  </a:lnTo>
                  <a:lnTo>
                    <a:pt x="18668" y="295148"/>
                  </a:lnTo>
                  <a:lnTo>
                    <a:pt x="0" y="276098"/>
                  </a:lnTo>
                  <a:lnTo>
                    <a:pt x="129920" y="148589"/>
                  </a:lnTo>
                  <a:lnTo>
                    <a:pt x="2539" y="18668"/>
                  </a:lnTo>
                  <a:lnTo>
                    <a:pt x="21589" y="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862" y="2648585"/>
            <a:ext cx="51244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Arial"/>
                <a:cs typeface="Arial"/>
              </a:rPr>
              <a:t>age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0525" y="3876751"/>
            <a:ext cx="3728085" cy="228600"/>
          </a:xfrm>
          <a:custGeom>
            <a:avLst/>
            <a:gdLst/>
            <a:ahLst/>
            <a:cxnLst/>
            <a:rect l="l" t="t" r="r" b="b"/>
            <a:pathLst>
              <a:path w="3728085" h="228600">
                <a:moveTo>
                  <a:pt x="3668618" y="114223"/>
                </a:moveTo>
                <a:lnTo>
                  <a:pt x="3571875" y="194843"/>
                </a:lnTo>
                <a:lnTo>
                  <a:pt x="3567102" y="200738"/>
                </a:lnTo>
                <a:lnTo>
                  <a:pt x="3565032" y="207749"/>
                </a:lnTo>
                <a:lnTo>
                  <a:pt x="3565749" y="215013"/>
                </a:lnTo>
                <a:lnTo>
                  <a:pt x="3569335" y="221665"/>
                </a:lnTo>
                <a:lnTo>
                  <a:pt x="3575238" y="226408"/>
                </a:lnTo>
                <a:lnTo>
                  <a:pt x="3582273" y="228447"/>
                </a:lnTo>
                <a:lnTo>
                  <a:pt x="3589569" y="227705"/>
                </a:lnTo>
                <a:lnTo>
                  <a:pt x="3596259" y="224104"/>
                </a:lnTo>
                <a:lnTo>
                  <a:pt x="3705230" y="133273"/>
                </a:lnTo>
                <a:lnTo>
                  <a:pt x="3698366" y="133273"/>
                </a:lnTo>
                <a:lnTo>
                  <a:pt x="3698366" y="128854"/>
                </a:lnTo>
                <a:lnTo>
                  <a:pt x="3686175" y="128854"/>
                </a:lnTo>
                <a:lnTo>
                  <a:pt x="3668618" y="114223"/>
                </a:lnTo>
                <a:close/>
              </a:path>
              <a:path w="3728085" h="228600">
                <a:moveTo>
                  <a:pt x="3645758" y="95173"/>
                </a:moveTo>
                <a:lnTo>
                  <a:pt x="0" y="95173"/>
                </a:lnTo>
                <a:lnTo>
                  <a:pt x="0" y="133273"/>
                </a:lnTo>
                <a:lnTo>
                  <a:pt x="3645758" y="133273"/>
                </a:lnTo>
                <a:lnTo>
                  <a:pt x="3668618" y="114223"/>
                </a:lnTo>
                <a:lnTo>
                  <a:pt x="3645758" y="95173"/>
                </a:lnTo>
                <a:close/>
              </a:path>
              <a:path w="3728085" h="228600">
                <a:moveTo>
                  <a:pt x="3705230" y="95173"/>
                </a:moveTo>
                <a:lnTo>
                  <a:pt x="3698366" y="95173"/>
                </a:lnTo>
                <a:lnTo>
                  <a:pt x="3698366" y="133273"/>
                </a:lnTo>
                <a:lnTo>
                  <a:pt x="3705230" y="133273"/>
                </a:lnTo>
                <a:lnTo>
                  <a:pt x="3728085" y="114223"/>
                </a:lnTo>
                <a:lnTo>
                  <a:pt x="3705230" y="95173"/>
                </a:lnTo>
                <a:close/>
              </a:path>
              <a:path w="3728085" h="228600">
                <a:moveTo>
                  <a:pt x="3686175" y="99593"/>
                </a:moveTo>
                <a:lnTo>
                  <a:pt x="3668618" y="114223"/>
                </a:lnTo>
                <a:lnTo>
                  <a:pt x="3686175" y="128854"/>
                </a:lnTo>
                <a:lnTo>
                  <a:pt x="3686175" y="99593"/>
                </a:lnTo>
                <a:close/>
              </a:path>
              <a:path w="3728085" h="228600">
                <a:moveTo>
                  <a:pt x="3698366" y="99593"/>
                </a:moveTo>
                <a:lnTo>
                  <a:pt x="3686175" y="99593"/>
                </a:lnTo>
                <a:lnTo>
                  <a:pt x="3686175" y="128854"/>
                </a:lnTo>
                <a:lnTo>
                  <a:pt x="3698366" y="128854"/>
                </a:lnTo>
                <a:lnTo>
                  <a:pt x="3698366" y="99593"/>
                </a:lnTo>
                <a:close/>
              </a:path>
              <a:path w="3728085" h="228600">
                <a:moveTo>
                  <a:pt x="3582273" y="0"/>
                </a:moveTo>
                <a:lnTo>
                  <a:pt x="3575238" y="2039"/>
                </a:lnTo>
                <a:lnTo>
                  <a:pt x="3569335" y="6781"/>
                </a:lnTo>
                <a:lnTo>
                  <a:pt x="3565749" y="13433"/>
                </a:lnTo>
                <a:lnTo>
                  <a:pt x="3565032" y="20697"/>
                </a:lnTo>
                <a:lnTo>
                  <a:pt x="3567102" y="27709"/>
                </a:lnTo>
                <a:lnTo>
                  <a:pt x="3571875" y="33604"/>
                </a:lnTo>
                <a:lnTo>
                  <a:pt x="3668618" y="114223"/>
                </a:lnTo>
                <a:lnTo>
                  <a:pt x="3686175" y="99593"/>
                </a:lnTo>
                <a:lnTo>
                  <a:pt x="3698366" y="99593"/>
                </a:lnTo>
                <a:lnTo>
                  <a:pt x="3698366" y="95173"/>
                </a:lnTo>
                <a:lnTo>
                  <a:pt x="3705230" y="95173"/>
                </a:lnTo>
                <a:lnTo>
                  <a:pt x="3596259" y="4343"/>
                </a:lnTo>
                <a:lnTo>
                  <a:pt x="3589569" y="741"/>
                </a:lnTo>
                <a:lnTo>
                  <a:pt x="35822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40763" y="4012565"/>
            <a:ext cx="14255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tumor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size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5057" y="298068"/>
            <a:ext cx="3128645" cy="9626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6985">
              <a:lnSpc>
                <a:spcPct val="103000"/>
              </a:lnSpc>
              <a:spcBef>
                <a:spcPts val="55"/>
              </a:spcBef>
            </a:pPr>
            <a:r>
              <a:rPr sz="2000" dirty="0">
                <a:latin typeface="Verdana"/>
                <a:cs typeface="Verdana"/>
              </a:rPr>
              <a:t>Supervised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learning </a:t>
            </a:r>
            <a:r>
              <a:rPr sz="2000" dirty="0">
                <a:latin typeface="Verdana"/>
                <a:cs typeface="Verdana"/>
              </a:rPr>
              <a:t>Learn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data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96FF"/>
                </a:solidFill>
                <a:latin typeface="Verdana"/>
                <a:cs typeface="Verdana"/>
              </a:rPr>
              <a:t>labeled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right</a:t>
            </a:r>
            <a:r>
              <a:rPr sz="2000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answers</a:t>
            </a:r>
            <a:r>
              <a:rPr sz="2000" spc="-10" dirty="0">
                <a:latin typeface="Verdana"/>
                <a:cs typeface="Verdana"/>
              </a:rPr>
              <a:t>"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3436" y="1743075"/>
            <a:ext cx="2240915" cy="2512060"/>
            <a:chOff x="543436" y="1743075"/>
            <a:chExt cx="2240915" cy="2512060"/>
          </a:xfrm>
        </p:grpSpPr>
        <p:sp>
          <p:nvSpPr>
            <p:cNvPr id="18" name="object 18"/>
            <p:cNvSpPr/>
            <p:nvPr/>
          </p:nvSpPr>
          <p:spPr>
            <a:xfrm>
              <a:off x="871537" y="2690875"/>
              <a:ext cx="1000760" cy="1066800"/>
            </a:xfrm>
            <a:custGeom>
              <a:avLst/>
              <a:gdLst/>
              <a:ahLst/>
              <a:cxnLst/>
              <a:rect l="l" t="t" r="r" b="b"/>
              <a:pathLst>
                <a:path w="1000760" h="1066800">
                  <a:moveTo>
                    <a:pt x="0" y="485775"/>
                  </a:moveTo>
                  <a:lnTo>
                    <a:pt x="7527" y="437592"/>
                  </a:lnTo>
                  <a:lnTo>
                    <a:pt x="28486" y="395755"/>
                  </a:lnTo>
                  <a:lnTo>
                    <a:pt x="60446" y="362769"/>
                  </a:lnTo>
                  <a:lnTo>
                    <a:pt x="100974" y="341141"/>
                  </a:lnTo>
                  <a:lnTo>
                    <a:pt x="147637" y="333375"/>
                  </a:lnTo>
                  <a:lnTo>
                    <a:pt x="194300" y="341141"/>
                  </a:lnTo>
                  <a:lnTo>
                    <a:pt x="234828" y="362769"/>
                  </a:lnTo>
                  <a:lnTo>
                    <a:pt x="266788" y="395755"/>
                  </a:lnTo>
                  <a:lnTo>
                    <a:pt x="287747" y="437592"/>
                  </a:lnTo>
                  <a:lnTo>
                    <a:pt x="295275" y="485775"/>
                  </a:lnTo>
                  <a:lnTo>
                    <a:pt x="287747" y="533909"/>
                  </a:lnTo>
                  <a:lnTo>
                    <a:pt x="266788" y="575739"/>
                  </a:lnTo>
                  <a:lnTo>
                    <a:pt x="234828" y="608743"/>
                  </a:lnTo>
                  <a:lnTo>
                    <a:pt x="194300" y="630396"/>
                  </a:lnTo>
                  <a:lnTo>
                    <a:pt x="147637" y="638175"/>
                  </a:lnTo>
                  <a:lnTo>
                    <a:pt x="100974" y="630396"/>
                  </a:lnTo>
                  <a:lnTo>
                    <a:pt x="60446" y="608743"/>
                  </a:lnTo>
                  <a:lnTo>
                    <a:pt x="28486" y="575739"/>
                  </a:lnTo>
                  <a:lnTo>
                    <a:pt x="7527" y="533909"/>
                  </a:lnTo>
                  <a:lnTo>
                    <a:pt x="0" y="485775"/>
                  </a:lnTo>
                  <a:close/>
                </a:path>
                <a:path w="1000760" h="1066800">
                  <a:moveTo>
                    <a:pt x="695388" y="485775"/>
                  </a:moveTo>
                  <a:lnTo>
                    <a:pt x="702908" y="437592"/>
                  </a:lnTo>
                  <a:lnTo>
                    <a:pt x="723852" y="395755"/>
                  </a:lnTo>
                  <a:lnTo>
                    <a:pt x="755793" y="362769"/>
                  </a:lnTo>
                  <a:lnTo>
                    <a:pt x="796305" y="341141"/>
                  </a:lnTo>
                  <a:lnTo>
                    <a:pt x="842962" y="333375"/>
                  </a:lnTo>
                  <a:lnTo>
                    <a:pt x="889632" y="341141"/>
                  </a:lnTo>
                  <a:lnTo>
                    <a:pt x="930175" y="362769"/>
                  </a:lnTo>
                  <a:lnTo>
                    <a:pt x="962154" y="395755"/>
                  </a:lnTo>
                  <a:lnTo>
                    <a:pt x="983129" y="437592"/>
                  </a:lnTo>
                  <a:lnTo>
                    <a:pt x="990663" y="485775"/>
                  </a:lnTo>
                  <a:lnTo>
                    <a:pt x="983129" y="533909"/>
                  </a:lnTo>
                  <a:lnTo>
                    <a:pt x="962154" y="575739"/>
                  </a:lnTo>
                  <a:lnTo>
                    <a:pt x="930175" y="608743"/>
                  </a:lnTo>
                  <a:lnTo>
                    <a:pt x="889632" y="630396"/>
                  </a:lnTo>
                  <a:lnTo>
                    <a:pt x="842962" y="638175"/>
                  </a:lnTo>
                  <a:lnTo>
                    <a:pt x="796305" y="630396"/>
                  </a:lnTo>
                  <a:lnTo>
                    <a:pt x="755793" y="608743"/>
                  </a:lnTo>
                  <a:lnTo>
                    <a:pt x="723852" y="575739"/>
                  </a:lnTo>
                  <a:lnTo>
                    <a:pt x="702908" y="533909"/>
                  </a:lnTo>
                  <a:lnTo>
                    <a:pt x="695388" y="485775"/>
                  </a:lnTo>
                  <a:close/>
                </a:path>
                <a:path w="1000760" h="1066800">
                  <a:moveTo>
                    <a:pt x="704913" y="919099"/>
                  </a:moveTo>
                  <a:lnTo>
                    <a:pt x="712433" y="872442"/>
                  </a:lnTo>
                  <a:lnTo>
                    <a:pt x="733377" y="831930"/>
                  </a:lnTo>
                  <a:lnTo>
                    <a:pt x="765318" y="799989"/>
                  </a:lnTo>
                  <a:lnTo>
                    <a:pt x="805830" y="779045"/>
                  </a:lnTo>
                  <a:lnTo>
                    <a:pt x="852487" y="771525"/>
                  </a:lnTo>
                  <a:lnTo>
                    <a:pt x="899157" y="779045"/>
                  </a:lnTo>
                  <a:lnTo>
                    <a:pt x="939700" y="799989"/>
                  </a:lnTo>
                  <a:lnTo>
                    <a:pt x="971679" y="831930"/>
                  </a:lnTo>
                  <a:lnTo>
                    <a:pt x="992654" y="872442"/>
                  </a:lnTo>
                  <a:lnTo>
                    <a:pt x="1000188" y="919099"/>
                  </a:lnTo>
                  <a:lnTo>
                    <a:pt x="992654" y="965768"/>
                  </a:lnTo>
                  <a:lnTo>
                    <a:pt x="971679" y="1006312"/>
                  </a:lnTo>
                  <a:lnTo>
                    <a:pt x="939700" y="1038291"/>
                  </a:lnTo>
                  <a:lnTo>
                    <a:pt x="899157" y="1059266"/>
                  </a:lnTo>
                  <a:lnTo>
                    <a:pt x="852487" y="1066800"/>
                  </a:lnTo>
                  <a:lnTo>
                    <a:pt x="805830" y="1059266"/>
                  </a:lnTo>
                  <a:lnTo>
                    <a:pt x="765318" y="1038291"/>
                  </a:lnTo>
                  <a:lnTo>
                    <a:pt x="733377" y="1006312"/>
                  </a:lnTo>
                  <a:lnTo>
                    <a:pt x="712433" y="965768"/>
                  </a:lnTo>
                  <a:lnTo>
                    <a:pt x="704913" y="919099"/>
                  </a:lnTo>
                  <a:close/>
                </a:path>
                <a:path w="1000760" h="1066800">
                  <a:moveTo>
                    <a:pt x="381000" y="147574"/>
                  </a:moveTo>
                  <a:lnTo>
                    <a:pt x="388772" y="100917"/>
                  </a:lnTo>
                  <a:lnTo>
                    <a:pt x="410417" y="60405"/>
                  </a:lnTo>
                  <a:lnTo>
                    <a:pt x="443421" y="28464"/>
                  </a:lnTo>
                  <a:lnTo>
                    <a:pt x="485274" y="7520"/>
                  </a:lnTo>
                  <a:lnTo>
                    <a:pt x="533463" y="0"/>
                  </a:lnTo>
                  <a:lnTo>
                    <a:pt x="581597" y="7520"/>
                  </a:lnTo>
                  <a:lnTo>
                    <a:pt x="623428" y="28464"/>
                  </a:lnTo>
                  <a:lnTo>
                    <a:pt x="656432" y="60405"/>
                  </a:lnTo>
                  <a:lnTo>
                    <a:pt x="678085" y="100917"/>
                  </a:lnTo>
                  <a:lnTo>
                    <a:pt x="685863" y="147574"/>
                  </a:lnTo>
                  <a:lnTo>
                    <a:pt x="678085" y="194243"/>
                  </a:lnTo>
                  <a:lnTo>
                    <a:pt x="656432" y="234787"/>
                  </a:lnTo>
                  <a:lnTo>
                    <a:pt x="623428" y="266766"/>
                  </a:lnTo>
                  <a:lnTo>
                    <a:pt x="581597" y="287741"/>
                  </a:lnTo>
                  <a:lnTo>
                    <a:pt x="533463" y="295275"/>
                  </a:lnTo>
                  <a:lnTo>
                    <a:pt x="485274" y="287741"/>
                  </a:lnTo>
                  <a:lnTo>
                    <a:pt x="443421" y="266766"/>
                  </a:lnTo>
                  <a:lnTo>
                    <a:pt x="410417" y="234787"/>
                  </a:lnTo>
                  <a:lnTo>
                    <a:pt x="388772" y="194243"/>
                  </a:lnTo>
                  <a:lnTo>
                    <a:pt x="381000" y="147574"/>
                  </a:lnTo>
                  <a:close/>
                </a:path>
              </a:pathLst>
            </a:custGeom>
            <a:ln w="444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4910" y="1774926"/>
              <a:ext cx="1999614" cy="2171700"/>
            </a:xfrm>
            <a:custGeom>
              <a:avLst/>
              <a:gdLst/>
              <a:ahLst/>
              <a:cxnLst/>
              <a:rect l="l" t="t" r="r" b="b"/>
              <a:pathLst>
                <a:path w="1999614" h="2171700">
                  <a:moveTo>
                    <a:pt x="1998167" y="2138679"/>
                  </a:moveTo>
                  <a:lnTo>
                    <a:pt x="1998167" y="2146306"/>
                  </a:lnTo>
                  <a:lnTo>
                    <a:pt x="1977339" y="2146306"/>
                  </a:lnTo>
                  <a:lnTo>
                    <a:pt x="1977720" y="2159000"/>
                  </a:lnTo>
                  <a:lnTo>
                    <a:pt x="1977847" y="2171700"/>
                  </a:lnTo>
                  <a:lnTo>
                    <a:pt x="1999056" y="2171700"/>
                  </a:lnTo>
                  <a:lnTo>
                    <a:pt x="1999183" y="2159000"/>
                  </a:lnTo>
                  <a:lnTo>
                    <a:pt x="1998776" y="2148839"/>
                  </a:lnTo>
                  <a:lnTo>
                    <a:pt x="1998675" y="2146306"/>
                  </a:lnTo>
                  <a:lnTo>
                    <a:pt x="1998167" y="2138679"/>
                  </a:lnTo>
                  <a:close/>
                </a:path>
                <a:path w="1999614" h="2171700">
                  <a:moveTo>
                    <a:pt x="1976577" y="2133600"/>
                  </a:moveTo>
                  <a:lnTo>
                    <a:pt x="1975815" y="2133600"/>
                  </a:lnTo>
                  <a:lnTo>
                    <a:pt x="1976450" y="2146306"/>
                  </a:lnTo>
                  <a:lnTo>
                    <a:pt x="1976577" y="2133600"/>
                  </a:lnTo>
                  <a:close/>
                </a:path>
                <a:path w="1999614" h="2171700">
                  <a:moveTo>
                    <a:pt x="1976577" y="2133600"/>
                  </a:moveTo>
                  <a:lnTo>
                    <a:pt x="1976577" y="2146306"/>
                  </a:lnTo>
                  <a:lnTo>
                    <a:pt x="1977085" y="2146306"/>
                  </a:lnTo>
                  <a:lnTo>
                    <a:pt x="1976577" y="2133600"/>
                  </a:lnTo>
                  <a:close/>
                </a:path>
                <a:path w="1999614" h="2171700">
                  <a:moveTo>
                    <a:pt x="1997532" y="2133600"/>
                  </a:moveTo>
                  <a:lnTo>
                    <a:pt x="1976577" y="2133600"/>
                  </a:lnTo>
                  <a:lnTo>
                    <a:pt x="1977085" y="2146306"/>
                  </a:lnTo>
                  <a:lnTo>
                    <a:pt x="1998167" y="2146306"/>
                  </a:lnTo>
                  <a:lnTo>
                    <a:pt x="1997532" y="2133600"/>
                  </a:lnTo>
                  <a:close/>
                </a:path>
                <a:path w="1999614" h="2171700">
                  <a:moveTo>
                    <a:pt x="1997913" y="2133600"/>
                  </a:moveTo>
                  <a:lnTo>
                    <a:pt x="1997532" y="2133600"/>
                  </a:lnTo>
                  <a:lnTo>
                    <a:pt x="1998167" y="2146306"/>
                  </a:lnTo>
                  <a:lnTo>
                    <a:pt x="1998167" y="2138679"/>
                  </a:lnTo>
                  <a:lnTo>
                    <a:pt x="1997913" y="2133600"/>
                  </a:lnTo>
                  <a:close/>
                </a:path>
                <a:path w="1999614" h="2171700">
                  <a:moveTo>
                    <a:pt x="1998167" y="2133600"/>
                  </a:moveTo>
                  <a:lnTo>
                    <a:pt x="1997913" y="2133600"/>
                  </a:lnTo>
                  <a:lnTo>
                    <a:pt x="1998167" y="2138679"/>
                  </a:lnTo>
                  <a:lnTo>
                    <a:pt x="1998167" y="2133600"/>
                  </a:lnTo>
                  <a:close/>
                </a:path>
                <a:path w="1999614" h="2171700">
                  <a:moveTo>
                    <a:pt x="1995373" y="2120900"/>
                  </a:moveTo>
                  <a:lnTo>
                    <a:pt x="1973529" y="2120900"/>
                  </a:lnTo>
                  <a:lnTo>
                    <a:pt x="1974291" y="2133600"/>
                  </a:lnTo>
                  <a:lnTo>
                    <a:pt x="1995754" y="2133600"/>
                  </a:lnTo>
                  <a:lnTo>
                    <a:pt x="1995373" y="2120900"/>
                  </a:lnTo>
                  <a:close/>
                </a:path>
                <a:path w="1999614" h="2171700">
                  <a:moveTo>
                    <a:pt x="1970227" y="2108200"/>
                  </a:moveTo>
                  <a:lnTo>
                    <a:pt x="1969846" y="2108200"/>
                  </a:lnTo>
                  <a:lnTo>
                    <a:pt x="1970862" y="2120900"/>
                  </a:lnTo>
                  <a:lnTo>
                    <a:pt x="1970227" y="2108200"/>
                  </a:lnTo>
                  <a:close/>
                </a:path>
                <a:path w="1999614" h="2171700">
                  <a:moveTo>
                    <a:pt x="1970227" y="2108200"/>
                  </a:moveTo>
                  <a:lnTo>
                    <a:pt x="1970862" y="2120900"/>
                  </a:lnTo>
                  <a:lnTo>
                    <a:pt x="1971878" y="2120900"/>
                  </a:lnTo>
                  <a:lnTo>
                    <a:pt x="1970227" y="2108200"/>
                  </a:lnTo>
                  <a:close/>
                </a:path>
                <a:path w="1999614" h="2171700">
                  <a:moveTo>
                    <a:pt x="1991690" y="2108200"/>
                  </a:moveTo>
                  <a:lnTo>
                    <a:pt x="1970227" y="2108200"/>
                  </a:lnTo>
                  <a:lnTo>
                    <a:pt x="1971878" y="2120900"/>
                  </a:lnTo>
                  <a:lnTo>
                    <a:pt x="1993468" y="2120900"/>
                  </a:lnTo>
                  <a:lnTo>
                    <a:pt x="1991690" y="2108200"/>
                  </a:lnTo>
                  <a:close/>
                </a:path>
                <a:path w="1999614" h="2171700">
                  <a:moveTo>
                    <a:pt x="1992325" y="2108200"/>
                  </a:moveTo>
                  <a:lnTo>
                    <a:pt x="1991690" y="2108200"/>
                  </a:lnTo>
                  <a:lnTo>
                    <a:pt x="1993468" y="2120900"/>
                  </a:lnTo>
                  <a:lnTo>
                    <a:pt x="1992325" y="2108200"/>
                  </a:lnTo>
                  <a:close/>
                </a:path>
                <a:path w="1999614" h="2171700">
                  <a:moveTo>
                    <a:pt x="1993341" y="2108200"/>
                  </a:moveTo>
                  <a:lnTo>
                    <a:pt x="1992325" y="2108200"/>
                  </a:lnTo>
                  <a:lnTo>
                    <a:pt x="1993468" y="2120900"/>
                  </a:lnTo>
                  <a:lnTo>
                    <a:pt x="1993976" y="2120900"/>
                  </a:lnTo>
                  <a:lnTo>
                    <a:pt x="1993341" y="2108200"/>
                  </a:lnTo>
                  <a:close/>
                </a:path>
                <a:path w="1999614" h="2171700">
                  <a:moveTo>
                    <a:pt x="1988261" y="2095500"/>
                  </a:moveTo>
                  <a:lnTo>
                    <a:pt x="1966163" y="2095500"/>
                  </a:lnTo>
                  <a:lnTo>
                    <a:pt x="1966671" y="2108200"/>
                  </a:lnTo>
                  <a:lnTo>
                    <a:pt x="1988769" y="2108200"/>
                  </a:lnTo>
                  <a:lnTo>
                    <a:pt x="1988261" y="2095500"/>
                  </a:lnTo>
                  <a:close/>
                </a:path>
                <a:path w="1999614" h="2171700">
                  <a:moveTo>
                    <a:pt x="1986102" y="2082800"/>
                  </a:moveTo>
                  <a:lnTo>
                    <a:pt x="1964512" y="2082800"/>
                  </a:lnTo>
                  <a:lnTo>
                    <a:pt x="1964893" y="2095500"/>
                  </a:lnTo>
                  <a:lnTo>
                    <a:pt x="1986610" y="2095500"/>
                  </a:lnTo>
                  <a:lnTo>
                    <a:pt x="1986102" y="2082800"/>
                  </a:lnTo>
                  <a:close/>
                </a:path>
                <a:path w="1999614" h="2171700">
                  <a:moveTo>
                    <a:pt x="1962353" y="2070100"/>
                  </a:moveTo>
                  <a:lnTo>
                    <a:pt x="1961591" y="2070100"/>
                  </a:lnTo>
                  <a:lnTo>
                    <a:pt x="1962734" y="2082800"/>
                  </a:lnTo>
                  <a:lnTo>
                    <a:pt x="1962353" y="2070100"/>
                  </a:lnTo>
                  <a:close/>
                </a:path>
                <a:path w="1999614" h="2171700">
                  <a:moveTo>
                    <a:pt x="1983562" y="2070100"/>
                  </a:moveTo>
                  <a:lnTo>
                    <a:pt x="1962353" y="2070100"/>
                  </a:lnTo>
                  <a:lnTo>
                    <a:pt x="1962988" y="2082800"/>
                  </a:lnTo>
                  <a:lnTo>
                    <a:pt x="1984324" y="2082800"/>
                  </a:lnTo>
                  <a:lnTo>
                    <a:pt x="1983562" y="2070100"/>
                  </a:lnTo>
                  <a:close/>
                </a:path>
                <a:path w="1999614" h="2171700">
                  <a:moveTo>
                    <a:pt x="1983943" y="2070100"/>
                  </a:moveTo>
                  <a:lnTo>
                    <a:pt x="1984324" y="2082800"/>
                  </a:lnTo>
                  <a:lnTo>
                    <a:pt x="1984578" y="2082800"/>
                  </a:lnTo>
                  <a:lnTo>
                    <a:pt x="1983943" y="2070100"/>
                  </a:lnTo>
                  <a:close/>
                </a:path>
                <a:path w="1999614" h="2171700">
                  <a:moveTo>
                    <a:pt x="1958670" y="2057400"/>
                  </a:moveTo>
                  <a:lnTo>
                    <a:pt x="1957781" y="2057400"/>
                  </a:lnTo>
                  <a:lnTo>
                    <a:pt x="1958797" y="2070100"/>
                  </a:lnTo>
                  <a:lnTo>
                    <a:pt x="1958670" y="2057400"/>
                  </a:lnTo>
                  <a:close/>
                </a:path>
                <a:path w="1999614" h="2171700">
                  <a:moveTo>
                    <a:pt x="1979879" y="2057400"/>
                  </a:moveTo>
                  <a:lnTo>
                    <a:pt x="1958670" y="2057400"/>
                  </a:lnTo>
                  <a:lnTo>
                    <a:pt x="1959051" y="2070100"/>
                  </a:lnTo>
                  <a:lnTo>
                    <a:pt x="1981276" y="2070100"/>
                  </a:lnTo>
                  <a:lnTo>
                    <a:pt x="1979879" y="2057400"/>
                  </a:lnTo>
                  <a:close/>
                </a:path>
                <a:path w="1999614" h="2171700">
                  <a:moveTo>
                    <a:pt x="1976492" y="2040466"/>
                  </a:moveTo>
                  <a:lnTo>
                    <a:pt x="1976832" y="2044710"/>
                  </a:lnTo>
                  <a:lnTo>
                    <a:pt x="1955749" y="2044710"/>
                  </a:lnTo>
                  <a:lnTo>
                    <a:pt x="1956003" y="2057400"/>
                  </a:lnTo>
                  <a:lnTo>
                    <a:pt x="1978355" y="2057400"/>
                  </a:lnTo>
                  <a:lnTo>
                    <a:pt x="1976492" y="2040466"/>
                  </a:lnTo>
                  <a:close/>
                </a:path>
                <a:path w="1999614" h="2171700">
                  <a:moveTo>
                    <a:pt x="1975815" y="2032000"/>
                  </a:moveTo>
                  <a:lnTo>
                    <a:pt x="1953971" y="2032000"/>
                  </a:lnTo>
                  <a:lnTo>
                    <a:pt x="1954352" y="2044710"/>
                  </a:lnTo>
                  <a:lnTo>
                    <a:pt x="1976832" y="2044710"/>
                  </a:lnTo>
                  <a:lnTo>
                    <a:pt x="1975815" y="2032000"/>
                  </a:lnTo>
                  <a:close/>
                </a:path>
                <a:path w="1999614" h="2171700">
                  <a:moveTo>
                    <a:pt x="1952701" y="2019300"/>
                  </a:moveTo>
                  <a:lnTo>
                    <a:pt x="1951812" y="2019300"/>
                  </a:lnTo>
                  <a:lnTo>
                    <a:pt x="1952828" y="2032000"/>
                  </a:lnTo>
                  <a:lnTo>
                    <a:pt x="1952701" y="2019300"/>
                  </a:lnTo>
                  <a:close/>
                </a:path>
                <a:path w="1999614" h="2171700">
                  <a:moveTo>
                    <a:pt x="1974418" y="2019300"/>
                  </a:moveTo>
                  <a:lnTo>
                    <a:pt x="1952701" y="2019300"/>
                  </a:lnTo>
                  <a:lnTo>
                    <a:pt x="1952828" y="2032000"/>
                  </a:lnTo>
                  <a:lnTo>
                    <a:pt x="1974418" y="2032000"/>
                  </a:lnTo>
                  <a:lnTo>
                    <a:pt x="1974418" y="2019300"/>
                  </a:lnTo>
                  <a:close/>
                </a:path>
                <a:path w="1999614" h="2171700">
                  <a:moveTo>
                    <a:pt x="1972894" y="2006600"/>
                  </a:moveTo>
                  <a:lnTo>
                    <a:pt x="1950669" y="2006600"/>
                  </a:lnTo>
                  <a:lnTo>
                    <a:pt x="1951431" y="2019300"/>
                  </a:lnTo>
                  <a:lnTo>
                    <a:pt x="1973275" y="2019300"/>
                  </a:lnTo>
                  <a:lnTo>
                    <a:pt x="1972894" y="2006600"/>
                  </a:lnTo>
                  <a:close/>
                </a:path>
                <a:path w="1999614" h="2171700">
                  <a:moveTo>
                    <a:pt x="1971751" y="1993900"/>
                  </a:moveTo>
                  <a:lnTo>
                    <a:pt x="1949272" y="1993900"/>
                  </a:lnTo>
                  <a:lnTo>
                    <a:pt x="1950288" y="2006600"/>
                  </a:lnTo>
                  <a:lnTo>
                    <a:pt x="1972259" y="2006600"/>
                  </a:lnTo>
                  <a:lnTo>
                    <a:pt x="1971751" y="1993900"/>
                  </a:lnTo>
                  <a:close/>
                </a:path>
                <a:path w="1999614" h="2171700">
                  <a:moveTo>
                    <a:pt x="1970227" y="1981200"/>
                  </a:moveTo>
                  <a:lnTo>
                    <a:pt x="1947494" y="1981200"/>
                  </a:lnTo>
                  <a:lnTo>
                    <a:pt x="1949018" y="1993900"/>
                  </a:lnTo>
                  <a:lnTo>
                    <a:pt x="1970354" y="1993900"/>
                  </a:lnTo>
                  <a:lnTo>
                    <a:pt x="1970227" y="1981200"/>
                  </a:lnTo>
                  <a:close/>
                </a:path>
                <a:path w="1999614" h="2171700">
                  <a:moveTo>
                    <a:pt x="1967179" y="1968500"/>
                  </a:moveTo>
                  <a:lnTo>
                    <a:pt x="1945716" y="1968500"/>
                  </a:lnTo>
                  <a:lnTo>
                    <a:pt x="1947113" y="1981200"/>
                  </a:lnTo>
                  <a:lnTo>
                    <a:pt x="1968576" y="1981200"/>
                  </a:lnTo>
                  <a:lnTo>
                    <a:pt x="1967179" y="1968500"/>
                  </a:lnTo>
                  <a:close/>
                </a:path>
                <a:path w="1999614" h="2171700">
                  <a:moveTo>
                    <a:pt x="1962480" y="1930400"/>
                  </a:moveTo>
                  <a:lnTo>
                    <a:pt x="1940890" y="1930400"/>
                  </a:lnTo>
                  <a:lnTo>
                    <a:pt x="1941398" y="1943100"/>
                  </a:lnTo>
                  <a:lnTo>
                    <a:pt x="1943176" y="1955800"/>
                  </a:lnTo>
                  <a:lnTo>
                    <a:pt x="1943938" y="1955800"/>
                  </a:lnTo>
                  <a:lnTo>
                    <a:pt x="1945208" y="1968500"/>
                  </a:lnTo>
                  <a:lnTo>
                    <a:pt x="1966798" y="1968500"/>
                  </a:lnTo>
                  <a:lnTo>
                    <a:pt x="1965274" y="1955800"/>
                  </a:lnTo>
                  <a:lnTo>
                    <a:pt x="1964512" y="1943100"/>
                  </a:lnTo>
                  <a:lnTo>
                    <a:pt x="1962861" y="1943100"/>
                  </a:lnTo>
                  <a:lnTo>
                    <a:pt x="1962480" y="1930400"/>
                  </a:lnTo>
                  <a:close/>
                </a:path>
                <a:path w="1999614" h="2171700">
                  <a:moveTo>
                    <a:pt x="1957654" y="1905000"/>
                  </a:moveTo>
                  <a:lnTo>
                    <a:pt x="1936318" y="1905000"/>
                  </a:lnTo>
                  <a:lnTo>
                    <a:pt x="1938096" y="1917700"/>
                  </a:lnTo>
                  <a:lnTo>
                    <a:pt x="1938985" y="1930400"/>
                  </a:lnTo>
                  <a:lnTo>
                    <a:pt x="1941144" y="1943100"/>
                  </a:lnTo>
                  <a:lnTo>
                    <a:pt x="1940890" y="1930400"/>
                  </a:lnTo>
                  <a:lnTo>
                    <a:pt x="1962353" y="1930400"/>
                  </a:lnTo>
                  <a:lnTo>
                    <a:pt x="1960321" y="1917700"/>
                  </a:lnTo>
                  <a:lnTo>
                    <a:pt x="1959559" y="1917700"/>
                  </a:lnTo>
                  <a:lnTo>
                    <a:pt x="1957654" y="1905000"/>
                  </a:lnTo>
                  <a:close/>
                </a:path>
                <a:path w="1999614" h="2171700">
                  <a:moveTo>
                    <a:pt x="1955495" y="1892300"/>
                  </a:moveTo>
                  <a:lnTo>
                    <a:pt x="1934159" y="1892300"/>
                  </a:lnTo>
                  <a:lnTo>
                    <a:pt x="1935937" y="1905000"/>
                  </a:lnTo>
                  <a:lnTo>
                    <a:pt x="1957400" y="1905000"/>
                  </a:lnTo>
                  <a:lnTo>
                    <a:pt x="1955495" y="1892300"/>
                  </a:lnTo>
                  <a:close/>
                </a:path>
                <a:path w="1999614" h="2171700">
                  <a:moveTo>
                    <a:pt x="1948637" y="1854200"/>
                  </a:moveTo>
                  <a:lnTo>
                    <a:pt x="1926285" y="1854200"/>
                  </a:lnTo>
                  <a:lnTo>
                    <a:pt x="1927428" y="1866900"/>
                  </a:lnTo>
                  <a:lnTo>
                    <a:pt x="1929968" y="1879600"/>
                  </a:lnTo>
                  <a:lnTo>
                    <a:pt x="1930984" y="1879600"/>
                  </a:lnTo>
                  <a:lnTo>
                    <a:pt x="1933270" y="1892300"/>
                  </a:lnTo>
                  <a:lnTo>
                    <a:pt x="1954352" y="1892300"/>
                  </a:lnTo>
                  <a:lnTo>
                    <a:pt x="1952193" y="1879600"/>
                  </a:lnTo>
                  <a:lnTo>
                    <a:pt x="1951177" y="1866900"/>
                  </a:lnTo>
                  <a:lnTo>
                    <a:pt x="1948637" y="1854200"/>
                  </a:lnTo>
                  <a:close/>
                </a:path>
                <a:path w="1999614" h="2171700">
                  <a:moveTo>
                    <a:pt x="1945843" y="1841500"/>
                  </a:moveTo>
                  <a:lnTo>
                    <a:pt x="1923364" y="1841500"/>
                  </a:lnTo>
                  <a:lnTo>
                    <a:pt x="1924507" y="1854200"/>
                  </a:lnTo>
                  <a:lnTo>
                    <a:pt x="1947621" y="1854200"/>
                  </a:lnTo>
                  <a:lnTo>
                    <a:pt x="1945843" y="1841500"/>
                  </a:lnTo>
                  <a:close/>
                </a:path>
                <a:path w="1999614" h="2171700">
                  <a:moveTo>
                    <a:pt x="1943049" y="1828800"/>
                  </a:moveTo>
                  <a:lnTo>
                    <a:pt x="1919808" y="1828800"/>
                  </a:lnTo>
                  <a:lnTo>
                    <a:pt x="1921967" y="1841500"/>
                  </a:lnTo>
                  <a:lnTo>
                    <a:pt x="1944573" y="1841500"/>
                  </a:lnTo>
                  <a:lnTo>
                    <a:pt x="1943049" y="1828800"/>
                  </a:lnTo>
                  <a:close/>
                </a:path>
                <a:path w="1999614" h="2171700">
                  <a:moveTo>
                    <a:pt x="1941144" y="1816100"/>
                  </a:moveTo>
                  <a:lnTo>
                    <a:pt x="1918665" y="1816100"/>
                  </a:lnTo>
                  <a:lnTo>
                    <a:pt x="1920062" y="1828800"/>
                  </a:lnTo>
                  <a:lnTo>
                    <a:pt x="1943303" y="1828800"/>
                  </a:lnTo>
                  <a:lnTo>
                    <a:pt x="1941144" y="1816100"/>
                  </a:lnTo>
                  <a:close/>
                </a:path>
                <a:path w="1999614" h="2171700">
                  <a:moveTo>
                    <a:pt x="1932635" y="1790700"/>
                  </a:moveTo>
                  <a:lnTo>
                    <a:pt x="1911680" y="1790700"/>
                  </a:lnTo>
                  <a:lnTo>
                    <a:pt x="1914601" y="1803400"/>
                  </a:lnTo>
                  <a:lnTo>
                    <a:pt x="1916125" y="1816100"/>
                  </a:lnTo>
                  <a:lnTo>
                    <a:pt x="1939620" y="1816100"/>
                  </a:lnTo>
                  <a:lnTo>
                    <a:pt x="1937080" y="1803400"/>
                  </a:lnTo>
                  <a:lnTo>
                    <a:pt x="1935556" y="1803400"/>
                  </a:lnTo>
                  <a:lnTo>
                    <a:pt x="1932635" y="1790700"/>
                  </a:lnTo>
                  <a:close/>
                </a:path>
                <a:path w="1999614" h="2171700">
                  <a:moveTo>
                    <a:pt x="1923491" y="1752600"/>
                  </a:moveTo>
                  <a:lnTo>
                    <a:pt x="1897583" y="1752600"/>
                  </a:lnTo>
                  <a:lnTo>
                    <a:pt x="1901393" y="1765300"/>
                  </a:lnTo>
                  <a:lnTo>
                    <a:pt x="1902917" y="1765300"/>
                  </a:lnTo>
                  <a:lnTo>
                    <a:pt x="1906473" y="1778000"/>
                  </a:lnTo>
                  <a:lnTo>
                    <a:pt x="1907489" y="1778000"/>
                  </a:lnTo>
                  <a:lnTo>
                    <a:pt x="1910791" y="1790700"/>
                  </a:lnTo>
                  <a:lnTo>
                    <a:pt x="1931492" y="1790700"/>
                  </a:lnTo>
                  <a:lnTo>
                    <a:pt x="1928503" y="1778747"/>
                  </a:lnTo>
                  <a:lnTo>
                    <a:pt x="1927428" y="1765300"/>
                  </a:lnTo>
                  <a:lnTo>
                    <a:pt x="1923491" y="1752600"/>
                  </a:lnTo>
                  <a:close/>
                </a:path>
                <a:path w="1999614" h="2171700">
                  <a:moveTo>
                    <a:pt x="1913966" y="1727200"/>
                  </a:moveTo>
                  <a:lnTo>
                    <a:pt x="1893011" y="1727200"/>
                  </a:lnTo>
                  <a:lnTo>
                    <a:pt x="1897329" y="1752600"/>
                  </a:lnTo>
                  <a:lnTo>
                    <a:pt x="1921967" y="1752600"/>
                  </a:lnTo>
                  <a:lnTo>
                    <a:pt x="1918030" y="1739900"/>
                  </a:lnTo>
                  <a:lnTo>
                    <a:pt x="1916760" y="1739900"/>
                  </a:lnTo>
                  <a:lnTo>
                    <a:pt x="1913966" y="1727200"/>
                  </a:lnTo>
                  <a:close/>
                </a:path>
                <a:path w="1999614" h="2171700">
                  <a:moveTo>
                    <a:pt x="1910537" y="1714500"/>
                  </a:moveTo>
                  <a:lnTo>
                    <a:pt x="1888693" y="1714500"/>
                  </a:lnTo>
                  <a:lnTo>
                    <a:pt x="1889709" y="1727200"/>
                  </a:lnTo>
                  <a:lnTo>
                    <a:pt x="1912696" y="1727200"/>
                  </a:lnTo>
                  <a:lnTo>
                    <a:pt x="1910537" y="1714500"/>
                  </a:lnTo>
                  <a:close/>
                </a:path>
                <a:path w="1999614" h="2171700">
                  <a:moveTo>
                    <a:pt x="1907743" y="1701800"/>
                  </a:moveTo>
                  <a:lnTo>
                    <a:pt x="1884502" y="1701800"/>
                  </a:lnTo>
                  <a:lnTo>
                    <a:pt x="1886153" y="1714500"/>
                  </a:lnTo>
                  <a:lnTo>
                    <a:pt x="1909394" y="1714500"/>
                  </a:lnTo>
                  <a:lnTo>
                    <a:pt x="1907743" y="1701800"/>
                  </a:lnTo>
                  <a:close/>
                </a:path>
                <a:path w="1999614" h="2171700">
                  <a:moveTo>
                    <a:pt x="1878406" y="1625600"/>
                  </a:moveTo>
                  <a:lnTo>
                    <a:pt x="1857959" y="1625600"/>
                  </a:lnTo>
                  <a:lnTo>
                    <a:pt x="1862277" y="1638300"/>
                  </a:lnTo>
                  <a:lnTo>
                    <a:pt x="1864055" y="1651000"/>
                  </a:lnTo>
                  <a:lnTo>
                    <a:pt x="1870151" y="1663700"/>
                  </a:lnTo>
                  <a:lnTo>
                    <a:pt x="1874215" y="1676400"/>
                  </a:lnTo>
                  <a:lnTo>
                    <a:pt x="1876247" y="1676400"/>
                  </a:lnTo>
                  <a:lnTo>
                    <a:pt x="1880311" y="1689100"/>
                  </a:lnTo>
                  <a:lnTo>
                    <a:pt x="1881962" y="1701800"/>
                  </a:lnTo>
                  <a:lnTo>
                    <a:pt x="1905203" y="1701800"/>
                  </a:lnTo>
                  <a:lnTo>
                    <a:pt x="1902663" y="1689100"/>
                  </a:lnTo>
                  <a:lnTo>
                    <a:pt x="1900885" y="1689100"/>
                  </a:lnTo>
                  <a:lnTo>
                    <a:pt x="1896821" y="1676400"/>
                  </a:lnTo>
                  <a:lnTo>
                    <a:pt x="1894359" y="1662723"/>
                  </a:lnTo>
                  <a:lnTo>
                    <a:pt x="1890725" y="1651000"/>
                  </a:lnTo>
                  <a:lnTo>
                    <a:pt x="1888820" y="1651000"/>
                  </a:lnTo>
                  <a:lnTo>
                    <a:pt x="1884629" y="1638300"/>
                  </a:lnTo>
                  <a:lnTo>
                    <a:pt x="1882851" y="1638300"/>
                  </a:lnTo>
                  <a:lnTo>
                    <a:pt x="1878406" y="1625600"/>
                  </a:lnTo>
                  <a:close/>
                </a:path>
                <a:path w="1999614" h="2171700">
                  <a:moveTo>
                    <a:pt x="1871802" y="1600200"/>
                  </a:moveTo>
                  <a:lnTo>
                    <a:pt x="1849450" y="1600200"/>
                  </a:lnTo>
                  <a:lnTo>
                    <a:pt x="1851482" y="1612900"/>
                  </a:lnTo>
                  <a:lnTo>
                    <a:pt x="1855927" y="1625600"/>
                  </a:lnTo>
                  <a:lnTo>
                    <a:pt x="1878279" y="1625600"/>
                  </a:lnTo>
                  <a:lnTo>
                    <a:pt x="1876247" y="1612900"/>
                  </a:lnTo>
                  <a:lnTo>
                    <a:pt x="1871802" y="1600200"/>
                  </a:lnTo>
                  <a:close/>
                </a:path>
                <a:path w="1999614" h="2171700">
                  <a:moveTo>
                    <a:pt x="1853387" y="1549400"/>
                  </a:moveTo>
                  <a:lnTo>
                    <a:pt x="1832686" y="1549400"/>
                  </a:lnTo>
                  <a:lnTo>
                    <a:pt x="1836623" y="1562100"/>
                  </a:lnTo>
                  <a:lnTo>
                    <a:pt x="1838401" y="1574800"/>
                  </a:lnTo>
                  <a:lnTo>
                    <a:pt x="1842719" y="1587500"/>
                  </a:lnTo>
                  <a:lnTo>
                    <a:pt x="1845005" y="1587500"/>
                  </a:lnTo>
                  <a:lnTo>
                    <a:pt x="1849323" y="1600200"/>
                  </a:lnTo>
                  <a:lnTo>
                    <a:pt x="1869770" y="1600200"/>
                  </a:lnTo>
                  <a:lnTo>
                    <a:pt x="1865452" y="1587500"/>
                  </a:lnTo>
                  <a:lnTo>
                    <a:pt x="1863420" y="1574800"/>
                  </a:lnTo>
                  <a:lnTo>
                    <a:pt x="1859102" y="1562100"/>
                  </a:lnTo>
                  <a:lnTo>
                    <a:pt x="1857324" y="1562100"/>
                  </a:lnTo>
                  <a:lnTo>
                    <a:pt x="1853387" y="1549400"/>
                  </a:lnTo>
                  <a:close/>
                </a:path>
                <a:path w="1999614" h="2171700">
                  <a:moveTo>
                    <a:pt x="1850847" y="1536700"/>
                  </a:moveTo>
                  <a:lnTo>
                    <a:pt x="1826463" y="1536700"/>
                  </a:lnTo>
                  <a:lnTo>
                    <a:pt x="1830781" y="1549400"/>
                  </a:lnTo>
                  <a:lnTo>
                    <a:pt x="1853006" y="1549400"/>
                  </a:lnTo>
                  <a:lnTo>
                    <a:pt x="1850847" y="1536700"/>
                  </a:lnTo>
                  <a:close/>
                </a:path>
                <a:path w="1999614" h="2171700">
                  <a:moveTo>
                    <a:pt x="1814271" y="1435100"/>
                  </a:moveTo>
                  <a:lnTo>
                    <a:pt x="1789633" y="1435100"/>
                  </a:lnTo>
                  <a:lnTo>
                    <a:pt x="1793951" y="1447800"/>
                  </a:lnTo>
                  <a:lnTo>
                    <a:pt x="1795856" y="1447800"/>
                  </a:lnTo>
                  <a:lnTo>
                    <a:pt x="1800341" y="1459922"/>
                  </a:lnTo>
                  <a:lnTo>
                    <a:pt x="1802333" y="1473200"/>
                  </a:lnTo>
                  <a:lnTo>
                    <a:pt x="1806524" y="1485900"/>
                  </a:lnTo>
                  <a:lnTo>
                    <a:pt x="1808429" y="1485900"/>
                  </a:lnTo>
                  <a:lnTo>
                    <a:pt x="1813128" y="1498600"/>
                  </a:lnTo>
                  <a:lnTo>
                    <a:pt x="1814779" y="1498600"/>
                  </a:lnTo>
                  <a:lnTo>
                    <a:pt x="1818970" y="1511300"/>
                  </a:lnTo>
                  <a:lnTo>
                    <a:pt x="1820759" y="1524035"/>
                  </a:lnTo>
                  <a:lnTo>
                    <a:pt x="1824685" y="1536700"/>
                  </a:lnTo>
                  <a:lnTo>
                    <a:pt x="1851228" y="1536700"/>
                  </a:lnTo>
                  <a:lnTo>
                    <a:pt x="1847175" y="1524035"/>
                  </a:lnTo>
                  <a:lnTo>
                    <a:pt x="1839544" y="1511300"/>
                  </a:lnTo>
                  <a:lnTo>
                    <a:pt x="1835353" y="1498600"/>
                  </a:lnTo>
                  <a:lnTo>
                    <a:pt x="1833448" y="1485900"/>
                  </a:lnTo>
                  <a:lnTo>
                    <a:pt x="1828622" y="1473200"/>
                  </a:lnTo>
                  <a:lnTo>
                    <a:pt x="1826844" y="1473200"/>
                  </a:lnTo>
                  <a:lnTo>
                    <a:pt x="1822532" y="1460518"/>
                  </a:lnTo>
                  <a:lnTo>
                    <a:pt x="1820628" y="1460518"/>
                  </a:lnTo>
                  <a:lnTo>
                    <a:pt x="1816126" y="1448352"/>
                  </a:lnTo>
                  <a:lnTo>
                    <a:pt x="1814271" y="1435100"/>
                  </a:lnTo>
                  <a:close/>
                </a:path>
                <a:path w="1999614" h="2171700">
                  <a:moveTo>
                    <a:pt x="1807540" y="1422400"/>
                  </a:moveTo>
                  <a:lnTo>
                    <a:pt x="1783156" y="1422400"/>
                  </a:lnTo>
                  <a:lnTo>
                    <a:pt x="1787728" y="1435100"/>
                  </a:lnTo>
                  <a:lnTo>
                    <a:pt x="1809699" y="1435100"/>
                  </a:lnTo>
                  <a:lnTo>
                    <a:pt x="1807540" y="1422400"/>
                  </a:lnTo>
                  <a:close/>
                </a:path>
                <a:path w="1999614" h="2171700">
                  <a:moveTo>
                    <a:pt x="1789506" y="1371600"/>
                  </a:moveTo>
                  <a:lnTo>
                    <a:pt x="1765249" y="1371600"/>
                  </a:lnTo>
                  <a:lnTo>
                    <a:pt x="1769186" y="1384300"/>
                  </a:lnTo>
                  <a:lnTo>
                    <a:pt x="1770837" y="1384300"/>
                  </a:lnTo>
                  <a:lnTo>
                    <a:pt x="1774774" y="1397000"/>
                  </a:lnTo>
                  <a:lnTo>
                    <a:pt x="1776679" y="1409700"/>
                  </a:lnTo>
                  <a:lnTo>
                    <a:pt x="1780997" y="1422400"/>
                  </a:lnTo>
                  <a:lnTo>
                    <a:pt x="1807794" y="1422400"/>
                  </a:lnTo>
                  <a:lnTo>
                    <a:pt x="1803349" y="1409700"/>
                  </a:lnTo>
                  <a:lnTo>
                    <a:pt x="1801317" y="1409700"/>
                  </a:lnTo>
                  <a:lnTo>
                    <a:pt x="1797126" y="1397000"/>
                  </a:lnTo>
                  <a:lnTo>
                    <a:pt x="1795348" y="1397000"/>
                  </a:lnTo>
                  <a:lnTo>
                    <a:pt x="1791284" y="1384300"/>
                  </a:lnTo>
                  <a:lnTo>
                    <a:pt x="1789506" y="1371600"/>
                  </a:lnTo>
                  <a:close/>
                </a:path>
                <a:path w="1999614" h="2171700">
                  <a:moveTo>
                    <a:pt x="1784172" y="1358900"/>
                  </a:moveTo>
                  <a:lnTo>
                    <a:pt x="1759915" y="1358900"/>
                  </a:lnTo>
                  <a:lnTo>
                    <a:pt x="1763852" y="1371600"/>
                  </a:lnTo>
                  <a:lnTo>
                    <a:pt x="1785569" y="1371600"/>
                  </a:lnTo>
                  <a:lnTo>
                    <a:pt x="1784172" y="1358900"/>
                  </a:lnTo>
                  <a:close/>
                </a:path>
                <a:path w="1999614" h="2171700">
                  <a:moveTo>
                    <a:pt x="1779854" y="1346200"/>
                  </a:moveTo>
                  <a:lnTo>
                    <a:pt x="1754200" y="1346200"/>
                  </a:lnTo>
                  <a:lnTo>
                    <a:pt x="1758137" y="1358900"/>
                  </a:lnTo>
                  <a:lnTo>
                    <a:pt x="1783918" y="1358900"/>
                  </a:lnTo>
                  <a:lnTo>
                    <a:pt x="1779854" y="1346200"/>
                  </a:lnTo>
                  <a:close/>
                </a:path>
                <a:path w="1999614" h="2171700">
                  <a:moveTo>
                    <a:pt x="1762201" y="1308100"/>
                  </a:moveTo>
                  <a:lnTo>
                    <a:pt x="1762328" y="1320800"/>
                  </a:lnTo>
                  <a:lnTo>
                    <a:pt x="1742389" y="1320800"/>
                  </a:lnTo>
                  <a:lnTo>
                    <a:pt x="1748104" y="1333500"/>
                  </a:lnTo>
                  <a:lnTo>
                    <a:pt x="1752168" y="1346200"/>
                  </a:lnTo>
                  <a:lnTo>
                    <a:pt x="1777949" y="1346200"/>
                  </a:lnTo>
                  <a:lnTo>
                    <a:pt x="1774139" y="1333500"/>
                  </a:lnTo>
                  <a:lnTo>
                    <a:pt x="1771853" y="1333500"/>
                  </a:lnTo>
                  <a:lnTo>
                    <a:pt x="1762201" y="1308100"/>
                  </a:lnTo>
                  <a:close/>
                </a:path>
                <a:path w="1999614" h="2171700">
                  <a:moveTo>
                    <a:pt x="1756867" y="1295400"/>
                  </a:moveTo>
                  <a:lnTo>
                    <a:pt x="1756994" y="1308100"/>
                  </a:lnTo>
                  <a:lnTo>
                    <a:pt x="1736801" y="1308100"/>
                  </a:lnTo>
                  <a:lnTo>
                    <a:pt x="1740484" y="1320800"/>
                  </a:lnTo>
                  <a:lnTo>
                    <a:pt x="1762328" y="1320800"/>
                  </a:lnTo>
                  <a:lnTo>
                    <a:pt x="1760550" y="1308100"/>
                  </a:lnTo>
                  <a:lnTo>
                    <a:pt x="1756867" y="1295400"/>
                  </a:lnTo>
                  <a:close/>
                </a:path>
                <a:path w="1999614" h="2171700">
                  <a:moveTo>
                    <a:pt x="1755343" y="1295400"/>
                  </a:moveTo>
                  <a:lnTo>
                    <a:pt x="1731848" y="1295400"/>
                  </a:lnTo>
                  <a:lnTo>
                    <a:pt x="1735531" y="1308100"/>
                  </a:lnTo>
                  <a:lnTo>
                    <a:pt x="1756994" y="1308100"/>
                  </a:lnTo>
                  <a:lnTo>
                    <a:pt x="1755343" y="1295400"/>
                  </a:lnTo>
                  <a:close/>
                </a:path>
                <a:path w="1999614" h="2171700">
                  <a:moveTo>
                    <a:pt x="1750644" y="1282700"/>
                  </a:moveTo>
                  <a:lnTo>
                    <a:pt x="1726895" y="1282700"/>
                  </a:lnTo>
                  <a:lnTo>
                    <a:pt x="1730451" y="1295400"/>
                  </a:lnTo>
                  <a:lnTo>
                    <a:pt x="1752041" y="1295400"/>
                  </a:lnTo>
                  <a:lnTo>
                    <a:pt x="1750644" y="1282700"/>
                  </a:lnTo>
                  <a:close/>
                </a:path>
                <a:path w="1999614" h="2171700">
                  <a:moveTo>
                    <a:pt x="1745437" y="1270000"/>
                  </a:moveTo>
                  <a:lnTo>
                    <a:pt x="1721815" y="1270000"/>
                  </a:lnTo>
                  <a:lnTo>
                    <a:pt x="1725752" y="1282700"/>
                  </a:lnTo>
                  <a:lnTo>
                    <a:pt x="1746834" y="1282700"/>
                  </a:lnTo>
                  <a:lnTo>
                    <a:pt x="1745437" y="1270000"/>
                  </a:lnTo>
                  <a:close/>
                </a:path>
                <a:path w="1999614" h="2171700">
                  <a:moveTo>
                    <a:pt x="1739087" y="1257300"/>
                  </a:moveTo>
                  <a:lnTo>
                    <a:pt x="1713687" y="1257300"/>
                  </a:lnTo>
                  <a:lnTo>
                    <a:pt x="1715465" y="1270000"/>
                  </a:lnTo>
                  <a:lnTo>
                    <a:pt x="1740992" y="1270000"/>
                  </a:lnTo>
                  <a:lnTo>
                    <a:pt x="1739087" y="1257300"/>
                  </a:lnTo>
                  <a:close/>
                </a:path>
                <a:path w="1999614" h="2171700">
                  <a:moveTo>
                    <a:pt x="1728292" y="1244600"/>
                  </a:moveTo>
                  <a:lnTo>
                    <a:pt x="1707210" y="1244600"/>
                  </a:lnTo>
                  <a:lnTo>
                    <a:pt x="1707337" y="1257300"/>
                  </a:lnTo>
                  <a:lnTo>
                    <a:pt x="1732610" y="1257300"/>
                  </a:lnTo>
                  <a:lnTo>
                    <a:pt x="1728292" y="1244600"/>
                  </a:lnTo>
                  <a:close/>
                </a:path>
                <a:path w="1999614" h="2171700">
                  <a:moveTo>
                    <a:pt x="1714322" y="1219200"/>
                  </a:moveTo>
                  <a:lnTo>
                    <a:pt x="1692859" y="1219200"/>
                  </a:lnTo>
                  <a:lnTo>
                    <a:pt x="1695018" y="1231900"/>
                  </a:lnTo>
                  <a:lnTo>
                    <a:pt x="1700225" y="1244600"/>
                  </a:lnTo>
                  <a:lnTo>
                    <a:pt x="1726133" y="1244600"/>
                  </a:lnTo>
                  <a:lnTo>
                    <a:pt x="1719275" y="1231900"/>
                  </a:lnTo>
                  <a:lnTo>
                    <a:pt x="1714322" y="1219200"/>
                  </a:lnTo>
                  <a:close/>
                </a:path>
                <a:path w="1999614" h="2171700">
                  <a:moveTo>
                    <a:pt x="1703908" y="1193800"/>
                  </a:moveTo>
                  <a:lnTo>
                    <a:pt x="1678508" y="1193800"/>
                  </a:lnTo>
                  <a:lnTo>
                    <a:pt x="1684985" y="1206500"/>
                  </a:lnTo>
                  <a:lnTo>
                    <a:pt x="1684731" y="1206500"/>
                  </a:lnTo>
                  <a:lnTo>
                    <a:pt x="1687398" y="1219200"/>
                  </a:lnTo>
                  <a:lnTo>
                    <a:pt x="1712036" y="1219200"/>
                  </a:lnTo>
                  <a:lnTo>
                    <a:pt x="1706321" y="1206500"/>
                  </a:lnTo>
                  <a:lnTo>
                    <a:pt x="1703908" y="1193800"/>
                  </a:lnTo>
                  <a:close/>
                </a:path>
                <a:path w="1999614" h="2171700">
                  <a:moveTo>
                    <a:pt x="1666697" y="1143000"/>
                  </a:moveTo>
                  <a:lnTo>
                    <a:pt x="1647774" y="1143000"/>
                  </a:lnTo>
                  <a:lnTo>
                    <a:pt x="1654378" y="1155700"/>
                  </a:lnTo>
                  <a:lnTo>
                    <a:pt x="1664919" y="1181100"/>
                  </a:lnTo>
                  <a:lnTo>
                    <a:pt x="1668094" y="1181100"/>
                  </a:lnTo>
                  <a:lnTo>
                    <a:pt x="1675587" y="1193800"/>
                  </a:lnTo>
                  <a:lnTo>
                    <a:pt x="1696923" y="1193800"/>
                  </a:lnTo>
                  <a:lnTo>
                    <a:pt x="1693748" y="1181100"/>
                  </a:lnTo>
                  <a:lnTo>
                    <a:pt x="1686382" y="1168400"/>
                  </a:lnTo>
                  <a:lnTo>
                    <a:pt x="1683461" y="1168400"/>
                  </a:lnTo>
                  <a:lnTo>
                    <a:pt x="1676222" y="1155700"/>
                  </a:lnTo>
                  <a:lnTo>
                    <a:pt x="1673174" y="1155700"/>
                  </a:lnTo>
                  <a:lnTo>
                    <a:pt x="1666697" y="1143000"/>
                  </a:lnTo>
                  <a:close/>
                </a:path>
                <a:path w="1999614" h="2171700">
                  <a:moveTo>
                    <a:pt x="1647774" y="1143000"/>
                  </a:moveTo>
                  <a:lnTo>
                    <a:pt x="1645107" y="1143000"/>
                  </a:lnTo>
                  <a:lnTo>
                    <a:pt x="1648282" y="1155700"/>
                  </a:lnTo>
                  <a:lnTo>
                    <a:pt x="1647774" y="1143000"/>
                  </a:lnTo>
                  <a:close/>
                </a:path>
                <a:path w="1999614" h="2171700">
                  <a:moveTo>
                    <a:pt x="1662887" y="1130300"/>
                  </a:moveTo>
                  <a:lnTo>
                    <a:pt x="1637868" y="1130300"/>
                  </a:lnTo>
                  <a:lnTo>
                    <a:pt x="1644726" y="1143000"/>
                  </a:lnTo>
                  <a:lnTo>
                    <a:pt x="1666189" y="1143000"/>
                  </a:lnTo>
                  <a:lnTo>
                    <a:pt x="1662887" y="1130300"/>
                  </a:lnTo>
                  <a:close/>
                </a:path>
                <a:path w="1999614" h="2171700">
                  <a:moveTo>
                    <a:pt x="1656410" y="1117600"/>
                  </a:moveTo>
                  <a:lnTo>
                    <a:pt x="1628089" y="1117600"/>
                  </a:lnTo>
                  <a:lnTo>
                    <a:pt x="1635074" y="1130300"/>
                  </a:lnTo>
                  <a:lnTo>
                    <a:pt x="1663268" y="1130300"/>
                  </a:lnTo>
                  <a:lnTo>
                    <a:pt x="1656410" y="1117600"/>
                  </a:lnTo>
                  <a:close/>
                </a:path>
                <a:path w="1999614" h="2171700">
                  <a:moveTo>
                    <a:pt x="1646123" y="1104900"/>
                  </a:moveTo>
                  <a:lnTo>
                    <a:pt x="1617548" y="1104900"/>
                  </a:lnTo>
                  <a:lnTo>
                    <a:pt x="1625041" y="1117600"/>
                  </a:lnTo>
                  <a:lnTo>
                    <a:pt x="1653362" y="1117600"/>
                  </a:lnTo>
                  <a:lnTo>
                    <a:pt x="1646123" y="1104900"/>
                  </a:lnTo>
                  <a:close/>
                </a:path>
                <a:path w="1999614" h="2171700">
                  <a:moveTo>
                    <a:pt x="1635074" y="1092200"/>
                  </a:moveTo>
                  <a:lnTo>
                    <a:pt x="1613865" y="1092200"/>
                  </a:lnTo>
                  <a:lnTo>
                    <a:pt x="1617167" y="1104900"/>
                  </a:lnTo>
                  <a:lnTo>
                    <a:pt x="1642948" y="1104900"/>
                  </a:lnTo>
                  <a:lnTo>
                    <a:pt x="1635074" y="1092200"/>
                  </a:lnTo>
                  <a:close/>
                </a:path>
                <a:path w="1999614" h="2171700">
                  <a:moveTo>
                    <a:pt x="1631899" y="1079500"/>
                  </a:moveTo>
                  <a:lnTo>
                    <a:pt x="1603070" y="1079500"/>
                  </a:lnTo>
                  <a:lnTo>
                    <a:pt x="1606372" y="1092200"/>
                  </a:lnTo>
                  <a:lnTo>
                    <a:pt x="1635455" y="1092200"/>
                  </a:lnTo>
                  <a:lnTo>
                    <a:pt x="1631899" y="1079500"/>
                  </a:lnTo>
                  <a:close/>
                </a:path>
                <a:path w="1999614" h="2171700">
                  <a:moveTo>
                    <a:pt x="1621358" y="1066800"/>
                  </a:moveTo>
                  <a:lnTo>
                    <a:pt x="1595450" y="1066800"/>
                  </a:lnTo>
                  <a:lnTo>
                    <a:pt x="1603451" y="1079500"/>
                  </a:lnTo>
                  <a:lnTo>
                    <a:pt x="1624660" y="1079500"/>
                  </a:lnTo>
                  <a:lnTo>
                    <a:pt x="1621358" y="1066800"/>
                  </a:lnTo>
                  <a:close/>
                </a:path>
                <a:path w="1999614" h="2171700">
                  <a:moveTo>
                    <a:pt x="1544650" y="965200"/>
                  </a:moveTo>
                  <a:lnTo>
                    <a:pt x="1513408" y="965200"/>
                  </a:lnTo>
                  <a:lnTo>
                    <a:pt x="1523822" y="977900"/>
                  </a:lnTo>
                  <a:lnTo>
                    <a:pt x="1528013" y="977900"/>
                  </a:lnTo>
                  <a:lnTo>
                    <a:pt x="1538046" y="990600"/>
                  </a:lnTo>
                  <a:lnTo>
                    <a:pt x="1537665" y="990600"/>
                  </a:lnTo>
                  <a:lnTo>
                    <a:pt x="1541729" y="1003300"/>
                  </a:lnTo>
                  <a:lnTo>
                    <a:pt x="1551000" y="1016000"/>
                  </a:lnTo>
                  <a:lnTo>
                    <a:pt x="1555445" y="1016000"/>
                  </a:lnTo>
                  <a:lnTo>
                    <a:pt x="1563827" y="1028700"/>
                  </a:lnTo>
                  <a:lnTo>
                    <a:pt x="1569542" y="1041400"/>
                  </a:lnTo>
                  <a:lnTo>
                    <a:pt x="1577670" y="1041400"/>
                  </a:lnTo>
                  <a:lnTo>
                    <a:pt x="1583425" y="1054159"/>
                  </a:lnTo>
                  <a:lnTo>
                    <a:pt x="1592021" y="1066800"/>
                  </a:lnTo>
                  <a:lnTo>
                    <a:pt x="1620977" y="1066800"/>
                  </a:lnTo>
                  <a:lnTo>
                    <a:pt x="1613139" y="1054159"/>
                  </a:lnTo>
                  <a:lnTo>
                    <a:pt x="1609587" y="1054159"/>
                  </a:lnTo>
                  <a:lnTo>
                    <a:pt x="1600784" y="1041400"/>
                  </a:lnTo>
                  <a:lnTo>
                    <a:pt x="1594942" y="1028700"/>
                  </a:lnTo>
                  <a:lnTo>
                    <a:pt x="1586433" y="1028700"/>
                  </a:lnTo>
                  <a:lnTo>
                    <a:pt x="1572463" y="1003300"/>
                  </a:lnTo>
                  <a:lnTo>
                    <a:pt x="1568272" y="1003300"/>
                  </a:lnTo>
                  <a:lnTo>
                    <a:pt x="1558874" y="990600"/>
                  </a:lnTo>
                  <a:lnTo>
                    <a:pt x="1554683" y="977900"/>
                  </a:lnTo>
                  <a:lnTo>
                    <a:pt x="1544650" y="965200"/>
                  </a:lnTo>
                  <a:close/>
                </a:path>
                <a:path w="1999614" h="2171700">
                  <a:moveTo>
                    <a:pt x="1509598" y="927100"/>
                  </a:moveTo>
                  <a:lnTo>
                    <a:pt x="1483055" y="927100"/>
                  </a:lnTo>
                  <a:lnTo>
                    <a:pt x="1493469" y="939800"/>
                  </a:lnTo>
                  <a:lnTo>
                    <a:pt x="1493850" y="939800"/>
                  </a:lnTo>
                  <a:lnTo>
                    <a:pt x="1498422" y="952500"/>
                  </a:lnTo>
                  <a:lnTo>
                    <a:pt x="1508836" y="965200"/>
                  </a:lnTo>
                  <a:lnTo>
                    <a:pt x="1540078" y="965200"/>
                  </a:lnTo>
                  <a:lnTo>
                    <a:pt x="1529664" y="952500"/>
                  </a:lnTo>
                  <a:lnTo>
                    <a:pt x="1524965" y="952500"/>
                  </a:lnTo>
                  <a:lnTo>
                    <a:pt x="1514424" y="939800"/>
                  </a:lnTo>
                  <a:lnTo>
                    <a:pt x="1509598" y="927100"/>
                  </a:lnTo>
                  <a:close/>
                </a:path>
                <a:path w="1999614" h="2171700">
                  <a:moveTo>
                    <a:pt x="1499438" y="914400"/>
                  </a:moveTo>
                  <a:lnTo>
                    <a:pt x="1466545" y="914400"/>
                  </a:lnTo>
                  <a:lnTo>
                    <a:pt x="1478356" y="927100"/>
                  </a:lnTo>
                  <a:lnTo>
                    <a:pt x="1509979" y="927100"/>
                  </a:lnTo>
                  <a:lnTo>
                    <a:pt x="1499438" y="914400"/>
                  </a:lnTo>
                  <a:close/>
                </a:path>
                <a:path w="1999614" h="2171700">
                  <a:moveTo>
                    <a:pt x="1482547" y="901700"/>
                  </a:moveTo>
                  <a:lnTo>
                    <a:pt x="1449781" y="901700"/>
                  </a:lnTo>
                  <a:lnTo>
                    <a:pt x="1461719" y="914400"/>
                  </a:lnTo>
                  <a:lnTo>
                    <a:pt x="1494104" y="914400"/>
                  </a:lnTo>
                  <a:lnTo>
                    <a:pt x="1482547" y="901700"/>
                  </a:lnTo>
                  <a:close/>
                </a:path>
                <a:path w="1999614" h="2171700">
                  <a:moveTo>
                    <a:pt x="1477848" y="889000"/>
                  </a:moveTo>
                  <a:lnTo>
                    <a:pt x="1444447" y="889000"/>
                  </a:lnTo>
                  <a:lnTo>
                    <a:pt x="1449527" y="901700"/>
                  </a:lnTo>
                  <a:lnTo>
                    <a:pt x="1482801" y="901700"/>
                  </a:lnTo>
                  <a:lnTo>
                    <a:pt x="1477848" y="889000"/>
                  </a:lnTo>
                  <a:close/>
                </a:path>
                <a:path w="1999614" h="2171700">
                  <a:moveTo>
                    <a:pt x="1465783" y="876300"/>
                  </a:moveTo>
                  <a:lnTo>
                    <a:pt x="1433144" y="876300"/>
                  </a:lnTo>
                  <a:lnTo>
                    <a:pt x="1444701" y="889000"/>
                  </a:lnTo>
                  <a:lnTo>
                    <a:pt x="1477594" y="889000"/>
                  </a:lnTo>
                  <a:lnTo>
                    <a:pt x="1465783" y="876300"/>
                  </a:lnTo>
                  <a:close/>
                </a:path>
                <a:path w="1999614" h="2171700">
                  <a:moveTo>
                    <a:pt x="1444701" y="850900"/>
                  </a:moveTo>
                  <a:lnTo>
                    <a:pt x="1412316" y="850900"/>
                  </a:lnTo>
                  <a:lnTo>
                    <a:pt x="1428953" y="876300"/>
                  </a:lnTo>
                  <a:lnTo>
                    <a:pt x="1460830" y="876300"/>
                  </a:lnTo>
                  <a:lnTo>
                    <a:pt x="1449487" y="863835"/>
                  </a:lnTo>
                  <a:lnTo>
                    <a:pt x="1444701" y="850900"/>
                  </a:lnTo>
                  <a:close/>
                </a:path>
                <a:path w="1999614" h="2171700">
                  <a:moveTo>
                    <a:pt x="1414856" y="825500"/>
                  </a:moveTo>
                  <a:lnTo>
                    <a:pt x="1383487" y="825500"/>
                  </a:lnTo>
                  <a:lnTo>
                    <a:pt x="1395298" y="838200"/>
                  </a:lnTo>
                  <a:lnTo>
                    <a:pt x="1400759" y="850900"/>
                  </a:lnTo>
                  <a:lnTo>
                    <a:pt x="1432636" y="850900"/>
                  </a:lnTo>
                  <a:lnTo>
                    <a:pt x="1427048" y="838200"/>
                  </a:lnTo>
                  <a:lnTo>
                    <a:pt x="1414856" y="825500"/>
                  </a:lnTo>
                  <a:close/>
                </a:path>
                <a:path w="1999614" h="2171700">
                  <a:moveTo>
                    <a:pt x="1398219" y="812800"/>
                  </a:moveTo>
                  <a:lnTo>
                    <a:pt x="1364437" y="812800"/>
                  </a:lnTo>
                  <a:lnTo>
                    <a:pt x="1378915" y="825500"/>
                  </a:lnTo>
                  <a:lnTo>
                    <a:pt x="1409649" y="825500"/>
                  </a:lnTo>
                  <a:lnTo>
                    <a:pt x="1398219" y="812800"/>
                  </a:lnTo>
                  <a:close/>
                </a:path>
                <a:path w="1999614" h="2171700">
                  <a:moveTo>
                    <a:pt x="1358722" y="800100"/>
                  </a:moveTo>
                  <a:lnTo>
                    <a:pt x="1347419" y="800100"/>
                  </a:lnTo>
                  <a:lnTo>
                    <a:pt x="1361135" y="812800"/>
                  </a:lnTo>
                  <a:lnTo>
                    <a:pt x="1358722" y="800100"/>
                  </a:lnTo>
                  <a:close/>
                </a:path>
                <a:path w="1999614" h="2171700">
                  <a:moveTo>
                    <a:pt x="1377645" y="800100"/>
                  </a:moveTo>
                  <a:lnTo>
                    <a:pt x="1358722" y="800100"/>
                  </a:lnTo>
                  <a:lnTo>
                    <a:pt x="1362024" y="812800"/>
                  </a:lnTo>
                  <a:lnTo>
                    <a:pt x="1392504" y="812800"/>
                  </a:lnTo>
                  <a:lnTo>
                    <a:pt x="1377645" y="800100"/>
                  </a:lnTo>
                  <a:close/>
                </a:path>
                <a:path w="1999614" h="2171700">
                  <a:moveTo>
                    <a:pt x="1374470" y="787400"/>
                  </a:moveTo>
                  <a:lnTo>
                    <a:pt x="1342339" y="787400"/>
                  </a:lnTo>
                  <a:lnTo>
                    <a:pt x="1344498" y="800100"/>
                  </a:lnTo>
                  <a:lnTo>
                    <a:pt x="1376756" y="800100"/>
                  </a:lnTo>
                  <a:lnTo>
                    <a:pt x="1374470" y="787400"/>
                  </a:lnTo>
                  <a:close/>
                </a:path>
                <a:path w="1999614" h="2171700">
                  <a:moveTo>
                    <a:pt x="1328623" y="749300"/>
                  </a:moveTo>
                  <a:lnTo>
                    <a:pt x="1300048" y="749300"/>
                  </a:lnTo>
                  <a:lnTo>
                    <a:pt x="1304366" y="762000"/>
                  </a:lnTo>
                  <a:lnTo>
                    <a:pt x="1314780" y="762000"/>
                  </a:lnTo>
                  <a:lnTo>
                    <a:pt x="1328877" y="774700"/>
                  </a:lnTo>
                  <a:lnTo>
                    <a:pt x="1333830" y="787400"/>
                  </a:lnTo>
                  <a:lnTo>
                    <a:pt x="1363675" y="787400"/>
                  </a:lnTo>
                  <a:lnTo>
                    <a:pt x="1361516" y="774700"/>
                  </a:lnTo>
                  <a:lnTo>
                    <a:pt x="1358976" y="774700"/>
                  </a:lnTo>
                  <a:lnTo>
                    <a:pt x="1342720" y="762000"/>
                  </a:lnTo>
                  <a:lnTo>
                    <a:pt x="1328623" y="749300"/>
                  </a:lnTo>
                  <a:close/>
                </a:path>
                <a:path w="1999614" h="2171700">
                  <a:moveTo>
                    <a:pt x="1290650" y="711200"/>
                  </a:moveTo>
                  <a:lnTo>
                    <a:pt x="1247724" y="711200"/>
                  </a:lnTo>
                  <a:lnTo>
                    <a:pt x="1260678" y="723900"/>
                  </a:lnTo>
                  <a:lnTo>
                    <a:pt x="1266139" y="723900"/>
                  </a:lnTo>
                  <a:lnTo>
                    <a:pt x="1285189" y="736600"/>
                  </a:lnTo>
                  <a:lnTo>
                    <a:pt x="1292174" y="749300"/>
                  </a:lnTo>
                  <a:lnTo>
                    <a:pt x="1322781" y="749300"/>
                  </a:lnTo>
                  <a:lnTo>
                    <a:pt x="1318844" y="736600"/>
                  </a:lnTo>
                  <a:lnTo>
                    <a:pt x="1306525" y="736600"/>
                  </a:lnTo>
                  <a:lnTo>
                    <a:pt x="1299413" y="723900"/>
                  </a:lnTo>
                  <a:lnTo>
                    <a:pt x="1290650" y="711200"/>
                  </a:lnTo>
                  <a:close/>
                </a:path>
                <a:path w="1999614" h="2171700">
                  <a:moveTo>
                    <a:pt x="1274140" y="698500"/>
                  </a:moveTo>
                  <a:lnTo>
                    <a:pt x="1228039" y="698500"/>
                  </a:lnTo>
                  <a:lnTo>
                    <a:pt x="1241755" y="711200"/>
                  </a:lnTo>
                  <a:lnTo>
                    <a:pt x="1279855" y="711200"/>
                  </a:lnTo>
                  <a:lnTo>
                    <a:pt x="1274140" y="698500"/>
                  </a:lnTo>
                  <a:close/>
                </a:path>
                <a:path w="1999614" h="2171700">
                  <a:moveTo>
                    <a:pt x="1202588" y="672676"/>
                  </a:moveTo>
                  <a:lnTo>
                    <a:pt x="1208100" y="685800"/>
                  </a:lnTo>
                  <a:lnTo>
                    <a:pt x="1221689" y="685800"/>
                  </a:lnTo>
                  <a:lnTo>
                    <a:pt x="1227785" y="698500"/>
                  </a:lnTo>
                  <a:lnTo>
                    <a:pt x="1260932" y="698500"/>
                  </a:lnTo>
                  <a:lnTo>
                    <a:pt x="1254709" y="685800"/>
                  </a:lnTo>
                  <a:lnTo>
                    <a:pt x="1241120" y="673100"/>
                  </a:lnTo>
                  <a:lnTo>
                    <a:pt x="1203020" y="673100"/>
                  </a:lnTo>
                  <a:lnTo>
                    <a:pt x="1202588" y="672676"/>
                  </a:lnTo>
                  <a:close/>
                </a:path>
                <a:path w="1999614" h="2171700">
                  <a:moveTo>
                    <a:pt x="1221181" y="660400"/>
                  </a:moveTo>
                  <a:lnTo>
                    <a:pt x="1190066" y="660400"/>
                  </a:lnTo>
                  <a:lnTo>
                    <a:pt x="1203020" y="673100"/>
                  </a:lnTo>
                  <a:lnTo>
                    <a:pt x="1235278" y="673100"/>
                  </a:lnTo>
                  <a:lnTo>
                    <a:pt x="1221181" y="660400"/>
                  </a:lnTo>
                  <a:close/>
                </a:path>
                <a:path w="1999614" h="2171700">
                  <a:moveTo>
                    <a:pt x="1202893" y="647700"/>
                  </a:moveTo>
                  <a:lnTo>
                    <a:pt x="1172032" y="647700"/>
                  </a:lnTo>
                  <a:lnTo>
                    <a:pt x="1184859" y="660400"/>
                  </a:lnTo>
                  <a:lnTo>
                    <a:pt x="1215847" y="660400"/>
                  </a:lnTo>
                  <a:lnTo>
                    <a:pt x="1202893" y="647700"/>
                  </a:lnTo>
                  <a:close/>
                </a:path>
                <a:path w="1999614" h="2171700">
                  <a:moveTo>
                    <a:pt x="1184605" y="635000"/>
                  </a:moveTo>
                  <a:lnTo>
                    <a:pt x="1154379" y="635000"/>
                  </a:lnTo>
                  <a:lnTo>
                    <a:pt x="1166825" y="647700"/>
                  </a:lnTo>
                  <a:lnTo>
                    <a:pt x="1197432" y="647700"/>
                  </a:lnTo>
                  <a:lnTo>
                    <a:pt x="1184605" y="635000"/>
                  </a:lnTo>
                  <a:close/>
                </a:path>
                <a:path w="1999614" h="2171700">
                  <a:moveTo>
                    <a:pt x="1166698" y="622300"/>
                  </a:moveTo>
                  <a:lnTo>
                    <a:pt x="1135329" y="622300"/>
                  </a:lnTo>
                  <a:lnTo>
                    <a:pt x="1148537" y="635000"/>
                  </a:lnTo>
                  <a:lnTo>
                    <a:pt x="1179271" y="635000"/>
                  </a:lnTo>
                  <a:lnTo>
                    <a:pt x="1166698" y="622300"/>
                  </a:lnTo>
                  <a:close/>
                </a:path>
                <a:path w="1999614" h="2171700">
                  <a:moveTo>
                    <a:pt x="1147521" y="609600"/>
                  </a:moveTo>
                  <a:lnTo>
                    <a:pt x="1115390" y="609600"/>
                  </a:lnTo>
                  <a:lnTo>
                    <a:pt x="1129741" y="622300"/>
                  </a:lnTo>
                  <a:lnTo>
                    <a:pt x="1160856" y="622300"/>
                  </a:lnTo>
                  <a:lnTo>
                    <a:pt x="1147521" y="609600"/>
                  </a:lnTo>
                  <a:close/>
                </a:path>
                <a:path w="1999614" h="2171700">
                  <a:moveTo>
                    <a:pt x="1127074" y="596900"/>
                  </a:moveTo>
                  <a:lnTo>
                    <a:pt x="1093419" y="596900"/>
                  </a:lnTo>
                  <a:lnTo>
                    <a:pt x="1109548" y="609600"/>
                  </a:lnTo>
                  <a:lnTo>
                    <a:pt x="1141425" y="609600"/>
                  </a:lnTo>
                  <a:lnTo>
                    <a:pt x="1127074" y="596900"/>
                  </a:lnTo>
                  <a:close/>
                </a:path>
                <a:path w="1999614" h="2171700">
                  <a:moveTo>
                    <a:pt x="1093292" y="571500"/>
                  </a:moveTo>
                  <a:lnTo>
                    <a:pt x="1051001" y="571500"/>
                  </a:lnTo>
                  <a:lnTo>
                    <a:pt x="1059637" y="584200"/>
                  </a:lnTo>
                  <a:lnTo>
                    <a:pt x="1069162" y="584200"/>
                  </a:lnTo>
                  <a:lnTo>
                    <a:pt x="1082116" y="596900"/>
                  </a:lnTo>
                  <a:lnTo>
                    <a:pt x="1120597" y="596900"/>
                  </a:lnTo>
                  <a:lnTo>
                    <a:pt x="1104747" y="584517"/>
                  </a:lnTo>
                  <a:lnTo>
                    <a:pt x="1093292" y="571500"/>
                  </a:lnTo>
                  <a:close/>
                </a:path>
                <a:path w="1999614" h="2171700">
                  <a:moveTo>
                    <a:pt x="1070940" y="558800"/>
                  </a:moveTo>
                  <a:lnTo>
                    <a:pt x="1032840" y="558800"/>
                  </a:lnTo>
                  <a:lnTo>
                    <a:pt x="1044524" y="571500"/>
                  </a:lnTo>
                  <a:lnTo>
                    <a:pt x="1080719" y="571500"/>
                  </a:lnTo>
                  <a:lnTo>
                    <a:pt x="1070940" y="558800"/>
                  </a:lnTo>
                  <a:close/>
                </a:path>
                <a:path w="1999614" h="2171700">
                  <a:moveTo>
                    <a:pt x="1057097" y="546100"/>
                  </a:moveTo>
                  <a:lnTo>
                    <a:pt x="1012266" y="546100"/>
                  </a:lnTo>
                  <a:lnTo>
                    <a:pt x="1026363" y="558800"/>
                  </a:lnTo>
                  <a:lnTo>
                    <a:pt x="1063193" y="558800"/>
                  </a:lnTo>
                  <a:lnTo>
                    <a:pt x="1057097" y="546100"/>
                  </a:lnTo>
                  <a:close/>
                </a:path>
                <a:path w="1999614" h="2171700">
                  <a:moveTo>
                    <a:pt x="1038809" y="533400"/>
                  </a:moveTo>
                  <a:lnTo>
                    <a:pt x="992200" y="533400"/>
                  </a:lnTo>
                  <a:lnTo>
                    <a:pt x="1006297" y="546100"/>
                  </a:lnTo>
                  <a:lnTo>
                    <a:pt x="1045286" y="546100"/>
                  </a:lnTo>
                  <a:lnTo>
                    <a:pt x="1038809" y="533400"/>
                  </a:lnTo>
                  <a:close/>
                </a:path>
                <a:path w="1999614" h="2171700">
                  <a:moveTo>
                    <a:pt x="1018870" y="520700"/>
                  </a:moveTo>
                  <a:lnTo>
                    <a:pt x="986104" y="520700"/>
                  </a:lnTo>
                  <a:lnTo>
                    <a:pt x="992581" y="533400"/>
                  </a:lnTo>
                  <a:lnTo>
                    <a:pt x="1025093" y="533400"/>
                  </a:lnTo>
                  <a:lnTo>
                    <a:pt x="1018870" y="520700"/>
                  </a:lnTo>
                  <a:close/>
                </a:path>
                <a:path w="1999614" h="2171700">
                  <a:moveTo>
                    <a:pt x="1004646" y="508000"/>
                  </a:moveTo>
                  <a:lnTo>
                    <a:pt x="965149" y="508000"/>
                  </a:lnTo>
                  <a:lnTo>
                    <a:pt x="971499" y="520700"/>
                  </a:lnTo>
                  <a:lnTo>
                    <a:pt x="1018616" y="520700"/>
                  </a:lnTo>
                  <a:lnTo>
                    <a:pt x="1004646" y="508000"/>
                  </a:lnTo>
                  <a:close/>
                </a:path>
                <a:path w="1999614" h="2171700">
                  <a:moveTo>
                    <a:pt x="962228" y="482600"/>
                  </a:moveTo>
                  <a:lnTo>
                    <a:pt x="927811" y="482600"/>
                  </a:lnTo>
                  <a:lnTo>
                    <a:pt x="943305" y="495300"/>
                  </a:lnTo>
                  <a:lnTo>
                    <a:pt x="950290" y="508000"/>
                  </a:lnTo>
                  <a:lnTo>
                    <a:pt x="998042" y="508000"/>
                  </a:lnTo>
                  <a:lnTo>
                    <a:pt x="983437" y="495300"/>
                  </a:lnTo>
                  <a:lnTo>
                    <a:pt x="977087" y="495300"/>
                  </a:lnTo>
                  <a:lnTo>
                    <a:pt x="962228" y="482600"/>
                  </a:lnTo>
                  <a:close/>
                </a:path>
                <a:path w="1999614" h="2171700">
                  <a:moveTo>
                    <a:pt x="940130" y="469900"/>
                  </a:moveTo>
                  <a:lnTo>
                    <a:pt x="905840" y="469900"/>
                  </a:lnTo>
                  <a:lnTo>
                    <a:pt x="921334" y="482600"/>
                  </a:lnTo>
                  <a:lnTo>
                    <a:pt x="955624" y="482600"/>
                  </a:lnTo>
                  <a:lnTo>
                    <a:pt x="940130" y="469900"/>
                  </a:lnTo>
                  <a:close/>
                </a:path>
                <a:path w="1999614" h="2171700">
                  <a:moveTo>
                    <a:pt x="894918" y="431800"/>
                  </a:moveTo>
                  <a:lnTo>
                    <a:pt x="860755" y="431800"/>
                  </a:lnTo>
                  <a:lnTo>
                    <a:pt x="875106" y="444500"/>
                  </a:lnTo>
                  <a:lnTo>
                    <a:pt x="875360" y="444500"/>
                  </a:lnTo>
                  <a:lnTo>
                    <a:pt x="882668" y="457322"/>
                  </a:lnTo>
                  <a:lnTo>
                    <a:pt x="882789" y="457534"/>
                  </a:lnTo>
                  <a:lnTo>
                    <a:pt x="899236" y="469900"/>
                  </a:lnTo>
                  <a:lnTo>
                    <a:pt x="933653" y="469900"/>
                  </a:lnTo>
                  <a:lnTo>
                    <a:pt x="918308" y="457322"/>
                  </a:lnTo>
                  <a:lnTo>
                    <a:pt x="911809" y="444500"/>
                  </a:lnTo>
                  <a:lnTo>
                    <a:pt x="894918" y="431800"/>
                  </a:lnTo>
                  <a:close/>
                </a:path>
                <a:path w="1999614" h="2171700">
                  <a:moveTo>
                    <a:pt x="854405" y="406400"/>
                  </a:moveTo>
                  <a:lnTo>
                    <a:pt x="818718" y="406400"/>
                  </a:lnTo>
                  <a:lnTo>
                    <a:pt x="835990" y="419100"/>
                  </a:lnTo>
                  <a:lnTo>
                    <a:pt x="843356" y="431800"/>
                  </a:lnTo>
                  <a:lnTo>
                    <a:pt x="887806" y="431800"/>
                  </a:lnTo>
                  <a:lnTo>
                    <a:pt x="873328" y="419100"/>
                  </a:lnTo>
                  <a:lnTo>
                    <a:pt x="866597" y="419100"/>
                  </a:lnTo>
                  <a:lnTo>
                    <a:pt x="854405" y="406400"/>
                  </a:lnTo>
                  <a:close/>
                </a:path>
                <a:path w="1999614" h="2171700">
                  <a:moveTo>
                    <a:pt x="830402" y="393700"/>
                  </a:moveTo>
                  <a:lnTo>
                    <a:pt x="796620" y="393700"/>
                  </a:lnTo>
                  <a:lnTo>
                    <a:pt x="811606" y="406400"/>
                  </a:lnTo>
                  <a:lnTo>
                    <a:pt x="847674" y="406400"/>
                  </a:lnTo>
                  <a:lnTo>
                    <a:pt x="830402" y="393700"/>
                  </a:lnTo>
                  <a:close/>
                </a:path>
                <a:path w="1999614" h="2171700">
                  <a:moveTo>
                    <a:pt x="809320" y="381000"/>
                  </a:moveTo>
                  <a:lnTo>
                    <a:pt x="778586" y="381000"/>
                  </a:lnTo>
                  <a:lnTo>
                    <a:pt x="790778" y="393700"/>
                  </a:lnTo>
                  <a:lnTo>
                    <a:pt x="823671" y="393700"/>
                  </a:lnTo>
                  <a:lnTo>
                    <a:pt x="809320" y="381000"/>
                  </a:lnTo>
                  <a:close/>
                </a:path>
                <a:path w="1999614" h="2171700">
                  <a:moveTo>
                    <a:pt x="766902" y="342900"/>
                  </a:moveTo>
                  <a:lnTo>
                    <a:pt x="732866" y="342900"/>
                  </a:lnTo>
                  <a:lnTo>
                    <a:pt x="747217" y="355600"/>
                  </a:lnTo>
                  <a:lnTo>
                    <a:pt x="754710" y="368300"/>
                  </a:lnTo>
                  <a:lnTo>
                    <a:pt x="772109" y="381000"/>
                  </a:lnTo>
                  <a:lnTo>
                    <a:pt x="808939" y="381000"/>
                  </a:lnTo>
                  <a:lnTo>
                    <a:pt x="803097" y="368300"/>
                  </a:lnTo>
                  <a:lnTo>
                    <a:pt x="791413" y="368300"/>
                  </a:lnTo>
                  <a:lnTo>
                    <a:pt x="784555" y="355600"/>
                  </a:lnTo>
                  <a:lnTo>
                    <a:pt x="784174" y="355600"/>
                  </a:lnTo>
                  <a:lnTo>
                    <a:pt x="766902" y="342900"/>
                  </a:lnTo>
                  <a:close/>
                </a:path>
                <a:path w="1999614" h="2171700">
                  <a:moveTo>
                    <a:pt x="744931" y="330200"/>
                  </a:moveTo>
                  <a:lnTo>
                    <a:pt x="714705" y="330200"/>
                  </a:lnTo>
                  <a:lnTo>
                    <a:pt x="726897" y="342900"/>
                  </a:lnTo>
                  <a:lnTo>
                    <a:pt x="759409" y="342900"/>
                  </a:lnTo>
                  <a:lnTo>
                    <a:pt x="744931" y="330200"/>
                  </a:lnTo>
                  <a:close/>
                </a:path>
                <a:path w="1999614" h="2171700">
                  <a:moveTo>
                    <a:pt x="727024" y="317500"/>
                  </a:moveTo>
                  <a:lnTo>
                    <a:pt x="690194" y="317500"/>
                  </a:lnTo>
                  <a:lnTo>
                    <a:pt x="707847" y="330200"/>
                  </a:lnTo>
                  <a:lnTo>
                    <a:pt x="739343" y="330200"/>
                  </a:lnTo>
                  <a:lnTo>
                    <a:pt x="727024" y="317500"/>
                  </a:lnTo>
                  <a:close/>
                </a:path>
                <a:path w="1999614" h="2171700">
                  <a:moveTo>
                    <a:pt x="702640" y="304800"/>
                  </a:moveTo>
                  <a:lnTo>
                    <a:pt x="666445" y="304800"/>
                  </a:lnTo>
                  <a:lnTo>
                    <a:pt x="682828" y="317500"/>
                  </a:lnTo>
                  <a:lnTo>
                    <a:pt x="720166" y="317500"/>
                  </a:lnTo>
                  <a:lnTo>
                    <a:pt x="702640" y="304800"/>
                  </a:lnTo>
                  <a:close/>
                </a:path>
                <a:path w="1999614" h="2171700">
                  <a:moveTo>
                    <a:pt x="678002" y="279400"/>
                  </a:moveTo>
                  <a:lnTo>
                    <a:pt x="636346" y="279400"/>
                  </a:lnTo>
                  <a:lnTo>
                    <a:pt x="646760" y="292100"/>
                  </a:lnTo>
                  <a:lnTo>
                    <a:pt x="660222" y="292100"/>
                  </a:lnTo>
                  <a:lnTo>
                    <a:pt x="666953" y="304800"/>
                  </a:lnTo>
                  <a:lnTo>
                    <a:pt x="702005" y="304800"/>
                  </a:lnTo>
                  <a:lnTo>
                    <a:pt x="693758" y="291709"/>
                  </a:lnTo>
                  <a:lnTo>
                    <a:pt x="678002" y="279400"/>
                  </a:lnTo>
                  <a:close/>
                </a:path>
                <a:path w="1999614" h="2171700">
                  <a:moveTo>
                    <a:pt x="656412" y="266700"/>
                  </a:moveTo>
                  <a:lnTo>
                    <a:pt x="616915" y="266700"/>
                  </a:lnTo>
                  <a:lnTo>
                    <a:pt x="634568" y="279400"/>
                  </a:lnTo>
                  <a:lnTo>
                    <a:pt x="670763" y="279400"/>
                  </a:lnTo>
                  <a:lnTo>
                    <a:pt x="656412" y="266700"/>
                  </a:lnTo>
                  <a:close/>
                </a:path>
                <a:path w="1999614" h="2171700">
                  <a:moveTo>
                    <a:pt x="628980" y="254000"/>
                  </a:moveTo>
                  <a:lnTo>
                    <a:pt x="591769" y="254000"/>
                  </a:lnTo>
                  <a:lnTo>
                    <a:pt x="606247" y="266700"/>
                  </a:lnTo>
                  <a:lnTo>
                    <a:pt x="646633" y="266700"/>
                  </a:lnTo>
                  <a:lnTo>
                    <a:pt x="628980" y="254000"/>
                  </a:lnTo>
                  <a:close/>
                </a:path>
                <a:path w="1999614" h="2171700">
                  <a:moveTo>
                    <a:pt x="604469" y="241300"/>
                  </a:moveTo>
                  <a:lnTo>
                    <a:pt x="570814" y="241300"/>
                  </a:lnTo>
                  <a:lnTo>
                    <a:pt x="585927" y="254000"/>
                  </a:lnTo>
                  <a:lnTo>
                    <a:pt x="618820" y="254000"/>
                  </a:lnTo>
                  <a:lnTo>
                    <a:pt x="604469" y="241300"/>
                  </a:lnTo>
                  <a:close/>
                </a:path>
                <a:path w="1999614" h="2171700">
                  <a:moveTo>
                    <a:pt x="565596" y="215839"/>
                  </a:moveTo>
                  <a:lnTo>
                    <a:pt x="530892" y="215839"/>
                  </a:lnTo>
                  <a:lnTo>
                    <a:pt x="540207" y="228600"/>
                  </a:lnTo>
                  <a:lnTo>
                    <a:pt x="562940" y="241300"/>
                  </a:lnTo>
                  <a:lnTo>
                    <a:pt x="603580" y="241300"/>
                  </a:lnTo>
                  <a:lnTo>
                    <a:pt x="596722" y="228600"/>
                  </a:lnTo>
                  <a:lnTo>
                    <a:pt x="581228" y="228600"/>
                  </a:lnTo>
                  <a:lnTo>
                    <a:pt x="565596" y="215839"/>
                  </a:lnTo>
                  <a:close/>
                </a:path>
                <a:path w="1999614" h="2171700">
                  <a:moveTo>
                    <a:pt x="495122" y="177800"/>
                  </a:moveTo>
                  <a:lnTo>
                    <a:pt x="452259" y="177800"/>
                  </a:lnTo>
                  <a:lnTo>
                    <a:pt x="476732" y="190500"/>
                  </a:lnTo>
                  <a:lnTo>
                    <a:pt x="510655" y="202980"/>
                  </a:lnTo>
                  <a:lnTo>
                    <a:pt x="511154" y="203200"/>
                  </a:lnTo>
                  <a:lnTo>
                    <a:pt x="531049" y="216055"/>
                  </a:lnTo>
                  <a:lnTo>
                    <a:pt x="530892" y="215839"/>
                  </a:lnTo>
                  <a:lnTo>
                    <a:pt x="565596" y="215839"/>
                  </a:lnTo>
                  <a:lnTo>
                    <a:pt x="550113" y="203200"/>
                  </a:lnTo>
                  <a:lnTo>
                    <a:pt x="540842" y="203200"/>
                  </a:lnTo>
                  <a:lnTo>
                    <a:pt x="521030" y="190500"/>
                  </a:lnTo>
                  <a:lnTo>
                    <a:pt x="512394" y="190500"/>
                  </a:lnTo>
                  <a:lnTo>
                    <a:pt x="495122" y="177800"/>
                  </a:lnTo>
                  <a:close/>
                </a:path>
                <a:path w="1999614" h="2171700">
                  <a:moveTo>
                    <a:pt x="405803" y="127000"/>
                  </a:moveTo>
                  <a:lnTo>
                    <a:pt x="363232" y="127000"/>
                  </a:lnTo>
                  <a:lnTo>
                    <a:pt x="387705" y="139700"/>
                  </a:lnTo>
                  <a:lnTo>
                    <a:pt x="396976" y="152400"/>
                  </a:lnTo>
                  <a:lnTo>
                    <a:pt x="413334" y="152400"/>
                  </a:lnTo>
                  <a:lnTo>
                    <a:pt x="421494" y="165230"/>
                  </a:lnTo>
                  <a:lnTo>
                    <a:pt x="421626" y="165230"/>
                  </a:lnTo>
                  <a:lnTo>
                    <a:pt x="442290" y="177800"/>
                  </a:lnTo>
                  <a:lnTo>
                    <a:pt x="486232" y="177800"/>
                  </a:lnTo>
                  <a:lnTo>
                    <a:pt x="461973" y="165230"/>
                  </a:lnTo>
                  <a:lnTo>
                    <a:pt x="452145" y="152400"/>
                  </a:lnTo>
                  <a:lnTo>
                    <a:pt x="431368" y="139700"/>
                  </a:lnTo>
                  <a:lnTo>
                    <a:pt x="423087" y="139700"/>
                  </a:lnTo>
                  <a:lnTo>
                    <a:pt x="405803" y="127000"/>
                  </a:lnTo>
                  <a:close/>
                </a:path>
                <a:path w="1999614" h="2171700">
                  <a:moveTo>
                    <a:pt x="371462" y="114300"/>
                  </a:moveTo>
                  <a:lnTo>
                    <a:pt x="332727" y="114300"/>
                  </a:lnTo>
                  <a:lnTo>
                    <a:pt x="353479" y="127000"/>
                  </a:lnTo>
                  <a:lnTo>
                    <a:pt x="395973" y="127000"/>
                  </a:lnTo>
                  <a:lnTo>
                    <a:pt x="371462" y="114300"/>
                  </a:lnTo>
                  <a:close/>
                </a:path>
                <a:path w="1999614" h="2171700">
                  <a:moveTo>
                    <a:pt x="340156" y="101600"/>
                  </a:moveTo>
                  <a:lnTo>
                    <a:pt x="297027" y="101600"/>
                  </a:lnTo>
                  <a:lnTo>
                    <a:pt x="307098" y="114300"/>
                  </a:lnTo>
                  <a:lnTo>
                    <a:pt x="361124" y="114300"/>
                  </a:lnTo>
                  <a:lnTo>
                    <a:pt x="340156" y="101600"/>
                  </a:lnTo>
                  <a:close/>
                </a:path>
                <a:path w="1999614" h="2171700">
                  <a:moveTo>
                    <a:pt x="313093" y="88900"/>
                  </a:moveTo>
                  <a:lnTo>
                    <a:pt x="235102" y="88900"/>
                  </a:lnTo>
                  <a:lnTo>
                    <a:pt x="260400" y="101600"/>
                  </a:lnTo>
                  <a:lnTo>
                    <a:pt x="331088" y="101600"/>
                  </a:lnTo>
                  <a:lnTo>
                    <a:pt x="313093" y="88900"/>
                  </a:lnTo>
                  <a:close/>
                </a:path>
                <a:path w="1999614" h="2171700">
                  <a:moveTo>
                    <a:pt x="276948" y="76200"/>
                  </a:moveTo>
                  <a:lnTo>
                    <a:pt x="209054" y="76200"/>
                  </a:lnTo>
                  <a:lnTo>
                    <a:pt x="225615" y="88900"/>
                  </a:lnTo>
                  <a:lnTo>
                    <a:pt x="302996" y="88900"/>
                  </a:lnTo>
                  <a:lnTo>
                    <a:pt x="276948" y="76200"/>
                  </a:lnTo>
                  <a:close/>
                </a:path>
                <a:path w="1999614" h="2171700">
                  <a:moveTo>
                    <a:pt x="241007" y="63500"/>
                  </a:moveTo>
                  <a:lnTo>
                    <a:pt x="182638" y="63500"/>
                  </a:lnTo>
                  <a:lnTo>
                    <a:pt x="200634" y="76200"/>
                  </a:lnTo>
                  <a:lnTo>
                    <a:pt x="266217" y="76200"/>
                  </a:lnTo>
                  <a:lnTo>
                    <a:pt x="241007" y="63500"/>
                  </a:lnTo>
                  <a:close/>
                </a:path>
                <a:path w="1999614" h="2171700">
                  <a:moveTo>
                    <a:pt x="179578" y="38100"/>
                  </a:moveTo>
                  <a:lnTo>
                    <a:pt x="134658" y="38100"/>
                  </a:lnTo>
                  <a:lnTo>
                    <a:pt x="145143" y="50871"/>
                  </a:lnTo>
                  <a:lnTo>
                    <a:pt x="154122" y="50871"/>
                  </a:lnTo>
                  <a:lnTo>
                    <a:pt x="171221" y="63500"/>
                  </a:lnTo>
                  <a:lnTo>
                    <a:pt x="208610" y="63500"/>
                  </a:lnTo>
                  <a:lnTo>
                    <a:pt x="191003" y="51083"/>
                  </a:lnTo>
                  <a:lnTo>
                    <a:pt x="179578" y="38100"/>
                  </a:lnTo>
                  <a:close/>
                </a:path>
                <a:path w="1999614" h="2171700">
                  <a:moveTo>
                    <a:pt x="207893" y="50871"/>
                  </a:moveTo>
                  <a:lnTo>
                    <a:pt x="207865" y="51083"/>
                  </a:lnTo>
                  <a:lnTo>
                    <a:pt x="208610" y="63500"/>
                  </a:lnTo>
                  <a:lnTo>
                    <a:pt x="215785" y="63500"/>
                  </a:lnTo>
                  <a:lnTo>
                    <a:pt x="207893" y="50871"/>
                  </a:lnTo>
                  <a:close/>
                </a:path>
                <a:path w="1999614" h="2171700">
                  <a:moveTo>
                    <a:pt x="153187" y="25400"/>
                  </a:moveTo>
                  <a:lnTo>
                    <a:pt x="93929" y="25400"/>
                  </a:lnTo>
                  <a:lnTo>
                    <a:pt x="109042" y="38100"/>
                  </a:lnTo>
                  <a:lnTo>
                    <a:pt x="162217" y="38100"/>
                  </a:lnTo>
                  <a:lnTo>
                    <a:pt x="153187" y="25400"/>
                  </a:lnTo>
                  <a:close/>
                </a:path>
                <a:path w="1999614" h="2171700">
                  <a:moveTo>
                    <a:pt x="121272" y="12700"/>
                  </a:moveTo>
                  <a:lnTo>
                    <a:pt x="43332" y="12700"/>
                  </a:lnTo>
                  <a:lnTo>
                    <a:pt x="48729" y="25400"/>
                  </a:lnTo>
                  <a:lnTo>
                    <a:pt x="135686" y="25400"/>
                  </a:lnTo>
                  <a:lnTo>
                    <a:pt x="121272" y="12700"/>
                  </a:lnTo>
                  <a:close/>
                </a:path>
                <a:path w="1999614" h="2171700">
                  <a:moveTo>
                    <a:pt x="66687" y="0"/>
                  </a:moveTo>
                  <a:lnTo>
                    <a:pt x="1168" y="0"/>
                  </a:lnTo>
                  <a:lnTo>
                    <a:pt x="0" y="12700"/>
                  </a:lnTo>
                  <a:lnTo>
                    <a:pt x="71018" y="12700"/>
                  </a:lnTo>
                  <a:lnTo>
                    <a:pt x="66687" y="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3436" y="1743075"/>
              <a:ext cx="228600" cy="2512060"/>
            </a:xfrm>
            <a:custGeom>
              <a:avLst/>
              <a:gdLst/>
              <a:ahLst/>
              <a:cxnLst/>
              <a:rect l="l" t="t" r="r" b="b"/>
              <a:pathLst>
                <a:path w="228600" h="2512060">
                  <a:moveTo>
                    <a:pt x="113994" y="59473"/>
                  </a:moveTo>
                  <a:lnTo>
                    <a:pt x="94983" y="82420"/>
                  </a:lnTo>
                  <a:lnTo>
                    <a:pt x="102155" y="2511996"/>
                  </a:lnTo>
                  <a:lnTo>
                    <a:pt x="140255" y="2511996"/>
                  </a:lnTo>
                  <a:lnTo>
                    <a:pt x="133083" y="82420"/>
                  </a:lnTo>
                  <a:lnTo>
                    <a:pt x="133083" y="82247"/>
                  </a:lnTo>
                  <a:lnTo>
                    <a:pt x="113994" y="59473"/>
                  </a:lnTo>
                  <a:close/>
                </a:path>
                <a:path w="228600" h="2512060">
                  <a:moveTo>
                    <a:pt x="113788" y="0"/>
                  </a:moveTo>
                  <a:lnTo>
                    <a:pt x="4289" y="132207"/>
                  </a:lnTo>
                  <a:lnTo>
                    <a:pt x="715" y="138822"/>
                  </a:lnTo>
                  <a:lnTo>
                    <a:pt x="64" y="145430"/>
                  </a:lnTo>
                  <a:lnTo>
                    <a:pt x="0" y="146081"/>
                  </a:lnTo>
                  <a:lnTo>
                    <a:pt x="2060" y="153102"/>
                  </a:lnTo>
                  <a:lnTo>
                    <a:pt x="6816" y="159004"/>
                  </a:lnTo>
                  <a:lnTo>
                    <a:pt x="13481" y="162589"/>
                  </a:lnTo>
                  <a:lnTo>
                    <a:pt x="20747" y="163306"/>
                  </a:lnTo>
                  <a:lnTo>
                    <a:pt x="27753" y="161236"/>
                  </a:lnTo>
                  <a:lnTo>
                    <a:pt x="33639" y="156463"/>
                  </a:lnTo>
                  <a:lnTo>
                    <a:pt x="94983" y="82420"/>
                  </a:lnTo>
                  <a:lnTo>
                    <a:pt x="94863" y="41910"/>
                  </a:lnTo>
                  <a:lnTo>
                    <a:pt x="94827" y="29717"/>
                  </a:lnTo>
                  <a:lnTo>
                    <a:pt x="138720" y="29717"/>
                  </a:lnTo>
                  <a:lnTo>
                    <a:pt x="113788" y="0"/>
                  </a:lnTo>
                  <a:close/>
                </a:path>
                <a:path w="228600" h="2512060">
                  <a:moveTo>
                    <a:pt x="138720" y="29717"/>
                  </a:moveTo>
                  <a:lnTo>
                    <a:pt x="132928" y="29717"/>
                  </a:lnTo>
                  <a:lnTo>
                    <a:pt x="132964" y="41910"/>
                  </a:lnTo>
                  <a:lnTo>
                    <a:pt x="133083" y="82247"/>
                  </a:lnTo>
                  <a:lnTo>
                    <a:pt x="194865" y="155956"/>
                  </a:lnTo>
                  <a:lnTo>
                    <a:pt x="200774" y="160708"/>
                  </a:lnTo>
                  <a:lnTo>
                    <a:pt x="207792" y="162734"/>
                  </a:lnTo>
                  <a:lnTo>
                    <a:pt x="215055" y="161974"/>
                  </a:lnTo>
                  <a:lnTo>
                    <a:pt x="221700" y="158369"/>
                  </a:lnTo>
                  <a:lnTo>
                    <a:pt x="226422" y="152465"/>
                  </a:lnTo>
                  <a:lnTo>
                    <a:pt x="228439" y="145430"/>
                  </a:lnTo>
                  <a:lnTo>
                    <a:pt x="227750" y="138822"/>
                  </a:lnTo>
                  <a:lnTo>
                    <a:pt x="227678" y="138134"/>
                  </a:lnTo>
                  <a:lnTo>
                    <a:pt x="224062" y="131445"/>
                  </a:lnTo>
                  <a:lnTo>
                    <a:pt x="138720" y="29717"/>
                  </a:lnTo>
                  <a:close/>
                </a:path>
                <a:path w="228600" h="2512060">
                  <a:moveTo>
                    <a:pt x="132928" y="29717"/>
                  </a:moveTo>
                  <a:lnTo>
                    <a:pt x="94827" y="29717"/>
                  </a:lnTo>
                  <a:lnTo>
                    <a:pt x="94863" y="41910"/>
                  </a:lnTo>
                  <a:lnTo>
                    <a:pt x="94983" y="82420"/>
                  </a:lnTo>
                  <a:lnTo>
                    <a:pt x="113994" y="59473"/>
                  </a:lnTo>
                  <a:lnTo>
                    <a:pt x="99272" y="41910"/>
                  </a:lnTo>
                  <a:lnTo>
                    <a:pt x="132964" y="41910"/>
                  </a:lnTo>
                  <a:lnTo>
                    <a:pt x="132928" y="29717"/>
                  </a:lnTo>
                  <a:close/>
                </a:path>
                <a:path w="228600" h="2512060">
                  <a:moveTo>
                    <a:pt x="132964" y="41910"/>
                  </a:moveTo>
                  <a:lnTo>
                    <a:pt x="128546" y="41910"/>
                  </a:lnTo>
                  <a:lnTo>
                    <a:pt x="113994" y="59473"/>
                  </a:lnTo>
                  <a:lnTo>
                    <a:pt x="133083" y="82247"/>
                  </a:lnTo>
                  <a:lnTo>
                    <a:pt x="132964" y="41910"/>
                  </a:lnTo>
                  <a:close/>
                </a:path>
                <a:path w="228600" h="2512060">
                  <a:moveTo>
                    <a:pt x="128546" y="41910"/>
                  </a:moveTo>
                  <a:lnTo>
                    <a:pt x="99272" y="41910"/>
                  </a:lnTo>
                  <a:lnTo>
                    <a:pt x="113994" y="59473"/>
                  </a:lnTo>
                  <a:lnTo>
                    <a:pt x="128546" y="419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924425" y="1733550"/>
            <a:ext cx="3728085" cy="2512060"/>
            <a:chOff x="4924425" y="1733550"/>
            <a:chExt cx="3728085" cy="2512060"/>
          </a:xfrm>
        </p:grpSpPr>
        <p:sp>
          <p:nvSpPr>
            <p:cNvPr id="22" name="object 22"/>
            <p:cNvSpPr/>
            <p:nvPr/>
          </p:nvSpPr>
          <p:spPr>
            <a:xfrm>
              <a:off x="4924425" y="3876751"/>
              <a:ext cx="3728085" cy="228600"/>
            </a:xfrm>
            <a:custGeom>
              <a:avLst/>
              <a:gdLst/>
              <a:ahLst/>
              <a:cxnLst/>
              <a:rect l="l" t="t" r="r" b="b"/>
              <a:pathLst>
                <a:path w="3728084" h="228600">
                  <a:moveTo>
                    <a:pt x="3668618" y="114223"/>
                  </a:moveTo>
                  <a:lnTo>
                    <a:pt x="3571875" y="194843"/>
                  </a:lnTo>
                  <a:lnTo>
                    <a:pt x="3567102" y="200738"/>
                  </a:lnTo>
                  <a:lnTo>
                    <a:pt x="3565032" y="207749"/>
                  </a:lnTo>
                  <a:lnTo>
                    <a:pt x="3565749" y="215013"/>
                  </a:lnTo>
                  <a:lnTo>
                    <a:pt x="3569334" y="221665"/>
                  </a:lnTo>
                  <a:lnTo>
                    <a:pt x="3575238" y="226408"/>
                  </a:lnTo>
                  <a:lnTo>
                    <a:pt x="3582273" y="228447"/>
                  </a:lnTo>
                  <a:lnTo>
                    <a:pt x="3589569" y="227705"/>
                  </a:lnTo>
                  <a:lnTo>
                    <a:pt x="3596258" y="224104"/>
                  </a:lnTo>
                  <a:lnTo>
                    <a:pt x="3705230" y="133273"/>
                  </a:lnTo>
                  <a:lnTo>
                    <a:pt x="3698367" y="133273"/>
                  </a:lnTo>
                  <a:lnTo>
                    <a:pt x="3698367" y="128854"/>
                  </a:lnTo>
                  <a:lnTo>
                    <a:pt x="3686175" y="128854"/>
                  </a:lnTo>
                  <a:lnTo>
                    <a:pt x="3668618" y="114223"/>
                  </a:lnTo>
                  <a:close/>
                </a:path>
                <a:path w="3728084" h="228600">
                  <a:moveTo>
                    <a:pt x="3645758" y="95173"/>
                  </a:moveTo>
                  <a:lnTo>
                    <a:pt x="0" y="95173"/>
                  </a:lnTo>
                  <a:lnTo>
                    <a:pt x="0" y="133273"/>
                  </a:lnTo>
                  <a:lnTo>
                    <a:pt x="3645758" y="133273"/>
                  </a:lnTo>
                  <a:lnTo>
                    <a:pt x="3668618" y="114223"/>
                  </a:lnTo>
                  <a:lnTo>
                    <a:pt x="3645758" y="95173"/>
                  </a:lnTo>
                  <a:close/>
                </a:path>
                <a:path w="3728084" h="228600">
                  <a:moveTo>
                    <a:pt x="3705230" y="95173"/>
                  </a:moveTo>
                  <a:lnTo>
                    <a:pt x="3698367" y="95173"/>
                  </a:lnTo>
                  <a:lnTo>
                    <a:pt x="3698367" y="133273"/>
                  </a:lnTo>
                  <a:lnTo>
                    <a:pt x="3705230" y="133273"/>
                  </a:lnTo>
                  <a:lnTo>
                    <a:pt x="3728084" y="114223"/>
                  </a:lnTo>
                  <a:lnTo>
                    <a:pt x="3705230" y="95173"/>
                  </a:lnTo>
                  <a:close/>
                </a:path>
                <a:path w="3728084" h="228600">
                  <a:moveTo>
                    <a:pt x="3686175" y="99593"/>
                  </a:moveTo>
                  <a:lnTo>
                    <a:pt x="3668618" y="114223"/>
                  </a:lnTo>
                  <a:lnTo>
                    <a:pt x="3686175" y="128854"/>
                  </a:lnTo>
                  <a:lnTo>
                    <a:pt x="3686175" y="99593"/>
                  </a:lnTo>
                  <a:close/>
                </a:path>
                <a:path w="3728084" h="228600">
                  <a:moveTo>
                    <a:pt x="3698367" y="99593"/>
                  </a:moveTo>
                  <a:lnTo>
                    <a:pt x="3686175" y="99593"/>
                  </a:lnTo>
                  <a:lnTo>
                    <a:pt x="3686175" y="128854"/>
                  </a:lnTo>
                  <a:lnTo>
                    <a:pt x="3698367" y="128854"/>
                  </a:lnTo>
                  <a:lnTo>
                    <a:pt x="3698367" y="99593"/>
                  </a:lnTo>
                  <a:close/>
                </a:path>
                <a:path w="3728084" h="228600">
                  <a:moveTo>
                    <a:pt x="3582273" y="0"/>
                  </a:moveTo>
                  <a:lnTo>
                    <a:pt x="3575238" y="2039"/>
                  </a:lnTo>
                  <a:lnTo>
                    <a:pt x="3569334" y="6781"/>
                  </a:lnTo>
                  <a:lnTo>
                    <a:pt x="3565749" y="13433"/>
                  </a:lnTo>
                  <a:lnTo>
                    <a:pt x="3565032" y="20697"/>
                  </a:lnTo>
                  <a:lnTo>
                    <a:pt x="3567102" y="27709"/>
                  </a:lnTo>
                  <a:lnTo>
                    <a:pt x="3571875" y="33604"/>
                  </a:lnTo>
                  <a:lnTo>
                    <a:pt x="3668618" y="114223"/>
                  </a:lnTo>
                  <a:lnTo>
                    <a:pt x="3686175" y="99593"/>
                  </a:lnTo>
                  <a:lnTo>
                    <a:pt x="3698367" y="99593"/>
                  </a:lnTo>
                  <a:lnTo>
                    <a:pt x="3698367" y="95173"/>
                  </a:lnTo>
                  <a:lnTo>
                    <a:pt x="3705230" y="95173"/>
                  </a:lnTo>
                  <a:lnTo>
                    <a:pt x="3596258" y="4343"/>
                  </a:lnTo>
                  <a:lnTo>
                    <a:pt x="3589569" y="741"/>
                  </a:lnTo>
                  <a:lnTo>
                    <a:pt x="35822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82098" y="1733550"/>
              <a:ext cx="228600" cy="2512060"/>
            </a:xfrm>
            <a:custGeom>
              <a:avLst/>
              <a:gdLst/>
              <a:ahLst/>
              <a:cxnLst/>
              <a:rect l="l" t="t" r="r" b="b"/>
              <a:pathLst>
                <a:path w="228600" h="2512060">
                  <a:moveTo>
                    <a:pt x="113984" y="59447"/>
                  </a:moveTo>
                  <a:lnTo>
                    <a:pt x="95006" y="82362"/>
                  </a:lnTo>
                  <a:lnTo>
                    <a:pt x="102092" y="2511996"/>
                  </a:lnTo>
                  <a:lnTo>
                    <a:pt x="140192" y="2511996"/>
                  </a:lnTo>
                  <a:lnTo>
                    <a:pt x="133107" y="82362"/>
                  </a:lnTo>
                  <a:lnTo>
                    <a:pt x="113984" y="59447"/>
                  </a:lnTo>
                  <a:close/>
                </a:path>
                <a:path w="228600" h="2512060">
                  <a:moveTo>
                    <a:pt x="113776" y="0"/>
                  </a:moveTo>
                  <a:lnTo>
                    <a:pt x="4302" y="132207"/>
                  </a:lnTo>
                  <a:lnTo>
                    <a:pt x="716" y="138822"/>
                  </a:lnTo>
                  <a:lnTo>
                    <a:pt x="64" y="145430"/>
                  </a:lnTo>
                  <a:lnTo>
                    <a:pt x="0" y="146081"/>
                  </a:lnTo>
                  <a:lnTo>
                    <a:pt x="2069" y="153102"/>
                  </a:lnTo>
                  <a:lnTo>
                    <a:pt x="6842" y="159004"/>
                  </a:lnTo>
                  <a:lnTo>
                    <a:pt x="13458" y="162589"/>
                  </a:lnTo>
                  <a:lnTo>
                    <a:pt x="20716" y="163306"/>
                  </a:lnTo>
                  <a:lnTo>
                    <a:pt x="27737" y="161236"/>
                  </a:lnTo>
                  <a:lnTo>
                    <a:pt x="33639" y="156463"/>
                  </a:lnTo>
                  <a:lnTo>
                    <a:pt x="95006" y="82362"/>
                  </a:lnTo>
                  <a:lnTo>
                    <a:pt x="94888" y="41910"/>
                  </a:lnTo>
                  <a:lnTo>
                    <a:pt x="94853" y="29717"/>
                  </a:lnTo>
                  <a:lnTo>
                    <a:pt x="138699" y="29717"/>
                  </a:lnTo>
                  <a:lnTo>
                    <a:pt x="113776" y="0"/>
                  </a:lnTo>
                  <a:close/>
                </a:path>
                <a:path w="228600" h="2512060">
                  <a:moveTo>
                    <a:pt x="138699" y="29717"/>
                  </a:moveTo>
                  <a:lnTo>
                    <a:pt x="132953" y="29717"/>
                  </a:lnTo>
                  <a:lnTo>
                    <a:pt x="133040" y="59447"/>
                  </a:lnTo>
                  <a:lnTo>
                    <a:pt x="133174" y="82362"/>
                  </a:lnTo>
                  <a:lnTo>
                    <a:pt x="194802" y="155955"/>
                  </a:lnTo>
                  <a:lnTo>
                    <a:pt x="200759" y="160708"/>
                  </a:lnTo>
                  <a:lnTo>
                    <a:pt x="207787" y="162734"/>
                  </a:lnTo>
                  <a:lnTo>
                    <a:pt x="215054" y="161974"/>
                  </a:lnTo>
                  <a:lnTo>
                    <a:pt x="221726" y="158369"/>
                  </a:lnTo>
                  <a:lnTo>
                    <a:pt x="226423" y="152465"/>
                  </a:lnTo>
                  <a:lnTo>
                    <a:pt x="228441" y="145430"/>
                  </a:lnTo>
                  <a:lnTo>
                    <a:pt x="227745" y="138822"/>
                  </a:lnTo>
                  <a:lnTo>
                    <a:pt x="227673" y="138134"/>
                  </a:lnTo>
                  <a:lnTo>
                    <a:pt x="224012" y="131445"/>
                  </a:lnTo>
                  <a:lnTo>
                    <a:pt x="138699" y="29717"/>
                  </a:lnTo>
                  <a:close/>
                </a:path>
                <a:path w="228600" h="2512060">
                  <a:moveTo>
                    <a:pt x="132953" y="29717"/>
                  </a:moveTo>
                  <a:lnTo>
                    <a:pt x="94853" y="29717"/>
                  </a:lnTo>
                  <a:lnTo>
                    <a:pt x="94888" y="41910"/>
                  </a:lnTo>
                  <a:lnTo>
                    <a:pt x="95006" y="82362"/>
                  </a:lnTo>
                  <a:lnTo>
                    <a:pt x="113984" y="59447"/>
                  </a:lnTo>
                  <a:lnTo>
                    <a:pt x="99298" y="41910"/>
                  </a:lnTo>
                  <a:lnTo>
                    <a:pt x="132989" y="41910"/>
                  </a:lnTo>
                  <a:lnTo>
                    <a:pt x="132953" y="29717"/>
                  </a:lnTo>
                  <a:close/>
                </a:path>
                <a:path w="228600" h="2512060">
                  <a:moveTo>
                    <a:pt x="132989" y="41910"/>
                  </a:moveTo>
                  <a:lnTo>
                    <a:pt x="128508" y="41910"/>
                  </a:lnTo>
                  <a:lnTo>
                    <a:pt x="113984" y="59447"/>
                  </a:lnTo>
                  <a:lnTo>
                    <a:pt x="133174" y="82362"/>
                  </a:lnTo>
                  <a:lnTo>
                    <a:pt x="133040" y="59447"/>
                  </a:lnTo>
                  <a:lnTo>
                    <a:pt x="132989" y="41910"/>
                  </a:lnTo>
                  <a:close/>
                </a:path>
                <a:path w="228600" h="2512060">
                  <a:moveTo>
                    <a:pt x="128508" y="41910"/>
                  </a:moveTo>
                  <a:lnTo>
                    <a:pt x="99298" y="41910"/>
                  </a:lnTo>
                  <a:lnTo>
                    <a:pt x="113984" y="59447"/>
                  </a:lnTo>
                  <a:lnTo>
                    <a:pt x="128508" y="419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427601" y="2685033"/>
            <a:ext cx="51244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Arial"/>
                <a:cs typeface="Arial"/>
              </a:rPr>
              <a:t>age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97651" y="4059872"/>
            <a:ext cx="142494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Arial"/>
                <a:cs typeface="Arial"/>
              </a:rPr>
              <a:t>tumor</a:t>
            </a:r>
            <a:r>
              <a:rPr sz="2400" spc="-20" dirty="0">
                <a:latin typeface="Arial"/>
                <a:cs typeface="Arial"/>
              </a:rPr>
              <a:t> size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15102" y="1876425"/>
            <a:ext cx="3411854" cy="1941195"/>
            <a:chOff x="5515102" y="1876425"/>
            <a:chExt cx="3411854" cy="1941195"/>
          </a:xfrm>
        </p:grpSpPr>
        <p:sp>
          <p:nvSpPr>
            <p:cNvPr id="27" name="object 27"/>
            <p:cNvSpPr/>
            <p:nvPr/>
          </p:nvSpPr>
          <p:spPr>
            <a:xfrm>
              <a:off x="5553075" y="1895475"/>
              <a:ext cx="2571750" cy="1695450"/>
            </a:xfrm>
            <a:custGeom>
              <a:avLst/>
              <a:gdLst/>
              <a:ahLst/>
              <a:cxnLst/>
              <a:rect l="l" t="t" r="r" b="b"/>
              <a:pathLst>
                <a:path w="2571750" h="1695450">
                  <a:moveTo>
                    <a:pt x="2257425" y="695325"/>
                  </a:moveTo>
                  <a:lnTo>
                    <a:pt x="2409825" y="428625"/>
                  </a:lnTo>
                  <a:lnTo>
                    <a:pt x="2562225" y="695325"/>
                  </a:lnTo>
                  <a:lnTo>
                    <a:pt x="2257425" y="695325"/>
                  </a:lnTo>
                  <a:close/>
                </a:path>
                <a:path w="2571750" h="1695450">
                  <a:moveTo>
                    <a:pt x="1885950" y="895350"/>
                  </a:moveTo>
                  <a:lnTo>
                    <a:pt x="2038350" y="628650"/>
                  </a:lnTo>
                  <a:lnTo>
                    <a:pt x="2190750" y="895350"/>
                  </a:lnTo>
                  <a:lnTo>
                    <a:pt x="1885950" y="895350"/>
                  </a:lnTo>
                  <a:close/>
                </a:path>
                <a:path w="2571750" h="1695450">
                  <a:moveTo>
                    <a:pt x="1866900" y="561975"/>
                  </a:moveTo>
                  <a:lnTo>
                    <a:pt x="2019300" y="295275"/>
                  </a:lnTo>
                  <a:lnTo>
                    <a:pt x="2171700" y="561975"/>
                  </a:lnTo>
                  <a:lnTo>
                    <a:pt x="1866900" y="561975"/>
                  </a:lnTo>
                  <a:close/>
                </a:path>
                <a:path w="2571750" h="1695450">
                  <a:moveTo>
                    <a:pt x="2266950" y="266700"/>
                  </a:moveTo>
                  <a:lnTo>
                    <a:pt x="2419350" y="0"/>
                  </a:lnTo>
                  <a:lnTo>
                    <a:pt x="2571750" y="266700"/>
                  </a:lnTo>
                  <a:lnTo>
                    <a:pt x="2266950" y="266700"/>
                  </a:lnTo>
                  <a:close/>
                </a:path>
                <a:path w="2571750" h="1695450">
                  <a:moveTo>
                    <a:pt x="638175" y="1695450"/>
                  </a:moveTo>
                  <a:lnTo>
                    <a:pt x="790575" y="1438275"/>
                  </a:lnTo>
                  <a:lnTo>
                    <a:pt x="942975" y="1695450"/>
                  </a:lnTo>
                  <a:lnTo>
                    <a:pt x="638175" y="1695450"/>
                  </a:lnTo>
                  <a:close/>
                </a:path>
                <a:path w="2571750" h="1695450">
                  <a:moveTo>
                    <a:pt x="333375" y="981075"/>
                  </a:moveTo>
                  <a:lnTo>
                    <a:pt x="485775" y="723900"/>
                  </a:lnTo>
                  <a:lnTo>
                    <a:pt x="638175" y="981075"/>
                  </a:lnTo>
                  <a:lnTo>
                    <a:pt x="333375" y="981075"/>
                  </a:lnTo>
                  <a:close/>
                </a:path>
                <a:path w="2571750" h="1695450">
                  <a:moveTo>
                    <a:pt x="0" y="1314450"/>
                  </a:moveTo>
                  <a:lnTo>
                    <a:pt x="152400" y="1047750"/>
                  </a:lnTo>
                  <a:lnTo>
                    <a:pt x="304800" y="1314450"/>
                  </a:lnTo>
                  <a:lnTo>
                    <a:pt x="0" y="1314450"/>
                  </a:lnTo>
                  <a:close/>
                </a:path>
                <a:path w="2571750" h="1695450">
                  <a:moveTo>
                    <a:pt x="609600" y="1333500"/>
                  </a:moveTo>
                  <a:lnTo>
                    <a:pt x="762000" y="1066800"/>
                  </a:lnTo>
                  <a:lnTo>
                    <a:pt x="914400" y="1333500"/>
                  </a:lnTo>
                  <a:lnTo>
                    <a:pt x="609600" y="1333500"/>
                  </a:lnTo>
                  <a:close/>
                </a:path>
              </a:pathLst>
            </a:custGeom>
            <a:ln w="38100">
              <a:solidFill>
                <a:srgbClr val="2E60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15102" y="2395093"/>
              <a:ext cx="1358900" cy="1422400"/>
            </a:xfrm>
            <a:custGeom>
              <a:avLst/>
              <a:gdLst/>
              <a:ahLst/>
              <a:cxnLst/>
              <a:rect l="l" t="t" r="r" b="b"/>
              <a:pathLst>
                <a:path w="1358900" h="1422400">
                  <a:moveTo>
                    <a:pt x="864615" y="1409700"/>
                  </a:moveTo>
                  <a:lnTo>
                    <a:pt x="614552" y="1409700"/>
                  </a:lnTo>
                  <a:lnTo>
                    <a:pt x="643001" y="1422400"/>
                  </a:lnTo>
                  <a:lnTo>
                    <a:pt x="835151" y="1422400"/>
                  </a:lnTo>
                  <a:lnTo>
                    <a:pt x="864615" y="1409700"/>
                  </a:lnTo>
                  <a:close/>
                </a:path>
                <a:path w="1358900" h="1422400">
                  <a:moveTo>
                    <a:pt x="646302" y="1397000"/>
                  </a:moveTo>
                  <a:lnTo>
                    <a:pt x="563752" y="1397000"/>
                  </a:lnTo>
                  <a:lnTo>
                    <a:pt x="575183" y="1409700"/>
                  </a:lnTo>
                  <a:lnTo>
                    <a:pt x="659002" y="1409700"/>
                  </a:lnTo>
                  <a:lnTo>
                    <a:pt x="646302" y="1397000"/>
                  </a:lnTo>
                  <a:close/>
                </a:path>
                <a:path w="1358900" h="1422400">
                  <a:moveTo>
                    <a:pt x="919607" y="1397000"/>
                  </a:moveTo>
                  <a:lnTo>
                    <a:pt x="831976" y="1397000"/>
                  </a:lnTo>
                  <a:lnTo>
                    <a:pt x="818261" y="1409700"/>
                  </a:lnTo>
                  <a:lnTo>
                    <a:pt x="906652" y="1409700"/>
                  </a:lnTo>
                  <a:lnTo>
                    <a:pt x="919607" y="1397000"/>
                  </a:lnTo>
                  <a:close/>
                </a:path>
                <a:path w="1358900" h="1422400">
                  <a:moveTo>
                    <a:pt x="579755" y="1384300"/>
                  </a:moveTo>
                  <a:lnTo>
                    <a:pt x="524256" y="1384300"/>
                  </a:lnTo>
                  <a:lnTo>
                    <a:pt x="536448" y="1397000"/>
                  </a:lnTo>
                  <a:lnTo>
                    <a:pt x="606551" y="1397000"/>
                  </a:lnTo>
                  <a:lnTo>
                    <a:pt x="579755" y="1384300"/>
                  </a:lnTo>
                  <a:close/>
                </a:path>
                <a:path w="1358900" h="1422400">
                  <a:moveTo>
                    <a:pt x="962787" y="1384300"/>
                  </a:moveTo>
                  <a:lnTo>
                    <a:pt x="902081" y="1384300"/>
                  </a:lnTo>
                  <a:lnTo>
                    <a:pt x="873251" y="1397000"/>
                  </a:lnTo>
                  <a:lnTo>
                    <a:pt x="949451" y="1397000"/>
                  </a:lnTo>
                  <a:lnTo>
                    <a:pt x="962787" y="1384300"/>
                  </a:lnTo>
                  <a:close/>
                </a:path>
                <a:path w="1358900" h="1422400">
                  <a:moveTo>
                    <a:pt x="502793" y="1358900"/>
                  </a:moveTo>
                  <a:lnTo>
                    <a:pt x="456184" y="1358900"/>
                  </a:lnTo>
                  <a:lnTo>
                    <a:pt x="483997" y="1371600"/>
                  </a:lnTo>
                  <a:lnTo>
                    <a:pt x="496315" y="1384300"/>
                  </a:lnTo>
                  <a:lnTo>
                    <a:pt x="568451" y="1384300"/>
                  </a:lnTo>
                  <a:lnTo>
                    <a:pt x="541527" y="1371600"/>
                  </a:lnTo>
                  <a:lnTo>
                    <a:pt x="529971" y="1371600"/>
                  </a:lnTo>
                  <a:lnTo>
                    <a:pt x="502793" y="1358900"/>
                  </a:lnTo>
                  <a:close/>
                </a:path>
                <a:path w="1358900" h="1422400">
                  <a:moveTo>
                    <a:pt x="1005840" y="1371600"/>
                  </a:moveTo>
                  <a:lnTo>
                    <a:pt x="944118" y="1371600"/>
                  </a:lnTo>
                  <a:lnTo>
                    <a:pt x="914653" y="1384300"/>
                  </a:lnTo>
                  <a:lnTo>
                    <a:pt x="995426" y="1384300"/>
                  </a:lnTo>
                  <a:lnTo>
                    <a:pt x="1005840" y="1371600"/>
                  </a:lnTo>
                  <a:close/>
                </a:path>
                <a:path w="1358900" h="1422400">
                  <a:moveTo>
                    <a:pt x="1027429" y="1358900"/>
                  </a:moveTo>
                  <a:lnTo>
                    <a:pt x="977138" y="1358900"/>
                  </a:lnTo>
                  <a:lnTo>
                    <a:pt x="957072" y="1371600"/>
                  </a:lnTo>
                  <a:lnTo>
                    <a:pt x="1026287" y="1371600"/>
                  </a:lnTo>
                  <a:lnTo>
                    <a:pt x="1027429" y="1358900"/>
                  </a:lnTo>
                  <a:close/>
                </a:path>
                <a:path w="1358900" h="1422400">
                  <a:moveTo>
                    <a:pt x="371728" y="1295400"/>
                  </a:moveTo>
                  <a:lnTo>
                    <a:pt x="335661" y="1295400"/>
                  </a:lnTo>
                  <a:lnTo>
                    <a:pt x="362808" y="1308202"/>
                  </a:lnTo>
                  <a:lnTo>
                    <a:pt x="374650" y="1320800"/>
                  </a:lnTo>
                  <a:lnTo>
                    <a:pt x="402463" y="1333500"/>
                  </a:lnTo>
                  <a:lnTo>
                    <a:pt x="402717" y="1333500"/>
                  </a:lnTo>
                  <a:lnTo>
                    <a:pt x="415289" y="1346200"/>
                  </a:lnTo>
                  <a:lnTo>
                    <a:pt x="443102" y="1358900"/>
                  </a:lnTo>
                  <a:lnTo>
                    <a:pt x="490982" y="1358900"/>
                  </a:lnTo>
                  <a:lnTo>
                    <a:pt x="463296" y="1346200"/>
                  </a:lnTo>
                  <a:lnTo>
                    <a:pt x="451231" y="1346200"/>
                  </a:lnTo>
                  <a:lnTo>
                    <a:pt x="423545" y="1320800"/>
                  </a:lnTo>
                  <a:lnTo>
                    <a:pt x="411225" y="1320800"/>
                  </a:lnTo>
                  <a:lnTo>
                    <a:pt x="383763" y="1308202"/>
                  </a:lnTo>
                  <a:lnTo>
                    <a:pt x="371728" y="1295400"/>
                  </a:lnTo>
                  <a:close/>
                </a:path>
                <a:path w="1358900" h="1422400">
                  <a:moveTo>
                    <a:pt x="1080007" y="1333500"/>
                  </a:moveTo>
                  <a:lnTo>
                    <a:pt x="1042162" y="1333500"/>
                  </a:lnTo>
                  <a:lnTo>
                    <a:pt x="1028446" y="1346200"/>
                  </a:lnTo>
                  <a:lnTo>
                    <a:pt x="1007872" y="1346200"/>
                  </a:lnTo>
                  <a:lnTo>
                    <a:pt x="997457" y="1358900"/>
                  </a:lnTo>
                  <a:lnTo>
                    <a:pt x="1050417" y="1358900"/>
                  </a:lnTo>
                  <a:lnTo>
                    <a:pt x="1061339" y="1346200"/>
                  </a:lnTo>
                  <a:lnTo>
                    <a:pt x="1080007" y="1333500"/>
                  </a:lnTo>
                  <a:close/>
                </a:path>
                <a:path w="1358900" h="1422400">
                  <a:moveTo>
                    <a:pt x="1182624" y="1270000"/>
                  </a:moveTo>
                  <a:lnTo>
                    <a:pt x="1147826" y="1270000"/>
                  </a:lnTo>
                  <a:lnTo>
                    <a:pt x="1138301" y="1282700"/>
                  </a:lnTo>
                  <a:lnTo>
                    <a:pt x="1114932" y="1295400"/>
                  </a:lnTo>
                  <a:lnTo>
                    <a:pt x="1104011" y="1295400"/>
                  </a:lnTo>
                  <a:lnTo>
                    <a:pt x="1081277" y="1320800"/>
                  </a:lnTo>
                  <a:lnTo>
                    <a:pt x="1070991" y="1320800"/>
                  </a:lnTo>
                  <a:lnTo>
                    <a:pt x="1052576" y="1333500"/>
                  </a:lnTo>
                  <a:lnTo>
                    <a:pt x="1091056" y="1333500"/>
                  </a:lnTo>
                  <a:lnTo>
                    <a:pt x="1113663" y="1320800"/>
                  </a:lnTo>
                  <a:lnTo>
                    <a:pt x="1125252" y="1308202"/>
                  </a:lnTo>
                  <a:lnTo>
                    <a:pt x="1125537" y="1308202"/>
                  </a:lnTo>
                  <a:lnTo>
                    <a:pt x="1149350" y="1295400"/>
                  </a:lnTo>
                  <a:lnTo>
                    <a:pt x="1159128" y="1282700"/>
                  </a:lnTo>
                  <a:lnTo>
                    <a:pt x="1159509" y="1282700"/>
                  </a:lnTo>
                  <a:lnTo>
                    <a:pt x="1182624" y="1270000"/>
                  </a:lnTo>
                  <a:close/>
                </a:path>
                <a:path w="1358900" h="1422400">
                  <a:moveTo>
                    <a:pt x="345439" y="1282700"/>
                  </a:moveTo>
                  <a:lnTo>
                    <a:pt x="324231" y="1282700"/>
                  </a:lnTo>
                  <a:lnTo>
                    <a:pt x="335407" y="1295400"/>
                  </a:lnTo>
                  <a:lnTo>
                    <a:pt x="372110" y="1295400"/>
                  </a:lnTo>
                  <a:lnTo>
                    <a:pt x="345439" y="1282700"/>
                  </a:lnTo>
                  <a:close/>
                </a:path>
                <a:path w="1358900" h="1422400">
                  <a:moveTo>
                    <a:pt x="181228" y="1117600"/>
                  </a:moveTo>
                  <a:lnTo>
                    <a:pt x="181356" y="1130300"/>
                  </a:lnTo>
                  <a:lnTo>
                    <a:pt x="167894" y="1130300"/>
                  </a:lnTo>
                  <a:lnTo>
                    <a:pt x="188468" y="1155700"/>
                  </a:lnTo>
                  <a:lnTo>
                    <a:pt x="197993" y="1168400"/>
                  </a:lnTo>
                  <a:lnTo>
                    <a:pt x="219837" y="1193800"/>
                  </a:lnTo>
                  <a:lnTo>
                    <a:pt x="229870" y="1206500"/>
                  </a:lnTo>
                  <a:lnTo>
                    <a:pt x="254107" y="1232185"/>
                  </a:lnTo>
                  <a:lnTo>
                    <a:pt x="264287" y="1244600"/>
                  </a:lnTo>
                  <a:lnTo>
                    <a:pt x="264540" y="1244600"/>
                  </a:lnTo>
                  <a:lnTo>
                    <a:pt x="288604" y="1257528"/>
                  </a:lnTo>
                  <a:lnTo>
                    <a:pt x="298831" y="1270000"/>
                  </a:lnTo>
                  <a:lnTo>
                    <a:pt x="299212" y="1270000"/>
                  </a:lnTo>
                  <a:lnTo>
                    <a:pt x="323976" y="1282700"/>
                  </a:lnTo>
                  <a:lnTo>
                    <a:pt x="345821" y="1282700"/>
                  </a:lnTo>
                  <a:lnTo>
                    <a:pt x="334438" y="1269764"/>
                  </a:lnTo>
                  <a:lnTo>
                    <a:pt x="310454" y="1257528"/>
                  </a:lnTo>
                  <a:lnTo>
                    <a:pt x="299974" y="1244600"/>
                  </a:lnTo>
                  <a:lnTo>
                    <a:pt x="276758" y="1232185"/>
                  </a:lnTo>
                  <a:lnTo>
                    <a:pt x="265141" y="1218057"/>
                  </a:lnTo>
                  <a:lnTo>
                    <a:pt x="242824" y="1193800"/>
                  </a:lnTo>
                  <a:lnTo>
                    <a:pt x="243077" y="1193800"/>
                  </a:lnTo>
                  <a:lnTo>
                    <a:pt x="233045" y="1181100"/>
                  </a:lnTo>
                  <a:lnTo>
                    <a:pt x="211200" y="1155700"/>
                  </a:lnTo>
                  <a:lnTo>
                    <a:pt x="201802" y="1143000"/>
                  </a:lnTo>
                  <a:lnTo>
                    <a:pt x="181228" y="1117600"/>
                  </a:lnTo>
                  <a:close/>
                </a:path>
                <a:path w="1358900" h="1422400">
                  <a:moveTo>
                    <a:pt x="1232662" y="1219200"/>
                  </a:moveTo>
                  <a:lnTo>
                    <a:pt x="1204214" y="1219200"/>
                  </a:lnTo>
                  <a:lnTo>
                    <a:pt x="1196942" y="1232185"/>
                  </a:lnTo>
                  <a:lnTo>
                    <a:pt x="1179438" y="1244256"/>
                  </a:lnTo>
                  <a:lnTo>
                    <a:pt x="1170018" y="1257528"/>
                  </a:lnTo>
                  <a:lnTo>
                    <a:pt x="1147445" y="1270000"/>
                  </a:lnTo>
                  <a:lnTo>
                    <a:pt x="1182877" y="1270000"/>
                  </a:lnTo>
                  <a:lnTo>
                    <a:pt x="1191732" y="1257528"/>
                  </a:lnTo>
                  <a:lnTo>
                    <a:pt x="1191557" y="1257528"/>
                  </a:lnTo>
                  <a:lnTo>
                    <a:pt x="1210691" y="1244600"/>
                  </a:lnTo>
                  <a:lnTo>
                    <a:pt x="1217767" y="1232185"/>
                  </a:lnTo>
                  <a:lnTo>
                    <a:pt x="1217988" y="1232185"/>
                  </a:lnTo>
                  <a:lnTo>
                    <a:pt x="1232662" y="1219200"/>
                  </a:lnTo>
                  <a:close/>
                </a:path>
                <a:path w="1358900" h="1422400">
                  <a:moveTo>
                    <a:pt x="1334897" y="889000"/>
                  </a:moveTo>
                  <a:lnTo>
                    <a:pt x="1333880" y="901700"/>
                  </a:lnTo>
                  <a:lnTo>
                    <a:pt x="1331722" y="927100"/>
                  </a:lnTo>
                  <a:lnTo>
                    <a:pt x="1330325" y="927100"/>
                  </a:lnTo>
                  <a:lnTo>
                    <a:pt x="1323975" y="965200"/>
                  </a:lnTo>
                  <a:lnTo>
                    <a:pt x="1314323" y="1003300"/>
                  </a:lnTo>
                  <a:lnTo>
                    <a:pt x="1308734" y="1016000"/>
                  </a:lnTo>
                  <a:lnTo>
                    <a:pt x="1296289" y="1054100"/>
                  </a:lnTo>
                  <a:lnTo>
                    <a:pt x="1281504" y="1089024"/>
                  </a:lnTo>
                  <a:lnTo>
                    <a:pt x="1265681" y="1130300"/>
                  </a:lnTo>
                  <a:lnTo>
                    <a:pt x="1260855" y="1130300"/>
                  </a:lnTo>
                  <a:lnTo>
                    <a:pt x="1247521" y="1155700"/>
                  </a:lnTo>
                  <a:lnTo>
                    <a:pt x="1241298" y="1168400"/>
                  </a:lnTo>
                  <a:lnTo>
                    <a:pt x="1241678" y="1168400"/>
                  </a:lnTo>
                  <a:lnTo>
                    <a:pt x="1224406" y="1193800"/>
                  </a:lnTo>
                  <a:lnTo>
                    <a:pt x="1224788" y="1193800"/>
                  </a:lnTo>
                  <a:lnTo>
                    <a:pt x="1217929" y="1206500"/>
                  </a:lnTo>
                  <a:lnTo>
                    <a:pt x="1218311" y="1206500"/>
                  </a:lnTo>
                  <a:lnTo>
                    <a:pt x="1203832" y="1219200"/>
                  </a:lnTo>
                  <a:lnTo>
                    <a:pt x="1233043" y="1219200"/>
                  </a:lnTo>
                  <a:lnTo>
                    <a:pt x="1240154" y="1206500"/>
                  </a:lnTo>
                  <a:lnTo>
                    <a:pt x="1257427" y="1181100"/>
                  </a:lnTo>
                  <a:lnTo>
                    <a:pt x="1257807" y="1181100"/>
                  </a:lnTo>
                  <a:lnTo>
                    <a:pt x="1264030" y="1168400"/>
                  </a:lnTo>
                  <a:lnTo>
                    <a:pt x="1277366" y="1143000"/>
                  </a:lnTo>
                  <a:lnTo>
                    <a:pt x="1282573" y="1130300"/>
                  </a:lnTo>
                  <a:lnTo>
                    <a:pt x="1292352" y="1117600"/>
                  </a:lnTo>
                  <a:lnTo>
                    <a:pt x="1297558" y="1104900"/>
                  </a:lnTo>
                  <a:lnTo>
                    <a:pt x="1309116" y="1066800"/>
                  </a:lnTo>
                  <a:lnTo>
                    <a:pt x="1313942" y="1066800"/>
                  </a:lnTo>
                  <a:lnTo>
                    <a:pt x="1322831" y="1041400"/>
                  </a:lnTo>
                  <a:lnTo>
                    <a:pt x="1326515" y="1028700"/>
                  </a:lnTo>
                  <a:lnTo>
                    <a:pt x="1326769" y="1028700"/>
                  </a:lnTo>
                  <a:lnTo>
                    <a:pt x="1332356" y="1003300"/>
                  </a:lnTo>
                  <a:lnTo>
                    <a:pt x="1342390" y="965200"/>
                  </a:lnTo>
                  <a:lnTo>
                    <a:pt x="1344549" y="952500"/>
                  </a:lnTo>
                  <a:lnTo>
                    <a:pt x="1348867" y="939800"/>
                  </a:lnTo>
                  <a:lnTo>
                    <a:pt x="1350391" y="927100"/>
                  </a:lnTo>
                  <a:lnTo>
                    <a:pt x="1352550" y="901700"/>
                  </a:lnTo>
                  <a:lnTo>
                    <a:pt x="1334897" y="901700"/>
                  </a:lnTo>
                  <a:lnTo>
                    <a:pt x="1334897" y="889000"/>
                  </a:lnTo>
                  <a:close/>
                </a:path>
                <a:path w="1358900" h="1422400">
                  <a:moveTo>
                    <a:pt x="21336" y="393700"/>
                  </a:moveTo>
                  <a:lnTo>
                    <a:pt x="5461" y="393700"/>
                  </a:lnTo>
                  <a:lnTo>
                    <a:pt x="3556" y="419100"/>
                  </a:lnTo>
                  <a:lnTo>
                    <a:pt x="1270" y="457200"/>
                  </a:lnTo>
                  <a:lnTo>
                    <a:pt x="888" y="469900"/>
                  </a:lnTo>
                  <a:lnTo>
                    <a:pt x="126" y="482600"/>
                  </a:lnTo>
                  <a:lnTo>
                    <a:pt x="0" y="596900"/>
                  </a:lnTo>
                  <a:lnTo>
                    <a:pt x="253" y="609600"/>
                  </a:lnTo>
                  <a:lnTo>
                    <a:pt x="253" y="660400"/>
                  </a:lnTo>
                  <a:lnTo>
                    <a:pt x="1270" y="685800"/>
                  </a:lnTo>
                  <a:lnTo>
                    <a:pt x="1650" y="698500"/>
                  </a:lnTo>
                  <a:lnTo>
                    <a:pt x="4572" y="723900"/>
                  </a:lnTo>
                  <a:lnTo>
                    <a:pt x="5714" y="736600"/>
                  </a:lnTo>
                  <a:lnTo>
                    <a:pt x="11430" y="774700"/>
                  </a:lnTo>
                  <a:lnTo>
                    <a:pt x="16510" y="812800"/>
                  </a:lnTo>
                  <a:lnTo>
                    <a:pt x="18923" y="825500"/>
                  </a:lnTo>
                  <a:lnTo>
                    <a:pt x="25146" y="850900"/>
                  </a:lnTo>
                  <a:lnTo>
                    <a:pt x="28194" y="863600"/>
                  </a:lnTo>
                  <a:lnTo>
                    <a:pt x="36449" y="889000"/>
                  </a:lnTo>
                  <a:lnTo>
                    <a:pt x="40767" y="901700"/>
                  </a:lnTo>
                  <a:lnTo>
                    <a:pt x="50926" y="939800"/>
                  </a:lnTo>
                  <a:lnTo>
                    <a:pt x="55752" y="952500"/>
                  </a:lnTo>
                  <a:lnTo>
                    <a:pt x="67310" y="977900"/>
                  </a:lnTo>
                  <a:lnTo>
                    <a:pt x="72771" y="990600"/>
                  </a:lnTo>
                  <a:lnTo>
                    <a:pt x="85851" y="1016000"/>
                  </a:lnTo>
                  <a:lnTo>
                    <a:pt x="91948" y="1028700"/>
                  </a:lnTo>
                  <a:lnTo>
                    <a:pt x="92201" y="1028700"/>
                  </a:lnTo>
                  <a:lnTo>
                    <a:pt x="106934" y="1054100"/>
                  </a:lnTo>
                  <a:lnTo>
                    <a:pt x="113919" y="1066800"/>
                  </a:lnTo>
                  <a:lnTo>
                    <a:pt x="131345" y="1092242"/>
                  </a:lnTo>
                  <a:lnTo>
                    <a:pt x="139573" y="1104900"/>
                  </a:lnTo>
                  <a:lnTo>
                    <a:pt x="158876" y="1130300"/>
                  </a:lnTo>
                  <a:lnTo>
                    <a:pt x="181356" y="1130300"/>
                  </a:lnTo>
                  <a:lnTo>
                    <a:pt x="172338" y="1117600"/>
                  </a:lnTo>
                  <a:lnTo>
                    <a:pt x="172593" y="1117600"/>
                  </a:lnTo>
                  <a:lnTo>
                    <a:pt x="153448" y="1092242"/>
                  </a:lnTo>
                  <a:lnTo>
                    <a:pt x="145161" y="1079500"/>
                  </a:lnTo>
                  <a:lnTo>
                    <a:pt x="145542" y="1079500"/>
                  </a:lnTo>
                  <a:lnTo>
                    <a:pt x="128777" y="1054100"/>
                  </a:lnTo>
                  <a:lnTo>
                    <a:pt x="122047" y="1041400"/>
                  </a:lnTo>
                  <a:lnTo>
                    <a:pt x="107984" y="1017154"/>
                  </a:lnTo>
                  <a:lnTo>
                    <a:pt x="101473" y="1003300"/>
                  </a:lnTo>
                  <a:lnTo>
                    <a:pt x="88519" y="977900"/>
                  </a:lnTo>
                  <a:lnTo>
                    <a:pt x="83185" y="965200"/>
                  </a:lnTo>
                  <a:lnTo>
                    <a:pt x="71882" y="939800"/>
                  </a:lnTo>
                  <a:lnTo>
                    <a:pt x="67183" y="927100"/>
                  </a:lnTo>
                  <a:lnTo>
                    <a:pt x="57150" y="901700"/>
                  </a:lnTo>
                  <a:lnTo>
                    <a:pt x="44703" y="863600"/>
                  </a:lnTo>
                  <a:lnTo>
                    <a:pt x="41910" y="850900"/>
                  </a:lnTo>
                  <a:lnTo>
                    <a:pt x="35813" y="812800"/>
                  </a:lnTo>
                  <a:lnTo>
                    <a:pt x="28321" y="774700"/>
                  </a:lnTo>
                  <a:lnTo>
                    <a:pt x="26415" y="762000"/>
                  </a:lnTo>
                  <a:lnTo>
                    <a:pt x="22478" y="736600"/>
                  </a:lnTo>
                  <a:lnTo>
                    <a:pt x="21462" y="723900"/>
                  </a:lnTo>
                  <a:lnTo>
                    <a:pt x="18542" y="698500"/>
                  </a:lnTo>
                  <a:lnTo>
                    <a:pt x="18161" y="685800"/>
                  </a:lnTo>
                  <a:lnTo>
                    <a:pt x="17145" y="660400"/>
                  </a:lnTo>
                  <a:lnTo>
                    <a:pt x="17018" y="609600"/>
                  </a:lnTo>
                  <a:lnTo>
                    <a:pt x="16637" y="596900"/>
                  </a:lnTo>
                  <a:lnTo>
                    <a:pt x="16510" y="482600"/>
                  </a:lnTo>
                  <a:lnTo>
                    <a:pt x="17145" y="469900"/>
                  </a:lnTo>
                  <a:lnTo>
                    <a:pt x="17525" y="457200"/>
                  </a:lnTo>
                  <a:lnTo>
                    <a:pt x="18923" y="431800"/>
                  </a:lnTo>
                  <a:lnTo>
                    <a:pt x="19558" y="419100"/>
                  </a:lnTo>
                  <a:lnTo>
                    <a:pt x="21336" y="393700"/>
                  </a:lnTo>
                  <a:close/>
                </a:path>
                <a:path w="1358900" h="1422400">
                  <a:moveTo>
                    <a:pt x="1301623" y="558800"/>
                  </a:moveTo>
                  <a:lnTo>
                    <a:pt x="1281811" y="558800"/>
                  </a:lnTo>
                  <a:lnTo>
                    <a:pt x="1288796" y="584200"/>
                  </a:lnTo>
                  <a:lnTo>
                    <a:pt x="1291717" y="584200"/>
                  </a:lnTo>
                  <a:lnTo>
                    <a:pt x="1297813" y="596900"/>
                  </a:lnTo>
                  <a:lnTo>
                    <a:pt x="1300352" y="609600"/>
                  </a:lnTo>
                  <a:lnTo>
                    <a:pt x="1305305" y="622300"/>
                  </a:lnTo>
                  <a:lnTo>
                    <a:pt x="1307211" y="622300"/>
                  </a:lnTo>
                  <a:lnTo>
                    <a:pt x="1313306" y="635000"/>
                  </a:lnTo>
                  <a:lnTo>
                    <a:pt x="1315847" y="647700"/>
                  </a:lnTo>
                  <a:lnTo>
                    <a:pt x="1321053" y="660400"/>
                  </a:lnTo>
                  <a:lnTo>
                    <a:pt x="1322958" y="673100"/>
                  </a:lnTo>
                  <a:lnTo>
                    <a:pt x="1326515" y="685800"/>
                  </a:lnTo>
                  <a:lnTo>
                    <a:pt x="1327403" y="685800"/>
                  </a:lnTo>
                  <a:lnTo>
                    <a:pt x="1330452" y="698500"/>
                  </a:lnTo>
                  <a:lnTo>
                    <a:pt x="1331595" y="711200"/>
                  </a:lnTo>
                  <a:lnTo>
                    <a:pt x="1334007" y="736600"/>
                  </a:lnTo>
                  <a:lnTo>
                    <a:pt x="1334770" y="736600"/>
                  </a:lnTo>
                  <a:lnTo>
                    <a:pt x="1336548" y="749300"/>
                  </a:lnTo>
                  <a:lnTo>
                    <a:pt x="1336928" y="749300"/>
                  </a:lnTo>
                  <a:lnTo>
                    <a:pt x="1338833" y="762000"/>
                  </a:lnTo>
                  <a:lnTo>
                    <a:pt x="1338452" y="762000"/>
                  </a:lnTo>
                  <a:lnTo>
                    <a:pt x="1339850" y="787400"/>
                  </a:lnTo>
                  <a:lnTo>
                    <a:pt x="1339850" y="812800"/>
                  </a:lnTo>
                  <a:lnTo>
                    <a:pt x="1339215" y="838200"/>
                  </a:lnTo>
                  <a:lnTo>
                    <a:pt x="1338833" y="838200"/>
                  </a:lnTo>
                  <a:lnTo>
                    <a:pt x="1337437" y="863600"/>
                  </a:lnTo>
                  <a:lnTo>
                    <a:pt x="1336675" y="876300"/>
                  </a:lnTo>
                  <a:lnTo>
                    <a:pt x="1334897" y="901700"/>
                  </a:lnTo>
                  <a:lnTo>
                    <a:pt x="1353693" y="901700"/>
                  </a:lnTo>
                  <a:lnTo>
                    <a:pt x="1355471" y="876300"/>
                  </a:lnTo>
                  <a:lnTo>
                    <a:pt x="1356232" y="863600"/>
                  </a:lnTo>
                  <a:lnTo>
                    <a:pt x="1357629" y="838200"/>
                  </a:lnTo>
                  <a:lnTo>
                    <a:pt x="1358773" y="812800"/>
                  </a:lnTo>
                  <a:lnTo>
                    <a:pt x="1358646" y="787400"/>
                  </a:lnTo>
                  <a:lnTo>
                    <a:pt x="1358011" y="774700"/>
                  </a:lnTo>
                  <a:lnTo>
                    <a:pt x="1357249" y="762000"/>
                  </a:lnTo>
                  <a:lnTo>
                    <a:pt x="1357756" y="749300"/>
                  </a:lnTo>
                  <a:lnTo>
                    <a:pt x="1355978" y="736600"/>
                  </a:lnTo>
                  <a:lnTo>
                    <a:pt x="1355217" y="723900"/>
                  </a:lnTo>
                  <a:lnTo>
                    <a:pt x="1352677" y="711200"/>
                  </a:lnTo>
                  <a:lnTo>
                    <a:pt x="1351533" y="698500"/>
                  </a:lnTo>
                  <a:lnTo>
                    <a:pt x="1348231" y="685800"/>
                  </a:lnTo>
                  <a:lnTo>
                    <a:pt x="1347216" y="673100"/>
                  </a:lnTo>
                  <a:lnTo>
                    <a:pt x="1343405" y="660400"/>
                  </a:lnTo>
                  <a:lnTo>
                    <a:pt x="1341374" y="660400"/>
                  </a:lnTo>
                  <a:lnTo>
                    <a:pt x="1336040" y="635000"/>
                  </a:lnTo>
                  <a:lnTo>
                    <a:pt x="1333373" y="635000"/>
                  </a:lnTo>
                  <a:lnTo>
                    <a:pt x="1327403" y="622300"/>
                  </a:lnTo>
                  <a:lnTo>
                    <a:pt x="1325245" y="609600"/>
                  </a:lnTo>
                  <a:lnTo>
                    <a:pt x="1319783" y="596900"/>
                  </a:lnTo>
                  <a:lnTo>
                    <a:pt x="1317371" y="596900"/>
                  </a:lnTo>
                  <a:lnTo>
                    <a:pt x="1311148" y="584200"/>
                  </a:lnTo>
                  <a:lnTo>
                    <a:pt x="1308480" y="571500"/>
                  </a:lnTo>
                  <a:lnTo>
                    <a:pt x="1301623" y="558800"/>
                  </a:lnTo>
                  <a:close/>
                </a:path>
                <a:path w="1358900" h="1422400">
                  <a:moveTo>
                    <a:pt x="1258951" y="482600"/>
                  </a:moveTo>
                  <a:lnTo>
                    <a:pt x="1232662" y="482600"/>
                  </a:lnTo>
                  <a:lnTo>
                    <a:pt x="1241298" y="495300"/>
                  </a:lnTo>
                  <a:lnTo>
                    <a:pt x="1245997" y="495300"/>
                  </a:lnTo>
                  <a:lnTo>
                    <a:pt x="1257046" y="520700"/>
                  </a:lnTo>
                  <a:lnTo>
                    <a:pt x="1261364" y="520700"/>
                  </a:lnTo>
                  <a:lnTo>
                    <a:pt x="1270127" y="546100"/>
                  </a:lnTo>
                  <a:lnTo>
                    <a:pt x="1273048" y="546100"/>
                  </a:lnTo>
                  <a:lnTo>
                    <a:pt x="1278763" y="558800"/>
                  </a:lnTo>
                  <a:lnTo>
                    <a:pt x="1301115" y="558800"/>
                  </a:lnTo>
                  <a:lnTo>
                    <a:pt x="1298067" y="546100"/>
                  </a:lnTo>
                  <a:lnTo>
                    <a:pt x="1292352" y="533400"/>
                  </a:lnTo>
                  <a:lnTo>
                    <a:pt x="1288669" y="533400"/>
                  </a:lnTo>
                  <a:lnTo>
                    <a:pt x="1279652" y="508000"/>
                  </a:lnTo>
                  <a:lnTo>
                    <a:pt x="1275333" y="508000"/>
                  </a:lnTo>
                  <a:lnTo>
                    <a:pt x="1264030" y="495300"/>
                  </a:lnTo>
                  <a:lnTo>
                    <a:pt x="1258951" y="482600"/>
                  </a:lnTo>
                  <a:close/>
                </a:path>
                <a:path w="1358900" h="1422400">
                  <a:moveTo>
                    <a:pt x="1143253" y="330200"/>
                  </a:moveTo>
                  <a:lnTo>
                    <a:pt x="1113536" y="330200"/>
                  </a:lnTo>
                  <a:lnTo>
                    <a:pt x="1127252" y="355600"/>
                  </a:lnTo>
                  <a:lnTo>
                    <a:pt x="1133855" y="355600"/>
                  </a:lnTo>
                  <a:lnTo>
                    <a:pt x="1151763" y="381000"/>
                  </a:lnTo>
                  <a:lnTo>
                    <a:pt x="1158875" y="381000"/>
                  </a:lnTo>
                  <a:lnTo>
                    <a:pt x="1173733" y="406400"/>
                  </a:lnTo>
                  <a:lnTo>
                    <a:pt x="1178814" y="406400"/>
                  </a:lnTo>
                  <a:lnTo>
                    <a:pt x="1189990" y="431800"/>
                  </a:lnTo>
                  <a:lnTo>
                    <a:pt x="1195704" y="431800"/>
                  </a:lnTo>
                  <a:lnTo>
                    <a:pt x="1210564" y="457200"/>
                  </a:lnTo>
                  <a:lnTo>
                    <a:pt x="1216152" y="457200"/>
                  </a:lnTo>
                  <a:lnTo>
                    <a:pt x="1233170" y="482600"/>
                  </a:lnTo>
                  <a:lnTo>
                    <a:pt x="1259331" y="482600"/>
                  </a:lnTo>
                  <a:lnTo>
                    <a:pt x="1250696" y="469900"/>
                  </a:lnTo>
                  <a:lnTo>
                    <a:pt x="1250188" y="469900"/>
                  </a:lnTo>
                  <a:lnTo>
                    <a:pt x="1245489" y="457200"/>
                  </a:lnTo>
                  <a:lnTo>
                    <a:pt x="1233170" y="444500"/>
                  </a:lnTo>
                  <a:lnTo>
                    <a:pt x="1227454" y="444500"/>
                  </a:lnTo>
                  <a:lnTo>
                    <a:pt x="1212723" y="419100"/>
                  </a:lnTo>
                  <a:lnTo>
                    <a:pt x="1207007" y="406400"/>
                  </a:lnTo>
                  <a:lnTo>
                    <a:pt x="1195831" y="393700"/>
                  </a:lnTo>
                  <a:lnTo>
                    <a:pt x="1190117" y="393700"/>
                  </a:lnTo>
                  <a:lnTo>
                    <a:pt x="1175384" y="368300"/>
                  </a:lnTo>
                  <a:lnTo>
                    <a:pt x="1168146" y="368300"/>
                  </a:lnTo>
                  <a:lnTo>
                    <a:pt x="1150112" y="342900"/>
                  </a:lnTo>
                  <a:lnTo>
                    <a:pt x="1143253" y="330200"/>
                  </a:lnTo>
                  <a:close/>
                </a:path>
                <a:path w="1358900" h="1422400">
                  <a:moveTo>
                    <a:pt x="54483" y="241300"/>
                  </a:moveTo>
                  <a:lnTo>
                    <a:pt x="36449" y="241300"/>
                  </a:lnTo>
                  <a:lnTo>
                    <a:pt x="29210" y="266700"/>
                  </a:lnTo>
                  <a:lnTo>
                    <a:pt x="26035" y="279400"/>
                  </a:lnTo>
                  <a:lnTo>
                    <a:pt x="20955" y="292100"/>
                  </a:lnTo>
                  <a:lnTo>
                    <a:pt x="18669" y="304800"/>
                  </a:lnTo>
                  <a:lnTo>
                    <a:pt x="14714" y="317617"/>
                  </a:lnTo>
                  <a:lnTo>
                    <a:pt x="12826" y="330200"/>
                  </a:lnTo>
                  <a:lnTo>
                    <a:pt x="9525" y="355600"/>
                  </a:lnTo>
                  <a:lnTo>
                    <a:pt x="8382" y="368300"/>
                  </a:lnTo>
                  <a:lnTo>
                    <a:pt x="6223" y="393700"/>
                  </a:lnTo>
                  <a:lnTo>
                    <a:pt x="21971" y="393700"/>
                  </a:lnTo>
                  <a:lnTo>
                    <a:pt x="24130" y="368300"/>
                  </a:lnTo>
                  <a:lnTo>
                    <a:pt x="25146" y="355600"/>
                  </a:lnTo>
                  <a:lnTo>
                    <a:pt x="28321" y="330200"/>
                  </a:lnTo>
                  <a:lnTo>
                    <a:pt x="30099" y="330200"/>
                  </a:lnTo>
                  <a:lnTo>
                    <a:pt x="33909" y="304800"/>
                  </a:lnTo>
                  <a:lnTo>
                    <a:pt x="36068" y="292100"/>
                  </a:lnTo>
                  <a:lnTo>
                    <a:pt x="35940" y="292100"/>
                  </a:lnTo>
                  <a:lnTo>
                    <a:pt x="40894" y="279400"/>
                  </a:lnTo>
                  <a:lnTo>
                    <a:pt x="43561" y="266700"/>
                  </a:lnTo>
                  <a:lnTo>
                    <a:pt x="50611" y="254329"/>
                  </a:lnTo>
                  <a:lnTo>
                    <a:pt x="50733" y="254117"/>
                  </a:lnTo>
                  <a:lnTo>
                    <a:pt x="50509" y="254117"/>
                  </a:lnTo>
                  <a:lnTo>
                    <a:pt x="54483" y="241300"/>
                  </a:lnTo>
                  <a:close/>
                </a:path>
                <a:path w="1358900" h="1422400">
                  <a:moveTo>
                    <a:pt x="1071372" y="266700"/>
                  </a:moveTo>
                  <a:lnTo>
                    <a:pt x="1034415" y="266700"/>
                  </a:lnTo>
                  <a:lnTo>
                    <a:pt x="1049908" y="279400"/>
                  </a:lnTo>
                  <a:lnTo>
                    <a:pt x="1057782" y="292100"/>
                  </a:lnTo>
                  <a:lnTo>
                    <a:pt x="1079627" y="304800"/>
                  </a:lnTo>
                  <a:lnTo>
                    <a:pt x="1088878" y="317829"/>
                  </a:lnTo>
                  <a:lnTo>
                    <a:pt x="1107186" y="330200"/>
                  </a:lnTo>
                  <a:lnTo>
                    <a:pt x="1143000" y="330200"/>
                  </a:lnTo>
                  <a:lnTo>
                    <a:pt x="1129411" y="317617"/>
                  </a:lnTo>
                  <a:lnTo>
                    <a:pt x="1121369" y="317617"/>
                  </a:lnTo>
                  <a:lnTo>
                    <a:pt x="1102614" y="292100"/>
                  </a:lnTo>
                  <a:lnTo>
                    <a:pt x="1093470" y="292100"/>
                  </a:lnTo>
                  <a:lnTo>
                    <a:pt x="1071372" y="266700"/>
                  </a:lnTo>
                  <a:close/>
                </a:path>
                <a:path w="1358900" h="1422400">
                  <a:moveTo>
                    <a:pt x="36166" y="291522"/>
                  </a:moveTo>
                  <a:lnTo>
                    <a:pt x="35940" y="292100"/>
                  </a:lnTo>
                  <a:lnTo>
                    <a:pt x="36068" y="292100"/>
                  </a:lnTo>
                  <a:lnTo>
                    <a:pt x="36166" y="291522"/>
                  </a:lnTo>
                  <a:close/>
                </a:path>
                <a:path w="1358900" h="1422400">
                  <a:moveTo>
                    <a:pt x="1020318" y="228600"/>
                  </a:moveTo>
                  <a:lnTo>
                    <a:pt x="976757" y="228600"/>
                  </a:lnTo>
                  <a:lnTo>
                    <a:pt x="999108" y="241300"/>
                  </a:lnTo>
                  <a:lnTo>
                    <a:pt x="1008490" y="254329"/>
                  </a:lnTo>
                  <a:lnTo>
                    <a:pt x="1026922" y="266700"/>
                  </a:lnTo>
                  <a:lnTo>
                    <a:pt x="1063498" y="266700"/>
                  </a:lnTo>
                  <a:lnTo>
                    <a:pt x="1048021" y="254117"/>
                  </a:lnTo>
                  <a:lnTo>
                    <a:pt x="1047570" y="254117"/>
                  </a:lnTo>
                  <a:lnTo>
                    <a:pt x="1039495" y="241300"/>
                  </a:lnTo>
                  <a:lnTo>
                    <a:pt x="1020318" y="228600"/>
                  </a:lnTo>
                  <a:close/>
                </a:path>
                <a:path w="1358900" h="1422400">
                  <a:moveTo>
                    <a:pt x="82931" y="190500"/>
                  </a:moveTo>
                  <a:lnTo>
                    <a:pt x="70485" y="190500"/>
                  </a:lnTo>
                  <a:lnTo>
                    <a:pt x="56134" y="203200"/>
                  </a:lnTo>
                  <a:lnTo>
                    <a:pt x="55752" y="203200"/>
                  </a:lnTo>
                  <a:lnTo>
                    <a:pt x="51053" y="215900"/>
                  </a:lnTo>
                  <a:lnTo>
                    <a:pt x="40894" y="241300"/>
                  </a:lnTo>
                  <a:lnTo>
                    <a:pt x="54228" y="241300"/>
                  </a:lnTo>
                  <a:lnTo>
                    <a:pt x="64388" y="228600"/>
                  </a:lnTo>
                  <a:lnTo>
                    <a:pt x="68834" y="215900"/>
                  </a:lnTo>
                  <a:lnTo>
                    <a:pt x="68580" y="215900"/>
                  </a:lnTo>
                  <a:lnTo>
                    <a:pt x="82931" y="190500"/>
                  </a:lnTo>
                  <a:close/>
                </a:path>
                <a:path w="1358900" h="1422400">
                  <a:moveTo>
                    <a:pt x="988187" y="215900"/>
                  </a:moveTo>
                  <a:lnTo>
                    <a:pt x="945769" y="215900"/>
                  </a:lnTo>
                  <a:lnTo>
                    <a:pt x="969645" y="228600"/>
                  </a:lnTo>
                  <a:lnTo>
                    <a:pt x="1010666" y="228600"/>
                  </a:lnTo>
                  <a:lnTo>
                    <a:pt x="988187" y="215900"/>
                  </a:lnTo>
                  <a:close/>
                </a:path>
                <a:path w="1358900" h="1422400">
                  <a:moveTo>
                    <a:pt x="979424" y="203200"/>
                  </a:moveTo>
                  <a:lnTo>
                    <a:pt x="926719" y="203200"/>
                  </a:lnTo>
                  <a:lnTo>
                    <a:pt x="946531" y="215900"/>
                  </a:lnTo>
                  <a:lnTo>
                    <a:pt x="987932" y="215900"/>
                  </a:lnTo>
                  <a:lnTo>
                    <a:pt x="979424" y="203200"/>
                  </a:lnTo>
                  <a:close/>
                </a:path>
                <a:path w="1358900" h="1422400">
                  <a:moveTo>
                    <a:pt x="955801" y="190500"/>
                  </a:moveTo>
                  <a:lnTo>
                    <a:pt x="894842" y="190500"/>
                  </a:lnTo>
                  <a:lnTo>
                    <a:pt x="917575" y="203200"/>
                  </a:lnTo>
                  <a:lnTo>
                    <a:pt x="963168" y="203200"/>
                  </a:lnTo>
                  <a:lnTo>
                    <a:pt x="955801" y="190500"/>
                  </a:lnTo>
                  <a:close/>
                </a:path>
                <a:path w="1358900" h="1422400">
                  <a:moveTo>
                    <a:pt x="239649" y="63500"/>
                  </a:moveTo>
                  <a:lnTo>
                    <a:pt x="223138" y="63500"/>
                  </a:lnTo>
                  <a:lnTo>
                    <a:pt x="201232" y="76311"/>
                  </a:lnTo>
                  <a:lnTo>
                    <a:pt x="191770" y="76311"/>
                  </a:lnTo>
                  <a:lnTo>
                    <a:pt x="162940" y="101600"/>
                  </a:lnTo>
                  <a:lnTo>
                    <a:pt x="162687" y="101600"/>
                  </a:lnTo>
                  <a:lnTo>
                    <a:pt x="143461" y="114417"/>
                  </a:lnTo>
                  <a:lnTo>
                    <a:pt x="134847" y="114417"/>
                  </a:lnTo>
                  <a:lnTo>
                    <a:pt x="118363" y="127000"/>
                  </a:lnTo>
                  <a:lnTo>
                    <a:pt x="111251" y="139700"/>
                  </a:lnTo>
                  <a:lnTo>
                    <a:pt x="95885" y="152400"/>
                  </a:lnTo>
                  <a:lnTo>
                    <a:pt x="82550" y="177800"/>
                  </a:lnTo>
                  <a:lnTo>
                    <a:pt x="70993" y="190500"/>
                  </a:lnTo>
                  <a:lnTo>
                    <a:pt x="82550" y="190500"/>
                  </a:lnTo>
                  <a:lnTo>
                    <a:pt x="93980" y="177800"/>
                  </a:lnTo>
                  <a:lnTo>
                    <a:pt x="107061" y="165100"/>
                  </a:lnTo>
                  <a:lnTo>
                    <a:pt x="106552" y="165100"/>
                  </a:lnTo>
                  <a:lnTo>
                    <a:pt x="121412" y="152400"/>
                  </a:lnTo>
                  <a:lnTo>
                    <a:pt x="128270" y="139700"/>
                  </a:lnTo>
                  <a:lnTo>
                    <a:pt x="127888" y="139700"/>
                  </a:lnTo>
                  <a:lnTo>
                    <a:pt x="144399" y="127000"/>
                  </a:lnTo>
                  <a:lnTo>
                    <a:pt x="151637" y="127000"/>
                  </a:lnTo>
                  <a:lnTo>
                    <a:pt x="170223" y="114609"/>
                  </a:lnTo>
                  <a:lnTo>
                    <a:pt x="179070" y="101600"/>
                  </a:lnTo>
                  <a:lnTo>
                    <a:pt x="199262" y="88900"/>
                  </a:lnTo>
                  <a:lnTo>
                    <a:pt x="208280" y="88900"/>
                  </a:lnTo>
                  <a:lnTo>
                    <a:pt x="229395" y="76479"/>
                  </a:lnTo>
                  <a:lnTo>
                    <a:pt x="239649" y="63500"/>
                  </a:lnTo>
                  <a:close/>
                </a:path>
                <a:path w="1358900" h="1422400">
                  <a:moveTo>
                    <a:pt x="926084" y="177800"/>
                  </a:moveTo>
                  <a:lnTo>
                    <a:pt x="871347" y="177800"/>
                  </a:lnTo>
                  <a:lnTo>
                    <a:pt x="886840" y="190500"/>
                  </a:lnTo>
                  <a:lnTo>
                    <a:pt x="935482" y="190500"/>
                  </a:lnTo>
                  <a:lnTo>
                    <a:pt x="926084" y="177800"/>
                  </a:lnTo>
                  <a:close/>
                </a:path>
                <a:path w="1358900" h="1422400">
                  <a:moveTo>
                    <a:pt x="903097" y="165100"/>
                  </a:moveTo>
                  <a:lnTo>
                    <a:pt x="846709" y="165100"/>
                  </a:lnTo>
                  <a:lnTo>
                    <a:pt x="863726" y="177800"/>
                  </a:lnTo>
                  <a:lnTo>
                    <a:pt x="925702" y="177800"/>
                  </a:lnTo>
                  <a:lnTo>
                    <a:pt x="903097" y="165100"/>
                  </a:lnTo>
                  <a:close/>
                </a:path>
                <a:path w="1358900" h="1422400">
                  <a:moveTo>
                    <a:pt x="873760" y="152400"/>
                  </a:moveTo>
                  <a:lnTo>
                    <a:pt x="819403" y="152400"/>
                  </a:lnTo>
                  <a:lnTo>
                    <a:pt x="838835" y="165100"/>
                  </a:lnTo>
                  <a:lnTo>
                    <a:pt x="880490" y="165100"/>
                  </a:lnTo>
                  <a:lnTo>
                    <a:pt x="873760" y="152400"/>
                  </a:lnTo>
                  <a:close/>
                </a:path>
                <a:path w="1358900" h="1422400">
                  <a:moveTo>
                    <a:pt x="848995" y="139700"/>
                  </a:moveTo>
                  <a:lnTo>
                    <a:pt x="798322" y="139700"/>
                  </a:lnTo>
                  <a:lnTo>
                    <a:pt x="812419" y="152400"/>
                  </a:lnTo>
                  <a:lnTo>
                    <a:pt x="856996" y="152400"/>
                  </a:lnTo>
                  <a:lnTo>
                    <a:pt x="848995" y="139700"/>
                  </a:lnTo>
                  <a:close/>
                </a:path>
                <a:path w="1358900" h="1422400">
                  <a:moveTo>
                    <a:pt x="821817" y="127000"/>
                  </a:moveTo>
                  <a:lnTo>
                    <a:pt x="776097" y="127000"/>
                  </a:lnTo>
                  <a:lnTo>
                    <a:pt x="791845" y="139700"/>
                  </a:lnTo>
                  <a:lnTo>
                    <a:pt x="829563" y="139700"/>
                  </a:lnTo>
                  <a:lnTo>
                    <a:pt x="821817" y="127000"/>
                  </a:lnTo>
                  <a:close/>
                </a:path>
                <a:path w="1358900" h="1422400">
                  <a:moveTo>
                    <a:pt x="801683" y="114417"/>
                  </a:moveTo>
                  <a:lnTo>
                    <a:pt x="745076" y="114417"/>
                  </a:lnTo>
                  <a:lnTo>
                    <a:pt x="768858" y="127000"/>
                  </a:lnTo>
                  <a:lnTo>
                    <a:pt x="808101" y="127000"/>
                  </a:lnTo>
                  <a:lnTo>
                    <a:pt x="801781" y="114609"/>
                  </a:lnTo>
                  <a:lnTo>
                    <a:pt x="801683" y="114417"/>
                  </a:lnTo>
                  <a:close/>
                </a:path>
                <a:path w="1358900" h="1422400">
                  <a:moveTo>
                    <a:pt x="753618" y="101600"/>
                  </a:moveTo>
                  <a:lnTo>
                    <a:pt x="708278" y="101600"/>
                  </a:lnTo>
                  <a:lnTo>
                    <a:pt x="723531" y="114417"/>
                  </a:lnTo>
                  <a:lnTo>
                    <a:pt x="777970" y="114417"/>
                  </a:lnTo>
                  <a:lnTo>
                    <a:pt x="753618" y="101600"/>
                  </a:lnTo>
                  <a:close/>
                </a:path>
                <a:path w="1358900" h="1422400">
                  <a:moveTo>
                    <a:pt x="738124" y="88900"/>
                  </a:moveTo>
                  <a:lnTo>
                    <a:pt x="682244" y="88900"/>
                  </a:lnTo>
                  <a:lnTo>
                    <a:pt x="683133" y="101600"/>
                  </a:lnTo>
                  <a:lnTo>
                    <a:pt x="753237" y="101600"/>
                  </a:lnTo>
                  <a:lnTo>
                    <a:pt x="738124" y="88900"/>
                  </a:lnTo>
                  <a:close/>
                </a:path>
                <a:path w="1358900" h="1422400">
                  <a:moveTo>
                    <a:pt x="709730" y="76311"/>
                  </a:moveTo>
                  <a:lnTo>
                    <a:pt x="650730" y="76311"/>
                  </a:lnTo>
                  <a:lnTo>
                    <a:pt x="663194" y="88900"/>
                  </a:lnTo>
                  <a:lnTo>
                    <a:pt x="715899" y="88900"/>
                  </a:lnTo>
                  <a:lnTo>
                    <a:pt x="709812" y="76479"/>
                  </a:lnTo>
                  <a:lnTo>
                    <a:pt x="709730" y="76311"/>
                  </a:lnTo>
                  <a:close/>
                </a:path>
                <a:path w="1358900" h="1422400">
                  <a:moveTo>
                    <a:pt x="671830" y="63500"/>
                  </a:moveTo>
                  <a:lnTo>
                    <a:pt x="618363" y="63500"/>
                  </a:lnTo>
                  <a:lnTo>
                    <a:pt x="628996" y="76311"/>
                  </a:lnTo>
                  <a:lnTo>
                    <a:pt x="677594" y="76311"/>
                  </a:lnTo>
                  <a:lnTo>
                    <a:pt x="671830" y="63500"/>
                  </a:lnTo>
                  <a:close/>
                </a:path>
                <a:path w="1358900" h="1422400">
                  <a:moveTo>
                    <a:pt x="677163" y="63500"/>
                  </a:moveTo>
                  <a:lnTo>
                    <a:pt x="677548" y="76311"/>
                  </a:lnTo>
                  <a:lnTo>
                    <a:pt x="690231" y="76311"/>
                  </a:lnTo>
                  <a:lnTo>
                    <a:pt x="677163" y="63500"/>
                  </a:lnTo>
                  <a:close/>
                </a:path>
                <a:path w="1358900" h="1422400">
                  <a:moveTo>
                    <a:pt x="272288" y="50800"/>
                  </a:moveTo>
                  <a:lnTo>
                    <a:pt x="233680" y="50800"/>
                  </a:lnTo>
                  <a:lnTo>
                    <a:pt x="223520" y="63500"/>
                  </a:lnTo>
                  <a:lnTo>
                    <a:pt x="262382" y="63500"/>
                  </a:lnTo>
                  <a:lnTo>
                    <a:pt x="272288" y="50800"/>
                  </a:lnTo>
                  <a:close/>
                </a:path>
                <a:path w="1358900" h="1422400">
                  <a:moveTo>
                    <a:pt x="643001" y="50800"/>
                  </a:moveTo>
                  <a:lnTo>
                    <a:pt x="577723" y="50800"/>
                  </a:lnTo>
                  <a:lnTo>
                    <a:pt x="587883" y="63500"/>
                  </a:lnTo>
                  <a:lnTo>
                    <a:pt x="654176" y="63500"/>
                  </a:lnTo>
                  <a:lnTo>
                    <a:pt x="643001" y="50800"/>
                  </a:lnTo>
                  <a:close/>
                </a:path>
                <a:path w="1358900" h="1422400">
                  <a:moveTo>
                    <a:pt x="304292" y="38100"/>
                  </a:moveTo>
                  <a:lnTo>
                    <a:pt x="267208" y="38100"/>
                  </a:lnTo>
                  <a:lnTo>
                    <a:pt x="257048" y="50800"/>
                  </a:lnTo>
                  <a:lnTo>
                    <a:pt x="294639" y="50800"/>
                  </a:lnTo>
                  <a:lnTo>
                    <a:pt x="304292" y="38100"/>
                  </a:lnTo>
                  <a:close/>
                </a:path>
                <a:path w="1358900" h="1422400">
                  <a:moveTo>
                    <a:pt x="446913" y="38100"/>
                  </a:moveTo>
                  <a:lnTo>
                    <a:pt x="425323" y="38100"/>
                  </a:lnTo>
                  <a:lnTo>
                    <a:pt x="425323" y="50800"/>
                  </a:lnTo>
                  <a:lnTo>
                    <a:pt x="445515" y="50800"/>
                  </a:lnTo>
                  <a:lnTo>
                    <a:pt x="446913" y="38100"/>
                  </a:lnTo>
                  <a:close/>
                </a:path>
                <a:path w="1358900" h="1422400">
                  <a:moveTo>
                    <a:pt x="446913" y="38100"/>
                  </a:moveTo>
                  <a:lnTo>
                    <a:pt x="445593" y="50094"/>
                  </a:lnTo>
                  <a:lnTo>
                    <a:pt x="445515" y="50800"/>
                  </a:lnTo>
                  <a:lnTo>
                    <a:pt x="446532" y="50800"/>
                  </a:lnTo>
                  <a:lnTo>
                    <a:pt x="446673" y="50094"/>
                  </a:lnTo>
                  <a:lnTo>
                    <a:pt x="446913" y="38100"/>
                  </a:lnTo>
                  <a:close/>
                </a:path>
                <a:path w="1358900" h="1422400">
                  <a:moveTo>
                    <a:pt x="611759" y="38100"/>
                  </a:moveTo>
                  <a:lnTo>
                    <a:pt x="449072" y="38100"/>
                  </a:lnTo>
                  <a:lnTo>
                    <a:pt x="446673" y="50094"/>
                  </a:lnTo>
                  <a:lnTo>
                    <a:pt x="446659" y="50800"/>
                  </a:lnTo>
                  <a:lnTo>
                    <a:pt x="621792" y="50800"/>
                  </a:lnTo>
                  <a:lnTo>
                    <a:pt x="611759" y="38100"/>
                  </a:lnTo>
                  <a:close/>
                </a:path>
                <a:path w="1358900" h="1422400">
                  <a:moveTo>
                    <a:pt x="449072" y="38100"/>
                  </a:moveTo>
                  <a:lnTo>
                    <a:pt x="446913" y="38100"/>
                  </a:lnTo>
                  <a:lnTo>
                    <a:pt x="446673" y="50094"/>
                  </a:lnTo>
                  <a:lnTo>
                    <a:pt x="449072" y="38100"/>
                  </a:lnTo>
                  <a:close/>
                </a:path>
                <a:path w="1358900" h="1422400">
                  <a:moveTo>
                    <a:pt x="334899" y="25400"/>
                  </a:moveTo>
                  <a:lnTo>
                    <a:pt x="299847" y="25400"/>
                  </a:lnTo>
                  <a:lnTo>
                    <a:pt x="290068" y="38100"/>
                  </a:lnTo>
                  <a:lnTo>
                    <a:pt x="325627" y="38100"/>
                  </a:lnTo>
                  <a:lnTo>
                    <a:pt x="334899" y="25400"/>
                  </a:lnTo>
                  <a:close/>
                </a:path>
                <a:path w="1358900" h="1422400">
                  <a:moveTo>
                    <a:pt x="453263" y="25400"/>
                  </a:moveTo>
                  <a:lnTo>
                    <a:pt x="431546" y="25400"/>
                  </a:lnTo>
                  <a:lnTo>
                    <a:pt x="429133" y="38100"/>
                  </a:lnTo>
                  <a:lnTo>
                    <a:pt x="454533" y="38100"/>
                  </a:lnTo>
                  <a:lnTo>
                    <a:pt x="453263" y="25400"/>
                  </a:lnTo>
                  <a:close/>
                </a:path>
                <a:path w="1358900" h="1422400">
                  <a:moveTo>
                    <a:pt x="519175" y="25400"/>
                  </a:moveTo>
                  <a:lnTo>
                    <a:pt x="467613" y="25400"/>
                  </a:lnTo>
                  <a:lnTo>
                    <a:pt x="457708" y="38100"/>
                  </a:lnTo>
                  <a:lnTo>
                    <a:pt x="526414" y="38100"/>
                  </a:lnTo>
                  <a:lnTo>
                    <a:pt x="519175" y="25400"/>
                  </a:lnTo>
                  <a:close/>
                </a:path>
                <a:path w="1358900" h="1422400">
                  <a:moveTo>
                    <a:pt x="383520" y="12717"/>
                  </a:moveTo>
                  <a:lnTo>
                    <a:pt x="331203" y="12717"/>
                  </a:lnTo>
                  <a:lnTo>
                    <a:pt x="321818" y="25400"/>
                  </a:lnTo>
                  <a:lnTo>
                    <a:pt x="369188" y="25400"/>
                  </a:lnTo>
                  <a:lnTo>
                    <a:pt x="383520" y="12717"/>
                  </a:lnTo>
                  <a:close/>
                </a:path>
                <a:path w="1358900" h="1422400">
                  <a:moveTo>
                    <a:pt x="476628" y="12717"/>
                  </a:moveTo>
                  <a:lnTo>
                    <a:pt x="448464" y="12717"/>
                  </a:lnTo>
                  <a:lnTo>
                    <a:pt x="468375" y="25400"/>
                  </a:lnTo>
                  <a:lnTo>
                    <a:pt x="474852" y="25400"/>
                  </a:lnTo>
                  <a:lnTo>
                    <a:pt x="476628" y="12717"/>
                  </a:lnTo>
                  <a:close/>
                </a:path>
                <a:path w="1358900" h="1422400">
                  <a:moveTo>
                    <a:pt x="450976" y="0"/>
                  </a:moveTo>
                  <a:lnTo>
                    <a:pt x="380492" y="0"/>
                  </a:lnTo>
                  <a:lnTo>
                    <a:pt x="365994" y="12717"/>
                  </a:lnTo>
                  <a:lnTo>
                    <a:pt x="470689" y="12717"/>
                  </a:lnTo>
                  <a:lnTo>
                    <a:pt x="450976" y="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5012" y="3195827"/>
              <a:ext cx="1591818" cy="47498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256529" y="296544"/>
            <a:ext cx="3451225" cy="9645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4445">
              <a:lnSpc>
                <a:spcPct val="103200"/>
              </a:lnSpc>
              <a:spcBef>
                <a:spcPts val="50"/>
              </a:spcBef>
            </a:pPr>
            <a:r>
              <a:rPr sz="2000" dirty="0">
                <a:solidFill>
                  <a:srgbClr val="0096FF"/>
                </a:solidFill>
                <a:latin typeface="Verdana"/>
                <a:cs typeface="Verdana"/>
              </a:rPr>
              <a:t>Un</a:t>
            </a:r>
            <a:r>
              <a:rPr sz="2000" dirty="0">
                <a:latin typeface="Verdana"/>
                <a:cs typeface="Verdana"/>
              </a:rPr>
              <a:t>supervised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learning</a:t>
            </a:r>
            <a:r>
              <a:rPr sz="2000" spc="5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Find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something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interesting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96FF"/>
                </a:solidFill>
                <a:latin typeface="Verdana"/>
                <a:cs typeface="Verdana"/>
              </a:rPr>
              <a:t>unlabeled</a:t>
            </a:r>
            <a:r>
              <a:rPr sz="2000" spc="-35" dirty="0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data.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98538" y="415290"/>
            <a:ext cx="1909571" cy="261353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90575"/>
            <a:ext cx="9144000" cy="4352925"/>
            <a:chOff x="0" y="790575"/>
            <a:chExt cx="9144000" cy="4352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4" y="790575"/>
              <a:ext cx="5791200" cy="37433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1171" y="1764919"/>
              <a:ext cx="473583" cy="2793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72373" y="2308605"/>
              <a:ext cx="894080" cy="1011555"/>
            </a:xfrm>
            <a:custGeom>
              <a:avLst/>
              <a:gdLst/>
              <a:ahLst/>
              <a:cxnLst/>
              <a:rect l="l" t="t" r="r" b="b"/>
              <a:pathLst>
                <a:path w="894080" h="1011554">
                  <a:moveTo>
                    <a:pt x="183070" y="983272"/>
                  </a:moveTo>
                  <a:lnTo>
                    <a:pt x="182410" y="983157"/>
                  </a:lnTo>
                  <a:lnTo>
                    <a:pt x="182194" y="983157"/>
                  </a:lnTo>
                  <a:lnTo>
                    <a:pt x="183070" y="983272"/>
                  </a:lnTo>
                  <a:close/>
                </a:path>
                <a:path w="894080" h="1011554">
                  <a:moveTo>
                    <a:pt x="565137" y="241401"/>
                  </a:moveTo>
                  <a:lnTo>
                    <a:pt x="559727" y="240030"/>
                  </a:lnTo>
                  <a:lnTo>
                    <a:pt x="564972" y="241401"/>
                  </a:lnTo>
                  <a:lnTo>
                    <a:pt x="565137" y="241401"/>
                  </a:lnTo>
                  <a:close/>
                </a:path>
                <a:path w="894080" h="1011554">
                  <a:moveTo>
                    <a:pt x="718629" y="916559"/>
                  </a:moveTo>
                  <a:lnTo>
                    <a:pt x="691730" y="916559"/>
                  </a:lnTo>
                  <a:lnTo>
                    <a:pt x="691299" y="916559"/>
                  </a:lnTo>
                  <a:lnTo>
                    <a:pt x="665416" y="929754"/>
                  </a:lnTo>
                  <a:lnTo>
                    <a:pt x="638987" y="941590"/>
                  </a:lnTo>
                  <a:lnTo>
                    <a:pt x="636854" y="942416"/>
                  </a:lnTo>
                  <a:lnTo>
                    <a:pt x="637057" y="942416"/>
                  </a:lnTo>
                  <a:lnTo>
                    <a:pt x="606348" y="954214"/>
                  </a:lnTo>
                  <a:lnTo>
                    <a:pt x="585851" y="960653"/>
                  </a:lnTo>
                  <a:lnTo>
                    <a:pt x="585571" y="960742"/>
                  </a:lnTo>
                  <a:lnTo>
                    <a:pt x="580364" y="962279"/>
                  </a:lnTo>
                  <a:lnTo>
                    <a:pt x="580656" y="962279"/>
                  </a:lnTo>
                  <a:lnTo>
                    <a:pt x="547649" y="972083"/>
                  </a:lnTo>
                  <a:lnTo>
                    <a:pt x="522909" y="978547"/>
                  </a:lnTo>
                  <a:lnTo>
                    <a:pt x="521995" y="978750"/>
                  </a:lnTo>
                  <a:lnTo>
                    <a:pt x="521195" y="978916"/>
                  </a:lnTo>
                  <a:lnTo>
                    <a:pt x="503770" y="982687"/>
                  </a:lnTo>
                  <a:lnTo>
                    <a:pt x="503555" y="982687"/>
                  </a:lnTo>
                  <a:lnTo>
                    <a:pt x="484949" y="985634"/>
                  </a:lnTo>
                  <a:lnTo>
                    <a:pt x="462038" y="988695"/>
                  </a:lnTo>
                  <a:lnTo>
                    <a:pt x="434873" y="992047"/>
                  </a:lnTo>
                  <a:lnTo>
                    <a:pt x="410222" y="994283"/>
                  </a:lnTo>
                  <a:lnTo>
                    <a:pt x="409956" y="994283"/>
                  </a:lnTo>
                  <a:lnTo>
                    <a:pt x="392912" y="995591"/>
                  </a:lnTo>
                  <a:lnTo>
                    <a:pt x="377240" y="996213"/>
                  </a:lnTo>
                  <a:lnTo>
                    <a:pt x="346976" y="995934"/>
                  </a:lnTo>
                  <a:lnTo>
                    <a:pt x="314337" y="994410"/>
                  </a:lnTo>
                  <a:lnTo>
                    <a:pt x="285508" y="993394"/>
                  </a:lnTo>
                  <a:lnTo>
                    <a:pt x="265836" y="992289"/>
                  </a:lnTo>
                  <a:lnTo>
                    <a:pt x="244614" y="990346"/>
                  </a:lnTo>
                  <a:lnTo>
                    <a:pt x="183311" y="983297"/>
                  </a:lnTo>
                  <a:lnTo>
                    <a:pt x="183070" y="983272"/>
                  </a:lnTo>
                  <a:lnTo>
                    <a:pt x="182118" y="983157"/>
                  </a:lnTo>
                  <a:lnTo>
                    <a:pt x="155117" y="978916"/>
                  </a:lnTo>
                  <a:lnTo>
                    <a:pt x="128651" y="972108"/>
                  </a:lnTo>
                  <a:lnTo>
                    <a:pt x="128447" y="972058"/>
                  </a:lnTo>
                  <a:lnTo>
                    <a:pt x="126898" y="971613"/>
                  </a:lnTo>
                  <a:lnTo>
                    <a:pt x="126746" y="971613"/>
                  </a:lnTo>
                  <a:lnTo>
                    <a:pt x="102717" y="964590"/>
                  </a:lnTo>
                  <a:lnTo>
                    <a:pt x="101384" y="964095"/>
                  </a:lnTo>
                  <a:lnTo>
                    <a:pt x="101727" y="964272"/>
                  </a:lnTo>
                  <a:lnTo>
                    <a:pt x="101231" y="964095"/>
                  </a:lnTo>
                  <a:lnTo>
                    <a:pt x="79921" y="956056"/>
                  </a:lnTo>
                  <a:lnTo>
                    <a:pt x="79197" y="955789"/>
                  </a:lnTo>
                  <a:lnTo>
                    <a:pt x="78879" y="955598"/>
                  </a:lnTo>
                  <a:lnTo>
                    <a:pt x="78879" y="955725"/>
                  </a:lnTo>
                  <a:lnTo>
                    <a:pt x="78244" y="955421"/>
                  </a:lnTo>
                  <a:lnTo>
                    <a:pt x="78574" y="955560"/>
                  </a:lnTo>
                  <a:lnTo>
                    <a:pt x="78879" y="955725"/>
                  </a:lnTo>
                  <a:lnTo>
                    <a:pt x="78879" y="955598"/>
                  </a:lnTo>
                  <a:lnTo>
                    <a:pt x="78613" y="955421"/>
                  </a:lnTo>
                  <a:lnTo>
                    <a:pt x="58508" y="942848"/>
                  </a:lnTo>
                  <a:lnTo>
                    <a:pt x="57797" y="942416"/>
                  </a:lnTo>
                  <a:lnTo>
                    <a:pt x="58305" y="942848"/>
                  </a:lnTo>
                  <a:lnTo>
                    <a:pt x="57708" y="942416"/>
                  </a:lnTo>
                  <a:lnTo>
                    <a:pt x="56857" y="941590"/>
                  </a:lnTo>
                  <a:lnTo>
                    <a:pt x="33642" y="921258"/>
                  </a:lnTo>
                  <a:lnTo>
                    <a:pt x="33159" y="920889"/>
                  </a:lnTo>
                  <a:lnTo>
                    <a:pt x="32778" y="920496"/>
                  </a:lnTo>
                  <a:lnTo>
                    <a:pt x="31140" y="918464"/>
                  </a:lnTo>
                  <a:lnTo>
                    <a:pt x="23088" y="909066"/>
                  </a:lnTo>
                  <a:lnTo>
                    <a:pt x="21793" y="907554"/>
                  </a:lnTo>
                  <a:lnTo>
                    <a:pt x="21488" y="906526"/>
                  </a:lnTo>
                  <a:lnTo>
                    <a:pt x="21374" y="906145"/>
                  </a:lnTo>
                  <a:lnTo>
                    <a:pt x="21323" y="905979"/>
                  </a:lnTo>
                  <a:lnTo>
                    <a:pt x="21323" y="907478"/>
                  </a:lnTo>
                  <a:lnTo>
                    <a:pt x="20586" y="906145"/>
                  </a:lnTo>
                  <a:lnTo>
                    <a:pt x="20904" y="906526"/>
                  </a:lnTo>
                  <a:lnTo>
                    <a:pt x="21323" y="907478"/>
                  </a:lnTo>
                  <a:lnTo>
                    <a:pt x="21323" y="905979"/>
                  </a:lnTo>
                  <a:lnTo>
                    <a:pt x="16459" y="889381"/>
                  </a:lnTo>
                  <a:lnTo>
                    <a:pt x="15938" y="887628"/>
                  </a:lnTo>
                  <a:lnTo>
                    <a:pt x="16141" y="886460"/>
                  </a:lnTo>
                  <a:lnTo>
                    <a:pt x="16256" y="885825"/>
                  </a:lnTo>
                  <a:lnTo>
                    <a:pt x="16891" y="882269"/>
                  </a:lnTo>
                  <a:lnTo>
                    <a:pt x="16967" y="881888"/>
                  </a:lnTo>
                  <a:lnTo>
                    <a:pt x="17094" y="881164"/>
                  </a:lnTo>
                  <a:lnTo>
                    <a:pt x="16776" y="881888"/>
                  </a:lnTo>
                  <a:lnTo>
                    <a:pt x="17284" y="880110"/>
                  </a:lnTo>
                  <a:lnTo>
                    <a:pt x="17094" y="881164"/>
                  </a:lnTo>
                  <a:lnTo>
                    <a:pt x="17551" y="880110"/>
                  </a:lnTo>
                  <a:lnTo>
                    <a:pt x="23317" y="867029"/>
                  </a:lnTo>
                  <a:lnTo>
                    <a:pt x="53987" y="844042"/>
                  </a:lnTo>
                  <a:lnTo>
                    <a:pt x="58293" y="841883"/>
                  </a:lnTo>
                  <a:lnTo>
                    <a:pt x="66408" y="837730"/>
                  </a:lnTo>
                  <a:lnTo>
                    <a:pt x="85432" y="829183"/>
                  </a:lnTo>
                  <a:lnTo>
                    <a:pt x="104305" y="821639"/>
                  </a:lnTo>
                  <a:lnTo>
                    <a:pt x="104775" y="821410"/>
                  </a:lnTo>
                  <a:lnTo>
                    <a:pt x="119710" y="816635"/>
                  </a:lnTo>
                  <a:lnTo>
                    <a:pt x="150279" y="808482"/>
                  </a:lnTo>
                  <a:lnTo>
                    <a:pt x="151904" y="808050"/>
                  </a:lnTo>
                  <a:lnTo>
                    <a:pt x="164820" y="805662"/>
                  </a:lnTo>
                  <a:lnTo>
                    <a:pt x="165354" y="805497"/>
                  </a:lnTo>
                  <a:lnTo>
                    <a:pt x="164871" y="805662"/>
                  </a:lnTo>
                  <a:lnTo>
                    <a:pt x="166458" y="805357"/>
                  </a:lnTo>
                  <a:lnTo>
                    <a:pt x="203339" y="800531"/>
                  </a:lnTo>
                  <a:lnTo>
                    <a:pt x="202679" y="800531"/>
                  </a:lnTo>
                  <a:lnTo>
                    <a:pt x="260235" y="795947"/>
                  </a:lnTo>
                  <a:lnTo>
                    <a:pt x="259219" y="795947"/>
                  </a:lnTo>
                  <a:lnTo>
                    <a:pt x="300240" y="794639"/>
                  </a:lnTo>
                  <a:lnTo>
                    <a:pt x="360565" y="793877"/>
                  </a:lnTo>
                  <a:lnTo>
                    <a:pt x="401840" y="793877"/>
                  </a:lnTo>
                  <a:lnTo>
                    <a:pt x="404634" y="791083"/>
                  </a:lnTo>
                  <a:lnTo>
                    <a:pt x="404634" y="784606"/>
                  </a:lnTo>
                  <a:lnTo>
                    <a:pt x="402094" y="782193"/>
                  </a:lnTo>
                  <a:lnTo>
                    <a:pt x="405130" y="782193"/>
                  </a:lnTo>
                  <a:lnTo>
                    <a:pt x="401955" y="782066"/>
                  </a:lnTo>
                  <a:lnTo>
                    <a:pt x="398792" y="781939"/>
                  </a:lnTo>
                  <a:lnTo>
                    <a:pt x="351040" y="781939"/>
                  </a:lnTo>
                  <a:lnTo>
                    <a:pt x="308737" y="781939"/>
                  </a:lnTo>
                  <a:lnTo>
                    <a:pt x="317360" y="782066"/>
                  </a:lnTo>
                  <a:lnTo>
                    <a:pt x="302641" y="781939"/>
                  </a:lnTo>
                  <a:lnTo>
                    <a:pt x="280047" y="781939"/>
                  </a:lnTo>
                  <a:lnTo>
                    <a:pt x="261759" y="781939"/>
                  </a:lnTo>
                  <a:lnTo>
                    <a:pt x="259549" y="782078"/>
                  </a:lnTo>
                  <a:lnTo>
                    <a:pt x="257441" y="782193"/>
                  </a:lnTo>
                  <a:lnTo>
                    <a:pt x="240169" y="783209"/>
                  </a:lnTo>
                  <a:lnTo>
                    <a:pt x="202323" y="786003"/>
                  </a:lnTo>
                  <a:lnTo>
                    <a:pt x="201942" y="786003"/>
                  </a:lnTo>
                  <a:lnTo>
                    <a:pt x="182130" y="788543"/>
                  </a:lnTo>
                  <a:lnTo>
                    <a:pt x="182003" y="788543"/>
                  </a:lnTo>
                  <a:lnTo>
                    <a:pt x="162953" y="791083"/>
                  </a:lnTo>
                  <a:lnTo>
                    <a:pt x="162572" y="791083"/>
                  </a:lnTo>
                  <a:lnTo>
                    <a:pt x="147459" y="794004"/>
                  </a:lnTo>
                  <a:lnTo>
                    <a:pt x="115481" y="802513"/>
                  </a:lnTo>
                  <a:lnTo>
                    <a:pt x="115709" y="802513"/>
                  </a:lnTo>
                  <a:lnTo>
                    <a:pt x="99326" y="807593"/>
                  </a:lnTo>
                  <a:lnTo>
                    <a:pt x="81114" y="814705"/>
                  </a:lnTo>
                  <a:lnTo>
                    <a:pt x="79895" y="815213"/>
                  </a:lnTo>
                  <a:lnTo>
                    <a:pt x="62077" y="823087"/>
                  </a:lnTo>
                  <a:lnTo>
                    <a:pt x="60845" y="823595"/>
                  </a:lnTo>
                  <a:lnTo>
                    <a:pt x="20078" y="847598"/>
                  </a:lnTo>
                  <a:lnTo>
                    <a:pt x="15506" y="851903"/>
                  </a:lnTo>
                  <a:lnTo>
                    <a:pt x="15506" y="887628"/>
                  </a:lnTo>
                  <a:lnTo>
                    <a:pt x="15379" y="885825"/>
                  </a:lnTo>
                  <a:lnTo>
                    <a:pt x="15506" y="887628"/>
                  </a:lnTo>
                  <a:lnTo>
                    <a:pt x="15506" y="851903"/>
                  </a:lnTo>
                  <a:lnTo>
                    <a:pt x="0" y="885825"/>
                  </a:lnTo>
                  <a:lnTo>
                    <a:pt x="12" y="890270"/>
                  </a:lnTo>
                  <a:lnTo>
                    <a:pt x="22237" y="932561"/>
                  </a:lnTo>
                  <a:lnTo>
                    <a:pt x="71132" y="969645"/>
                  </a:lnTo>
                  <a:lnTo>
                    <a:pt x="121805" y="986663"/>
                  </a:lnTo>
                  <a:lnTo>
                    <a:pt x="122059" y="986663"/>
                  </a:lnTo>
                  <a:lnTo>
                    <a:pt x="151142" y="994283"/>
                  </a:lnTo>
                  <a:lnTo>
                    <a:pt x="179590" y="998728"/>
                  </a:lnTo>
                  <a:lnTo>
                    <a:pt x="179971" y="998728"/>
                  </a:lnTo>
                  <a:lnTo>
                    <a:pt x="213372" y="1002665"/>
                  </a:lnTo>
                  <a:lnTo>
                    <a:pt x="213499" y="1002792"/>
                  </a:lnTo>
                  <a:lnTo>
                    <a:pt x="243090" y="1005840"/>
                  </a:lnTo>
                  <a:lnTo>
                    <a:pt x="265785" y="1007618"/>
                  </a:lnTo>
                  <a:lnTo>
                    <a:pt x="264299" y="1007618"/>
                  </a:lnTo>
                  <a:lnTo>
                    <a:pt x="346468" y="1011174"/>
                  </a:lnTo>
                  <a:lnTo>
                    <a:pt x="374789" y="1011555"/>
                  </a:lnTo>
                  <a:lnTo>
                    <a:pt x="375170" y="1011555"/>
                  </a:lnTo>
                  <a:lnTo>
                    <a:pt x="394220" y="1010793"/>
                  </a:lnTo>
                  <a:lnTo>
                    <a:pt x="394601" y="1010793"/>
                  </a:lnTo>
                  <a:lnTo>
                    <a:pt x="412889" y="1009396"/>
                  </a:lnTo>
                  <a:lnTo>
                    <a:pt x="436765" y="1007237"/>
                  </a:lnTo>
                  <a:lnTo>
                    <a:pt x="435927" y="1007237"/>
                  </a:lnTo>
                  <a:lnTo>
                    <a:pt x="464070" y="1003935"/>
                  </a:lnTo>
                  <a:lnTo>
                    <a:pt x="487946" y="1000633"/>
                  </a:lnTo>
                  <a:lnTo>
                    <a:pt x="488073" y="1000633"/>
                  </a:lnTo>
                  <a:lnTo>
                    <a:pt x="506361" y="997839"/>
                  </a:lnTo>
                  <a:lnTo>
                    <a:pt x="506133" y="997839"/>
                  </a:lnTo>
                  <a:lnTo>
                    <a:pt x="513410" y="996315"/>
                  </a:lnTo>
                  <a:lnTo>
                    <a:pt x="525538" y="993775"/>
                  </a:lnTo>
                  <a:lnTo>
                    <a:pt x="525919" y="993775"/>
                  </a:lnTo>
                  <a:lnTo>
                    <a:pt x="553110" y="986663"/>
                  </a:lnTo>
                  <a:lnTo>
                    <a:pt x="553427" y="986663"/>
                  </a:lnTo>
                  <a:lnTo>
                    <a:pt x="579285" y="978916"/>
                  </a:lnTo>
                  <a:lnTo>
                    <a:pt x="580529" y="978547"/>
                  </a:lnTo>
                  <a:lnTo>
                    <a:pt x="603072" y="971613"/>
                  </a:lnTo>
                  <a:lnTo>
                    <a:pt x="611898" y="968883"/>
                  </a:lnTo>
                  <a:lnTo>
                    <a:pt x="612063" y="968883"/>
                  </a:lnTo>
                  <a:lnTo>
                    <a:pt x="643394" y="956945"/>
                  </a:lnTo>
                  <a:lnTo>
                    <a:pt x="645490" y="956056"/>
                  </a:lnTo>
                  <a:lnTo>
                    <a:pt x="672985" y="943864"/>
                  </a:lnTo>
                  <a:lnTo>
                    <a:pt x="673112" y="943864"/>
                  </a:lnTo>
                  <a:lnTo>
                    <a:pt x="700417" y="930021"/>
                  </a:lnTo>
                  <a:lnTo>
                    <a:pt x="701370" y="929424"/>
                  </a:lnTo>
                  <a:lnTo>
                    <a:pt x="716673" y="918464"/>
                  </a:lnTo>
                  <a:lnTo>
                    <a:pt x="718324" y="916940"/>
                  </a:lnTo>
                  <a:lnTo>
                    <a:pt x="718629" y="916559"/>
                  </a:lnTo>
                  <a:close/>
                </a:path>
                <a:path w="894080" h="1011554">
                  <a:moveTo>
                    <a:pt x="734060" y="860679"/>
                  </a:moveTo>
                  <a:lnTo>
                    <a:pt x="732967" y="858901"/>
                  </a:lnTo>
                  <a:lnTo>
                    <a:pt x="730008" y="854075"/>
                  </a:lnTo>
                  <a:lnTo>
                    <a:pt x="729538" y="853313"/>
                  </a:lnTo>
                  <a:lnTo>
                    <a:pt x="690130" y="831469"/>
                  </a:lnTo>
                  <a:lnTo>
                    <a:pt x="689622" y="831215"/>
                  </a:lnTo>
                  <a:lnTo>
                    <a:pt x="668286" y="825500"/>
                  </a:lnTo>
                  <a:lnTo>
                    <a:pt x="667270" y="825246"/>
                  </a:lnTo>
                  <a:lnTo>
                    <a:pt x="655193" y="823595"/>
                  </a:lnTo>
                  <a:lnTo>
                    <a:pt x="643140" y="821944"/>
                  </a:lnTo>
                  <a:lnTo>
                    <a:pt x="644207" y="821944"/>
                  </a:lnTo>
                  <a:lnTo>
                    <a:pt x="614184" y="819531"/>
                  </a:lnTo>
                  <a:lnTo>
                    <a:pt x="553605" y="815721"/>
                  </a:lnTo>
                  <a:lnTo>
                    <a:pt x="499122" y="813308"/>
                  </a:lnTo>
                  <a:lnTo>
                    <a:pt x="442734" y="812165"/>
                  </a:lnTo>
                  <a:lnTo>
                    <a:pt x="397268" y="811657"/>
                  </a:lnTo>
                  <a:lnTo>
                    <a:pt x="382536" y="811403"/>
                  </a:lnTo>
                  <a:lnTo>
                    <a:pt x="352755" y="811403"/>
                  </a:lnTo>
                  <a:lnTo>
                    <a:pt x="350278" y="811403"/>
                  </a:lnTo>
                  <a:lnTo>
                    <a:pt x="345325" y="811530"/>
                  </a:lnTo>
                  <a:lnTo>
                    <a:pt x="340372" y="811657"/>
                  </a:lnTo>
                  <a:lnTo>
                    <a:pt x="337451" y="811911"/>
                  </a:lnTo>
                  <a:lnTo>
                    <a:pt x="335038" y="814324"/>
                  </a:lnTo>
                  <a:lnTo>
                    <a:pt x="335038" y="820420"/>
                  </a:lnTo>
                  <a:lnTo>
                    <a:pt x="337566" y="823087"/>
                  </a:lnTo>
                  <a:lnTo>
                    <a:pt x="330073" y="823087"/>
                  </a:lnTo>
                  <a:lnTo>
                    <a:pt x="346151" y="823404"/>
                  </a:lnTo>
                  <a:lnTo>
                    <a:pt x="356171" y="823595"/>
                  </a:lnTo>
                  <a:lnTo>
                    <a:pt x="382282" y="824103"/>
                  </a:lnTo>
                  <a:lnTo>
                    <a:pt x="415137" y="825246"/>
                  </a:lnTo>
                  <a:lnTo>
                    <a:pt x="442353" y="826262"/>
                  </a:lnTo>
                  <a:lnTo>
                    <a:pt x="473214" y="827786"/>
                  </a:lnTo>
                  <a:lnTo>
                    <a:pt x="498475" y="828687"/>
                  </a:lnTo>
                  <a:lnTo>
                    <a:pt x="552284" y="831316"/>
                  </a:lnTo>
                  <a:lnTo>
                    <a:pt x="555523" y="831469"/>
                  </a:lnTo>
                  <a:lnTo>
                    <a:pt x="554443" y="831469"/>
                  </a:lnTo>
                  <a:lnTo>
                    <a:pt x="552284" y="831316"/>
                  </a:lnTo>
                  <a:lnTo>
                    <a:pt x="583831" y="833628"/>
                  </a:lnTo>
                  <a:lnTo>
                    <a:pt x="613435" y="835431"/>
                  </a:lnTo>
                  <a:lnTo>
                    <a:pt x="613029" y="835431"/>
                  </a:lnTo>
                  <a:lnTo>
                    <a:pt x="642518" y="838327"/>
                  </a:lnTo>
                  <a:lnTo>
                    <a:pt x="642327" y="838327"/>
                  </a:lnTo>
                  <a:lnTo>
                    <a:pt x="664832" y="841883"/>
                  </a:lnTo>
                  <a:lnTo>
                    <a:pt x="664438" y="841883"/>
                  </a:lnTo>
                  <a:lnTo>
                    <a:pt x="685622" y="847598"/>
                  </a:lnTo>
                  <a:lnTo>
                    <a:pt x="703160" y="853757"/>
                  </a:lnTo>
                  <a:lnTo>
                    <a:pt x="714502" y="860679"/>
                  </a:lnTo>
                  <a:lnTo>
                    <a:pt x="715149" y="860679"/>
                  </a:lnTo>
                  <a:lnTo>
                    <a:pt x="734060" y="860679"/>
                  </a:lnTo>
                  <a:close/>
                </a:path>
                <a:path w="894080" h="1011554">
                  <a:moveTo>
                    <a:pt x="743597" y="878586"/>
                  </a:moveTo>
                  <a:lnTo>
                    <a:pt x="743470" y="875792"/>
                  </a:lnTo>
                  <a:lnTo>
                    <a:pt x="742708" y="874649"/>
                  </a:lnTo>
                  <a:lnTo>
                    <a:pt x="741946" y="873506"/>
                  </a:lnTo>
                  <a:lnTo>
                    <a:pt x="734682" y="861695"/>
                  </a:lnTo>
                  <a:lnTo>
                    <a:pt x="716165" y="861695"/>
                  </a:lnTo>
                  <a:lnTo>
                    <a:pt x="715098" y="861695"/>
                  </a:lnTo>
                  <a:lnTo>
                    <a:pt x="725563" y="878586"/>
                  </a:lnTo>
                  <a:lnTo>
                    <a:pt x="722909" y="884885"/>
                  </a:lnTo>
                  <a:lnTo>
                    <a:pt x="706361" y="905459"/>
                  </a:lnTo>
                  <a:lnTo>
                    <a:pt x="706361" y="905662"/>
                  </a:lnTo>
                  <a:lnTo>
                    <a:pt x="705497" y="906526"/>
                  </a:lnTo>
                  <a:lnTo>
                    <a:pt x="705802" y="906145"/>
                  </a:lnTo>
                  <a:lnTo>
                    <a:pt x="706361" y="905662"/>
                  </a:lnTo>
                  <a:lnTo>
                    <a:pt x="706361" y="905459"/>
                  </a:lnTo>
                  <a:lnTo>
                    <a:pt x="706196" y="905662"/>
                  </a:lnTo>
                  <a:lnTo>
                    <a:pt x="692632" y="915885"/>
                  </a:lnTo>
                  <a:lnTo>
                    <a:pt x="691819" y="916495"/>
                  </a:lnTo>
                  <a:lnTo>
                    <a:pt x="692734" y="915885"/>
                  </a:lnTo>
                  <a:lnTo>
                    <a:pt x="719175" y="915885"/>
                  </a:lnTo>
                  <a:lnTo>
                    <a:pt x="719340" y="915670"/>
                  </a:lnTo>
                  <a:lnTo>
                    <a:pt x="726744" y="906526"/>
                  </a:lnTo>
                  <a:lnTo>
                    <a:pt x="727875" y="905129"/>
                  </a:lnTo>
                  <a:lnTo>
                    <a:pt x="736612" y="894334"/>
                  </a:lnTo>
                  <a:lnTo>
                    <a:pt x="737882" y="892302"/>
                  </a:lnTo>
                  <a:lnTo>
                    <a:pt x="740600" y="885825"/>
                  </a:lnTo>
                  <a:lnTo>
                    <a:pt x="741451" y="883793"/>
                  </a:lnTo>
                  <a:lnTo>
                    <a:pt x="742099" y="882269"/>
                  </a:lnTo>
                  <a:lnTo>
                    <a:pt x="742556" y="881164"/>
                  </a:lnTo>
                  <a:lnTo>
                    <a:pt x="743597" y="878586"/>
                  </a:lnTo>
                  <a:close/>
                </a:path>
                <a:path w="894080" h="1011554">
                  <a:moveTo>
                    <a:pt x="893038" y="144780"/>
                  </a:moveTo>
                  <a:lnTo>
                    <a:pt x="892759" y="143510"/>
                  </a:lnTo>
                  <a:lnTo>
                    <a:pt x="891679" y="138430"/>
                  </a:lnTo>
                  <a:lnTo>
                    <a:pt x="890282" y="134620"/>
                  </a:lnTo>
                  <a:lnTo>
                    <a:pt x="886904" y="129540"/>
                  </a:lnTo>
                  <a:lnTo>
                    <a:pt x="878471" y="116840"/>
                  </a:lnTo>
                  <a:lnTo>
                    <a:pt x="876820" y="114300"/>
                  </a:lnTo>
                  <a:lnTo>
                    <a:pt x="867930" y="106680"/>
                  </a:lnTo>
                  <a:lnTo>
                    <a:pt x="864247" y="104140"/>
                  </a:lnTo>
                  <a:lnTo>
                    <a:pt x="842149" y="88900"/>
                  </a:lnTo>
                  <a:lnTo>
                    <a:pt x="841514" y="87630"/>
                  </a:lnTo>
                  <a:lnTo>
                    <a:pt x="828306" y="80010"/>
                  </a:lnTo>
                  <a:lnTo>
                    <a:pt x="796696" y="64846"/>
                  </a:lnTo>
                  <a:lnTo>
                    <a:pt x="796569" y="64846"/>
                  </a:lnTo>
                  <a:lnTo>
                    <a:pt x="796175" y="63500"/>
                  </a:lnTo>
                  <a:lnTo>
                    <a:pt x="781824" y="57150"/>
                  </a:lnTo>
                  <a:lnTo>
                    <a:pt x="781062" y="57150"/>
                  </a:lnTo>
                  <a:lnTo>
                    <a:pt x="777684" y="55880"/>
                  </a:lnTo>
                  <a:lnTo>
                    <a:pt x="764171" y="50800"/>
                  </a:lnTo>
                  <a:lnTo>
                    <a:pt x="746518" y="45720"/>
                  </a:lnTo>
                  <a:lnTo>
                    <a:pt x="746010" y="45720"/>
                  </a:lnTo>
                  <a:lnTo>
                    <a:pt x="731151" y="41910"/>
                  </a:lnTo>
                  <a:lnTo>
                    <a:pt x="730008" y="41910"/>
                  </a:lnTo>
                  <a:lnTo>
                    <a:pt x="698385" y="36830"/>
                  </a:lnTo>
                  <a:lnTo>
                    <a:pt x="683780" y="36830"/>
                  </a:lnTo>
                  <a:lnTo>
                    <a:pt x="662317" y="39370"/>
                  </a:lnTo>
                  <a:lnTo>
                    <a:pt x="661047" y="39370"/>
                  </a:lnTo>
                  <a:lnTo>
                    <a:pt x="654189" y="41910"/>
                  </a:lnTo>
                  <a:lnTo>
                    <a:pt x="651776" y="43180"/>
                  </a:lnTo>
                  <a:lnTo>
                    <a:pt x="642378" y="49530"/>
                  </a:lnTo>
                  <a:lnTo>
                    <a:pt x="641108" y="49530"/>
                  </a:lnTo>
                  <a:lnTo>
                    <a:pt x="638949" y="52070"/>
                  </a:lnTo>
                  <a:lnTo>
                    <a:pt x="637298" y="54610"/>
                  </a:lnTo>
                  <a:lnTo>
                    <a:pt x="635520" y="58420"/>
                  </a:lnTo>
                  <a:lnTo>
                    <a:pt x="633488" y="62230"/>
                  </a:lnTo>
                  <a:lnTo>
                    <a:pt x="635139" y="67310"/>
                  </a:lnTo>
                  <a:lnTo>
                    <a:pt x="639330" y="69850"/>
                  </a:lnTo>
                  <a:lnTo>
                    <a:pt x="643394" y="71120"/>
                  </a:lnTo>
                  <a:lnTo>
                    <a:pt x="648474" y="69850"/>
                  </a:lnTo>
                  <a:lnTo>
                    <a:pt x="650633" y="66040"/>
                  </a:lnTo>
                  <a:lnTo>
                    <a:pt x="651814" y="63500"/>
                  </a:lnTo>
                  <a:lnTo>
                    <a:pt x="651891" y="63334"/>
                  </a:lnTo>
                  <a:lnTo>
                    <a:pt x="651649" y="63500"/>
                  </a:lnTo>
                  <a:lnTo>
                    <a:pt x="651967" y="63182"/>
                  </a:lnTo>
                  <a:lnTo>
                    <a:pt x="652208" y="62649"/>
                  </a:lnTo>
                  <a:lnTo>
                    <a:pt x="650760" y="63500"/>
                  </a:lnTo>
                  <a:lnTo>
                    <a:pt x="651167" y="63182"/>
                  </a:lnTo>
                  <a:lnTo>
                    <a:pt x="652208" y="62649"/>
                  </a:lnTo>
                  <a:lnTo>
                    <a:pt x="652919" y="62230"/>
                  </a:lnTo>
                  <a:lnTo>
                    <a:pt x="651967" y="63182"/>
                  </a:lnTo>
                  <a:lnTo>
                    <a:pt x="651891" y="63334"/>
                  </a:lnTo>
                  <a:lnTo>
                    <a:pt x="653503" y="62230"/>
                  </a:lnTo>
                  <a:lnTo>
                    <a:pt x="659066" y="58420"/>
                  </a:lnTo>
                  <a:lnTo>
                    <a:pt x="659714" y="57975"/>
                  </a:lnTo>
                  <a:lnTo>
                    <a:pt x="661936" y="57150"/>
                  </a:lnTo>
                  <a:lnTo>
                    <a:pt x="665365" y="55880"/>
                  </a:lnTo>
                  <a:lnTo>
                    <a:pt x="683780" y="55880"/>
                  </a:lnTo>
                  <a:lnTo>
                    <a:pt x="695845" y="57150"/>
                  </a:lnTo>
                  <a:lnTo>
                    <a:pt x="727341" y="60960"/>
                  </a:lnTo>
                  <a:lnTo>
                    <a:pt x="726071" y="60960"/>
                  </a:lnTo>
                  <a:lnTo>
                    <a:pt x="738695" y="64236"/>
                  </a:lnTo>
                  <a:lnTo>
                    <a:pt x="757821" y="69850"/>
                  </a:lnTo>
                  <a:lnTo>
                    <a:pt x="757313" y="69850"/>
                  </a:lnTo>
                  <a:lnTo>
                    <a:pt x="774331" y="76200"/>
                  </a:lnTo>
                  <a:lnTo>
                    <a:pt x="773569" y="76200"/>
                  </a:lnTo>
                  <a:lnTo>
                    <a:pt x="787920" y="82550"/>
                  </a:lnTo>
                  <a:lnTo>
                    <a:pt x="787539" y="82550"/>
                  </a:lnTo>
                  <a:lnTo>
                    <a:pt x="819289" y="97790"/>
                  </a:lnTo>
                  <a:lnTo>
                    <a:pt x="818654" y="97790"/>
                  </a:lnTo>
                  <a:lnTo>
                    <a:pt x="831227" y="105410"/>
                  </a:lnTo>
                  <a:lnTo>
                    <a:pt x="830592" y="104140"/>
                  </a:lnTo>
                  <a:lnTo>
                    <a:pt x="855484" y="121920"/>
                  </a:lnTo>
                  <a:lnTo>
                    <a:pt x="854722" y="121920"/>
                  </a:lnTo>
                  <a:lnTo>
                    <a:pt x="863739" y="129540"/>
                  </a:lnTo>
                  <a:lnTo>
                    <a:pt x="861961" y="128270"/>
                  </a:lnTo>
                  <a:lnTo>
                    <a:pt x="873036" y="144780"/>
                  </a:lnTo>
                  <a:lnTo>
                    <a:pt x="873264" y="144780"/>
                  </a:lnTo>
                  <a:lnTo>
                    <a:pt x="893038" y="144780"/>
                  </a:lnTo>
                  <a:close/>
                </a:path>
                <a:path w="894080" h="1011554">
                  <a:moveTo>
                    <a:pt x="893584" y="147320"/>
                  </a:moveTo>
                  <a:lnTo>
                    <a:pt x="893305" y="146050"/>
                  </a:lnTo>
                  <a:lnTo>
                    <a:pt x="874915" y="146050"/>
                  </a:lnTo>
                  <a:lnTo>
                    <a:pt x="874915" y="147320"/>
                  </a:lnTo>
                  <a:lnTo>
                    <a:pt x="874915" y="147675"/>
                  </a:lnTo>
                  <a:lnTo>
                    <a:pt x="874623" y="148590"/>
                  </a:lnTo>
                  <a:lnTo>
                    <a:pt x="874826" y="147675"/>
                  </a:lnTo>
                  <a:lnTo>
                    <a:pt x="874915" y="147320"/>
                  </a:lnTo>
                  <a:lnTo>
                    <a:pt x="874915" y="146050"/>
                  </a:lnTo>
                  <a:lnTo>
                    <a:pt x="873899" y="146050"/>
                  </a:lnTo>
                  <a:lnTo>
                    <a:pt x="873429" y="146050"/>
                  </a:lnTo>
                  <a:lnTo>
                    <a:pt x="874458" y="149313"/>
                  </a:lnTo>
                  <a:lnTo>
                    <a:pt x="871283" y="163347"/>
                  </a:lnTo>
                  <a:lnTo>
                    <a:pt x="866305" y="171843"/>
                  </a:lnTo>
                  <a:lnTo>
                    <a:pt x="846594" y="189230"/>
                  </a:lnTo>
                  <a:lnTo>
                    <a:pt x="847737" y="189230"/>
                  </a:lnTo>
                  <a:lnTo>
                    <a:pt x="834783" y="198120"/>
                  </a:lnTo>
                  <a:lnTo>
                    <a:pt x="835545" y="196850"/>
                  </a:lnTo>
                  <a:lnTo>
                    <a:pt x="817689" y="207111"/>
                  </a:lnTo>
                  <a:lnTo>
                    <a:pt x="816571" y="207772"/>
                  </a:lnTo>
                  <a:lnTo>
                    <a:pt x="799858" y="215900"/>
                  </a:lnTo>
                  <a:lnTo>
                    <a:pt x="800620" y="215900"/>
                  </a:lnTo>
                  <a:lnTo>
                    <a:pt x="780986" y="224193"/>
                  </a:lnTo>
                  <a:lnTo>
                    <a:pt x="782624" y="223647"/>
                  </a:lnTo>
                  <a:lnTo>
                    <a:pt x="760260" y="231241"/>
                  </a:lnTo>
                  <a:lnTo>
                    <a:pt x="758901" y="231736"/>
                  </a:lnTo>
                  <a:lnTo>
                    <a:pt x="738263" y="237490"/>
                  </a:lnTo>
                  <a:lnTo>
                    <a:pt x="738898" y="237490"/>
                  </a:lnTo>
                  <a:lnTo>
                    <a:pt x="717029" y="242900"/>
                  </a:lnTo>
                  <a:lnTo>
                    <a:pt x="693026" y="246621"/>
                  </a:lnTo>
                  <a:lnTo>
                    <a:pt x="692645" y="246621"/>
                  </a:lnTo>
                  <a:lnTo>
                    <a:pt x="669772" y="248996"/>
                  </a:lnTo>
                  <a:lnTo>
                    <a:pt x="649363" y="250190"/>
                  </a:lnTo>
                  <a:lnTo>
                    <a:pt x="626376" y="250190"/>
                  </a:lnTo>
                  <a:lnTo>
                    <a:pt x="604151" y="248996"/>
                  </a:lnTo>
                  <a:lnTo>
                    <a:pt x="603770" y="248996"/>
                  </a:lnTo>
                  <a:lnTo>
                    <a:pt x="585533" y="246621"/>
                  </a:lnTo>
                  <a:lnTo>
                    <a:pt x="564972" y="241401"/>
                  </a:lnTo>
                  <a:lnTo>
                    <a:pt x="564756" y="241401"/>
                  </a:lnTo>
                  <a:lnTo>
                    <a:pt x="544588" y="236220"/>
                  </a:lnTo>
                  <a:lnTo>
                    <a:pt x="545350" y="236220"/>
                  </a:lnTo>
                  <a:lnTo>
                    <a:pt x="530148" y="231241"/>
                  </a:lnTo>
                  <a:lnTo>
                    <a:pt x="531063" y="231241"/>
                  </a:lnTo>
                  <a:lnTo>
                    <a:pt x="500265" y="215900"/>
                  </a:lnTo>
                  <a:lnTo>
                    <a:pt x="500900" y="215900"/>
                  </a:lnTo>
                  <a:lnTo>
                    <a:pt x="493268" y="210820"/>
                  </a:lnTo>
                  <a:lnTo>
                    <a:pt x="489470" y="208280"/>
                  </a:lnTo>
                  <a:lnTo>
                    <a:pt x="491375" y="210820"/>
                  </a:lnTo>
                  <a:lnTo>
                    <a:pt x="471601" y="187960"/>
                  </a:lnTo>
                  <a:lnTo>
                    <a:pt x="470281" y="186448"/>
                  </a:lnTo>
                  <a:lnTo>
                    <a:pt x="469861" y="185420"/>
                  </a:lnTo>
                  <a:lnTo>
                    <a:pt x="465594" y="175260"/>
                  </a:lnTo>
                  <a:lnTo>
                    <a:pt x="458685" y="160020"/>
                  </a:lnTo>
                  <a:lnTo>
                    <a:pt x="457898" y="158318"/>
                  </a:lnTo>
                  <a:lnTo>
                    <a:pt x="458139" y="156210"/>
                  </a:lnTo>
                  <a:lnTo>
                    <a:pt x="458889" y="149313"/>
                  </a:lnTo>
                  <a:lnTo>
                    <a:pt x="458978" y="148590"/>
                  </a:lnTo>
                  <a:lnTo>
                    <a:pt x="459041" y="147675"/>
                  </a:lnTo>
                  <a:lnTo>
                    <a:pt x="459117" y="147320"/>
                  </a:lnTo>
                  <a:lnTo>
                    <a:pt x="459447" y="146050"/>
                  </a:lnTo>
                  <a:lnTo>
                    <a:pt x="460044" y="143510"/>
                  </a:lnTo>
                  <a:lnTo>
                    <a:pt x="460171" y="142951"/>
                  </a:lnTo>
                  <a:lnTo>
                    <a:pt x="461225" y="140970"/>
                  </a:lnTo>
                  <a:lnTo>
                    <a:pt x="469988" y="124460"/>
                  </a:lnTo>
                  <a:lnTo>
                    <a:pt x="470192" y="123990"/>
                  </a:lnTo>
                  <a:lnTo>
                    <a:pt x="470674" y="123190"/>
                  </a:lnTo>
                  <a:lnTo>
                    <a:pt x="470242" y="123990"/>
                  </a:lnTo>
                  <a:lnTo>
                    <a:pt x="470814" y="123190"/>
                  </a:lnTo>
                  <a:lnTo>
                    <a:pt x="476262" y="115570"/>
                  </a:lnTo>
                  <a:lnTo>
                    <a:pt x="475881" y="115570"/>
                  </a:lnTo>
                  <a:lnTo>
                    <a:pt x="491375" y="97790"/>
                  </a:lnTo>
                  <a:lnTo>
                    <a:pt x="491121" y="97790"/>
                  </a:lnTo>
                  <a:lnTo>
                    <a:pt x="498233" y="90170"/>
                  </a:lnTo>
                  <a:lnTo>
                    <a:pt x="497852" y="90170"/>
                  </a:lnTo>
                  <a:lnTo>
                    <a:pt x="514743" y="74930"/>
                  </a:lnTo>
                  <a:lnTo>
                    <a:pt x="514235" y="74930"/>
                  </a:lnTo>
                  <a:lnTo>
                    <a:pt x="523887" y="67310"/>
                  </a:lnTo>
                  <a:lnTo>
                    <a:pt x="524014" y="66040"/>
                  </a:lnTo>
                  <a:lnTo>
                    <a:pt x="538746" y="54610"/>
                  </a:lnTo>
                  <a:lnTo>
                    <a:pt x="537476" y="54610"/>
                  </a:lnTo>
                  <a:lnTo>
                    <a:pt x="539483" y="53467"/>
                  </a:lnTo>
                  <a:lnTo>
                    <a:pt x="555637" y="44234"/>
                  </a:lnTo>
                  <a:lnTo>
                    <a:pt x="564019" y="40640"/>
                  </a:lnTo>
                  <a:lnTo>
                    <a:pt x="563384" y="40640"/>
                  </a:lnTo>
                  <a:lnTo>
                    <a:pt x="573036" y="36830"/>
                  </a:lnTo>
                  <a:lnTo>
                    <a:pt x="583069" y="33020"/>
                  </a:lnTo>
                  <a:lnTo>
                    <a:pt x="582688" y="33020"/>
                  </a:lnTo>
                  <a:lnTo>
                    <a:pt x="593102" y="29210"/>
                  </a:lnTo>
                  <a:lnTo>
                    <a:pt x="602780" y="25488"/>
                  </a:lnTo>
                  <a:lnTo>
                    <a:pt x="602411" y="25488"/>
                  </a:lnTo>
                  <a:lnTo>
                    <a:pt x="612914" y="22860"/>
                  </a:lnTo>
                  <a:lnTo>
                    <a:pt x="612660" y="22860"/>
                  </a:lnTo>
                  <a:lnTo>
                    <a:pt x="622439" y="20320"/>
                  </a:lnTo>
                  <a:lnTo>
                    <a:pt x="622185" y="20320"/>
                  </a:lnTo>
                  <a:lnTo>
                    <a:pt x="631342" y="17856"/>
                  </a:lnTo>
                  <a:lnTo>
                    <a:pt x="630872" y="17856"/>
                  </a:lnTo>
                  <a:lnTo>
                    <a:pt x="640346" y="16510"/>
                  </a:lnTo>
                  <a:lnTo>
                    <a:pt x="639457" y="16510"/>
                  </a:lnTo>
                  <a:lnTo>
                    <a:pt x="647712" y="15240"/>
                  </a:lnTo>
                  <a:lnTo>
                    <a:pt x="678446" y="15240"/>
                  </a:lnTo>
                  <a:lnTo>
                    <a:pt x="676033" y="13970"/>
                  </a:lnTo>
                  <a:lnTo>
                    <a:pt x="703084" y="24130"/>
                  </a:lnTo>
                  <a:lnTo>
                    <a:pt x="702957" y="22860"/>
                  </a:lnTo>
                  <a:lnTo>
                    <a:pt x="738263" y="35560"/>
                  </a:lnTo>
                  <a:lnTo>
                    <a:pt x="742200" y="34290"/>
                  </a:lnTo>
                  <a:lnTo>
                    <a:pt x="744740" y="26670"/>
                  </a:lnTo>
                  <a:lnTo>
                    <a:pt x="742962" y="22860"/>
                  </a:lnTo>
                  <a:lnTo>
                    <a:pt x="718235" y="13970"/>
                  </a:lnTo>
                  <a:lnTo>
                    <a:pt x="707656" y="10160"/>
                  </a:lnTo>
                  <a:lnTo>
                    <a:pt x="680605" y="1270"/>
                  </a:lnTo>
                  <a:lnTo>
                    <a:pt x="678446" y="0"/>
                  </a:lnTo>
                  <a:lnTo>
                    <a:pt x="646442" y="0"/>
                  </a:lnTo>
                  <a:lnTo>
                    <a:pt x="638187" y="1270"/>
                  </a:lnTo>
                  <a:lnTo>
                    <a:pt x="637298" y="1270"/>
                  </a:lnTo>
                  <a:lnTo>
                    <a:pt x="628281" y="2540"/>
                  </a:lnTo>
                  <a:lnTo>
                    <a:pt x="628027" y="2540"/>
                  </a:lnTo>
                  <a:lnTo>
                    <a:pt x="618629" y="5080"/>
                  </a:lnTo>
                  <a:lnTo>
                    <a:pt x="608723" y="7620"/>
                  </a:lnTo>
                  <a:lnTo>
                    <a:pt x="608469" y="7620"/>
                  </a:lnTo>
                  <a:lnTo>
                    <a:pt x="598436" y="10160"/>
                  </a:lnTo>
                  <a:lnTo>
                    <a:pt x="598182" y="10160"/>
                  </a:lnTo>
                  <a:lnTo>
                    <a:pt x="588022" y="13970"/>
                  </a:lnTo>
                  <a:lnTo>
                    <a:pt x="576922" y="17856"/>
                  </a:lnTo>
                  <a:lnTo>
                    <a:pt x="567067" y="21590"/>
                  </a:lnTo>
                  <a:lnTo>
                    <a:pt x="566940" y="21590"/>
                  </a:lnTo>
                  <a:lnTo>
                    <a:pt x="556933" y="25488"/>
                  </a:lnTo>
                  <a:lnTo>
                    <a:pt x="556374" y="25488"/>
                  </a:lnTo>
                  <a:lnTo>
                    <a:pt x="547509" y="30480"/>
                  </a:lnTo>
                  <a:lnTo>
                    <a:pt x="547255" y="30480"/>
                  </a:lnTo>
                  <a:lnTo>
                    <a:pt x="529221" y="40640"/>
                  </a:lnTo>
                  <a:lnTo>
                    <a:pt x="527824" y="40640"/>
                  </a:lnTo>
                  <a:lnTo>
                    <a:pt x="511467" y="54610"/>
                  </a:lnTo>
                  <a:lnTo>
                    <a:pt x="510336" y="55587"/>
                  </a:lnTo>
                  <a:lnTo>
                    <a:pt x="503440" y="60960"/>
                  </a:lnTo>
                  <a:lnTo>
                    <a:pt x="502932" y="62230"/>
                  </a:lnTo>
                  <a:lnTo>
                    <a:pt x="485914" y="77470"/>
                  </a:lnTo>
                  <a:lnTo>
                    <a:pt x="485787" y="78740"/>
                  </a:lnTo>
                  <a:lnTo>
                    <a:pt x="478421" y="86360"/>
                  </a:lnTo>
                  <a:lnTo>
                    <a:pt x="477913" y="86360"/>
                  </a:lnTo>
                  <a:lnTo>
                    <a:pt x="462419" y="104140"/>
                  </a:lnTo>
                  <a:lnTo>
                    <a:pt x="455688" y="113030"/>
                  </a:lnTo>
                  <a:lnTo>
                    <a:pt x="454799" y="114300"/>
                  </a:lnTo>
                  <a:lnTo>
                    <a:pt x="444004" y="134620"/>
                  </a:lnTo>
                  <a:lnTo>
                    <a:pt x="443115" y="135890"/>
                  </a:lnTo>
                  <a:lnTo>
                    <a:pt x="441337" y="143510"/>
                  </a:lnTo>
                  <a:lnTo>
                    <a:pt x="441083" y="144780"/>
                  </a:lnTo>
                  <a:lnTo>
                    <a:pt x="439724" y="158318"/>
                  </a:lnTo>
                  <a:lnTo>
                    <a:pt x="439686" y="158750"/>
                  </a:lnTo>
                  <a:lnTo>
                    <a:pt x="440156" y="162560"/>
                  </a:lnTo>
                  <a:lnTo>
                    <a:pt x="440258" y="163347"/>
                  </a:lnTo>
                  <a:lnTo>
                    <a:pt x="440321" y="163830"/>
                  </a:lnTo>
                  <a:lnTo>
                    <a:pt x="449084" y="182880"/>
                  </a:lnTo>
                  <a:lnTo>
                    <a:pt x="454418" y="195580"/>
                  </a:lnTo>
                  <a:lnTo>
                    <a:pt x="455942" y="196850"/>
                  </a:lnTo>
                  <a:lnTo>
                    <a:pt x="477913" y="222250"/>
                  </a:lnTo>
                  <a:lnTo>
                    <a:pt x="480110" y="223647"/>
                  </a:lnTo>
                  <a:lnTo>
                    <a:pt x="491680" y="231241"/>
                  </a:lnTo>
                  <a:lnTo>
                    <a:pt x="522617" y="247650"/>
                  </a:lnTo>
                  <a:lnTo>
                    <a:pt x="539127" y="254000"/>
                  </a:lnTo>
                  <a:lnTo>
                    <a:pt x="539889" y="254000"/>
                  </a:lnTo>
                  <a:lnTo>
                    <a:pt x="560082" y="259080"/>
                  </a:lnTo>
                  <a:lnTo>
                    <a:pt x="560463" y="259080"/>
                  </a:lnTo>
                  <a:lnTo>
                    <a:pt x="580529" y="264160"/>
                  </a:lnTo>
                  <a:lnTo>
                    <a:pt x="581418" y="264160"/>
                  </a:lnTo>
                  <a:lnTo>
                    <a:pt x="601230" y="266700"/>
                  </a:lnTo>
                  <a:lnTo>
                    <a:pt x="601865" y="266700"/>
                  </a:lnTo>
                  <a:lnTo>
                    <a:pt x="625233" y="267970"/>
                  </a:lnTo>
                  <a:lnTo>
                    <a:pt x="650506" y="267970"/>
                  </a:lnTo>
                  <a:lnTo>
                    <a:pt x="672096" y="266700"/>
                  </a:lnTo>
                  <a:lnTo>
                    <a:pt x="672477" y="266700"/>
                  </a:lnTo>
                  <a:lnTo>
                    <a:pt x="696988" y="264160"/>
                  </a:lnTo>
                  <a:lnTo>
                    <a:pt x="697369" y="264160"/>
                  </a:lnTo>
                  <a:lnTo>
                    <a:pt x="721880" y="260350"/>
                  </a:lnTo>
                  <a:lnTo>
                    <a:pt x="722515" y="260350"/>
                  </a:lnTo>
                  <a:lnTo>
                    <a:pt x="743089" y="255270"/>
                  </a:lnTo>
                  <a:lnTo>
                    <a:pt x="743597" y="255270"/>
                  </a:lnTo>
                  <a:lnTo>
                    <a:pt x="758748" y="250190"/>
                  </a:lnTo>
                  <a:lnTo>
                    <a:pt x="766330" y="247650"/>
                  </a:lnTo>
                  <a:lnTo>
                    <a:pt x="766584" y="247650"/>
                  </a:lnTo>
                  <a:lnTo>
                    <a:pt x="781138" y="242697"/>
                  </a:lnTo>
                  <a:lnTo>
                    <a:pt x="788936" y="240030"/>
                  </a:lnTo>
                  <a:lnTo>
                    <a:pt x="789317" y="240030"/>
                  </a:lnTo>
                  <a:lnTo>
                    <a:pt x="807986" y="232410"/>
                  </a:lnTo>
                  <a:lnTo>
                    <a:pt x="810133" y="231241"/>
                  </a:lnTo>
                  <a:lnTo>
                    <a:pt x="824103" y="223647"/>
                  </a:lnTo>
                  <a:lnTo>
                    <a:pt x="826655" y="222250"/>
                  </a:lnTo>
                  <a:lnTo>
                    <a:pt x="844308" y="213360"/>
                  </a:lnTo>
                  <a:lnTo>
                    <a:pt x="844943" y="212090"/>
                  </a:lnTo>
                  <a:lnTo>
                    <a:pt x="853490" y="207111"/>
                  </a:lnTo>
                  <a:lnTo>
                    <a:pt x="858024" y="204470"/>
                  </a:lnTo>
                  <a:lnTo>
                    <a:pt x="859167" y="203200"/>
                  </a:lnTo>
                  <a:lnTo>
                    <a:pt x="864958" y="198120"/>
                  </a:lnTo>
                  <a:lnTo>
                    <a:pt x="880884" y="184150"/>
                  </a:lnTo>
                  <a:lnTo>
                    <a:pt x="882408" y="181610"/>
                  </a:lnTo>
                  <a:lnTo>
                    <a:pt x="887869" y="172720"/>
                  </a:lnTo>
                  <a:lnTo>
                    <a:pt x="889266" y="170180"/>
                  </a:lnTo>
                  <a:lnTo>
                    <a:pt x="890130" y="166370"/>
                  </a:lnTo>
                  <a:lnTo>
                    <a:pt x="890981" y="162560"/>
                  </a:lnTo>
                  <a:lnTo>
                    <a:pt x="893584" y="151130"/>
                  </a:lnTo>
                  <a:lnTo>
                    <a:pt x="893584" y="14732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2911" y="938148"/>
              <a:ext cx="588518" cy="5142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63542" y="931798"/>
              <a:ext cx="419734" cy="296545"/>
            </a:xfrm>
            <a:custGeom>
              <a:avLst/>
              <a:gdLst/>
              <a:ahLst/>
              <a:cxnLst/>
              <a:rect l="l" t="t" r="r" b="b"/>
              <a:pathLst>
                <a:path w="419735" h="296544">
                  <a:moveTo>
                    <a:pt x="265303" y="0"/>
                  </a:moveTo>
                  <a:lnTo>
                    <a:pt x="245490" y="380"/>
                  </a:lnTo>
                  <a:lnTo>
                    <a:pt x="251460" y="380"/>
                  </a:lnTo>
                  <a:lnTo>
                    <a:pt x="217480" y="3937"/>
                  </a:lnTo>
                  <a:lnTo>
                    <a:pt x="218186" y="3937"/>
                  </a:lnTo>
                  <a:lnTo>
                    <a:pt x="202692" y="6603"/>
                  </a:lnTo>
                  <a:lnTo>
                    <a:pt x="182880" y="11302"/>
                  </a:lnTo>
                  <a:lnTo>
                    <a:pt x="163830" y="17525"/>
                  </a:lnTo>
                  <a:lnTo>
                    <a:pt x="147193" y="23749"/>
                  </a:lnTo>
                  <a:lnTo>
                    <a:pt x="146558" y="24129"/>
                  </a:lnTo>
                  <a:lnTo>
                    <a:pt x="128712" y="32638"/>
                  </a:lnTo>
                  <a:lnTo>
                    <a:pt x="90849" y="55030"/>
                  </a:lnTo>
                  <a:lnTo>
                    <a:pt x="73660" y="68834"/>
                  </a:lnTo>
                  <a:lnTo>
                    <a:pt x="57785" y="83185"/>
                  </a:lnTo>
                  <a:lnTo>
                    <a:pt x="22479" y="127253"/>
                  </a:lnTo>
                  <a:lnTo>
                    <a:pt x="4145" y="174751"/>
                  </a:lnTo>
                  <a:lnTo>
                    <a:pt x="0" y="203962"/>
                  </a:lnTo>
                  <a:lnTo>
                    <a:pt x="6281" y="228473"/>
                  </a:lnTo>
                  <a:lnTo>
                    <a:pt x="6379" y="228853"/>
                  </a:lnTo>
                  <a:lnTo>
                    <a:pt x="42291" y="271017"/>
                  </a:lnTo>
                  <a:lnTo>
                    <a:pt x="81944" y="286638"/>
                  </a:lnTo>
                  <a:lnTo>
                    <a:pt x="82169" y="286638"/>
                  </a:lnTo>
                  <a:lnTo>
                    <a:pt x="104521" y="291718"/>
                  </a:lnTo>
                  <a:lnTo>
                    <a:pt x="105283" y="291846"/>
                  </a:lnTo>
                  <a:lnTo>
                    <a:pt x="126492" y="294766"/>
                  </a:lnTo>
                  <a:lnTo>
                    <a:pt x="127254" y="294766"/>
                  </a:lnTo>
                  <a:lnTo>
                    <a:pt x="152781" y="295910"/>
                  </a:lnTo>
                  <a:lnTo>
                    <a:pt x="178943" y="296290"/>
                  </a:lnTo>
                  <a:lnTo>
                    <a:pt x="178498" y="296290"/>
                  </a:lnTo>
                  <a:lnTo>
                    <a:pt x="203327" y="294131"/>
                  </a:lnTo>
                  <a:lnTo>
                    <a:pt x="230759" y="288925"/>
                  </a:lnTo>
                  <a:lnTo>
                    <a:pt x="231012" y="288925"/>
                  </a:lnTo>
                  <a:lnTo>
                    <a:pt x="257683" y="283210"/>
                  </a:lnTo>
                  <a:lnTo>
                    <a:pt x="258572" y="282955"/>
                  </a:lnTo>
                  <a:lnTo>
                    <a:pt x="270505" y="278891"/>
                  </a:lnTo>
                  <a:lnTo>
                    <a:pt x="192176" y="278891"/>
                  </a:lnTo>
                  <a:lnTo>
                    <a:pt x="153629" y="278514"/>
                  </a:lnTo>
                  <a:lnTo>
                    <a:pt x="128782" y="277402"/>
                  </a:lnTo>
                  <a:lnTo>
                    <a:pt x="128104" y="277402"/>
                  </a:lnTo>
                  <a:lnTo>
                    <a:pt x="110348" y="274954"/>
                  </a:lnTo>
                  <a:lnTo>
                    <a:pt x="109477" y="274954"/>
                  </a:lnTo>
                  <a:lnTo>
                    <a:pt x="86767" y="269922"/>
                  </a:lnTo>
                  <a:lnTo>
                    <a:pt x="67418" y="263905"/>
                  </a:lnTo>
                  <a:lnTo>
                    <a:pt x="67056" y="263905"/>
                  </a:lnTo>
                  <a:lnTo>
                    <a:pt x="65786" y="263398"/>
                  </a:lnTo>
                  <a:lnTo>
                    <a:pt x="66023" y="263398"/>
                  </a:lnTo>
                  <a:lnTo>
                    <a:pt x="53627" y="257301"/>
                  </a:lnTo>
                  <a:lnTo>
                    <a:pt x="53212" y="257301"/>
                  </a:lnTo>
                  <a:lnTo>
                    <a:pt x="51562" y="256286"/>
                  </a:lnTo>
                  <a:lnTo>
                    <a:pt x="51935" y="256286"/>
                  </a:lnTo>
                  <a:lnTo>
                    <a:pt x="31174" y="239775"/>
                  </a:lnTo>
                  <a:lnTo>
                    <a:pt x="29210" y="239775"/>
                  </a:lnTo>
                  <a:lnTo>
                    <a:pt x="26543" y="236092"/>
                  </a:lnTo>
                  <a:lnTo>
                    <a:pt x="27795" y="236092"/>
                  </a:lnTo>
                  <a:lnTo>
                    <a:pt x="23504" y="224916"/>
                  </a:lnTo>
                  <a:lnTo>
                    <a:pt x="23368" y="224916"/>
                  </a:lnTo>
                  <a:lnTo>
                    <a:pt x="17769" y="203073"/>
                  </a:lnTo>
                  <a:lnTo>
                    <a:pt x="17145" y="203073"/>
                  </a:lnTo>
                  <a:lnTo>
                    <a:pt x="17029" y="201513"/>
                  </a:lnTo>
                  <a:lnTo>
                    <a:pt x="16966" y="200660"/>
                  </a:lnTo>
                  <a:lnTo>
                    <a:pt x="16891" y="199643"/>
                  </a:lnTo>
                  <a:lnTo>
                    <a:pt x="17640" y="199643"/>
                  </a:lnTo>
                  <a:lnTo>
                    <a:pt x="20372" y="180721"/>
                  </a:lnTo>
                  <a:lnTo>
                    <a:pt x="20371" y="180436"/>
                  </a:lnTo>
                  <a:lnTo>
                    <a:pt x="20574" y="179324"/>
                  </a:lnTo>
                  <a:lnTo>
                    <a:pt x="20778" y="179324"/>
                  </a:lnTo>
                  <a:lnTo>
                    <a:pt x="28576" y="155571"/>
                  </a:lnTo>
                  <a:lnTo>
                    <a:pt x="28658" y="155321"/>
                  </a:lnTo>
                  <a:lnTo>
                    <a:pt x="28705" y="155176"/>
                  </a:lnTo>
                  <a:lnTo>
                    <a:pt x="36489" y="137540"/>
                  </a:lnTo>
                  <a:lnTo>
                    <a:pt x="36322" y="137540"/>
                  </a:lnTo>
                  <a:lnTo>
                    <a:pt x="37211" y="135889"/>
                  </a:lnTo>
                  <a:lnTo>
                    <a:pt x="37552" y="135889"/>
                  </a:lnTo>
                  <a:lnTo>
                    <a:pt x="57057" y="109727"/>
                  </a:lnTo>
                  <a:lnTo>
                    <a:pt x="57208" y="109496"/>
                  </a:lnTo>
                  <a:lnTo>
                    <a:pt x="57531" y="109092"/>
                  </a:lnTo>
                  <a:lnTo>
                    <a:pt x="57818" y="108838"/>
                  </a:lnTo>
                  <a:lnTo>
                    <a:pt x="69408" y="95885"/>
                  </a:lnTo>
                  <a:lnTo>
                    <a:pt x="69688" y="95538"/>
                  </a:lnTo>
                  <a:lnTo>
                    <a:pt x="69977" y="95250"/>
                  </a:lnTo>
                  <a:lnTo>
                    <a:pt x="70447" y="94868"/>
                  </a:lnTo>
                  <a:lnTo>
                    <a:pt x="84633" y="81826"/>
                  </a:lnTo>
                  <a:lnTo>
                    <a:pt x="101947" y="67660"/>
                  </a:lnTo>
                  <a:lnTo>
                    <a:pt x="116290" y="57954"/>
                  </a:lnTo>
                  <a:lnTo>
                    <a:pt x="117135" y="57479"/>
                  </a:lnTo>
                  <a:lnTo>
                    <a:pt x="117715" y="57124"/>
                  </a:lnTo>
                  <a:lnTo>
                    <a:pt x="134965" y="47574"/>
                  </a:lnTo>
                  <a:lnTo>
                    <a:pt x="135763" y="47116"/>
                  </a:lnTo>
                  <a:lnTo>
                    <a:pt x="140208" y="44894"/>
                  </a:lnTo>
                  <a:lnTo>
                    <a:pt x="140208" y="41148"/>
                  </a:lnTo>
                  <a:lnTo>
                    <a:pt x="143510" y="37718"/>
                  </a:lnTo>
                  <a:lnTo>
                    <a:pt x="155088" y="37718"/>
                  </a:lnTo>
                  <a:lnTo>
                    <a:pt x="168942" y="32072"/>
                  </a:lnTo>
                  <a:lnTo>
                    <a:pt x="220193" y="18290"/>
                  </a:lnTo>
                  <a:lnTo>
                    <a:pt x="252482" y="14661"/>
                  </a:lnTo>
                  <a:lnTo>
                    <a:pt x="251038" y="14661"/>
                  </a:lnTo>
                  <a:lnTo>
                    <a:pt x="265299" y="14102"/>
                  </a:lnTo>
                  <a:lnTo>
                    <a:pt x="319036" y="14102"/>
                  </a:lnTo>
                  <a:lnTo>
                    <a:pt x="302513" y="3428"/>
                  </a:lnTo>
                  <a:lnTo>
                    <a:pt x="299720" y="2286"/>
                  </a:lnTo>
                  <a:lnTo>
                    <a:pt x="292862" y="1270"/>
                  </a:lnTo>
                  <a:lnTo>
                    <a:pt x="292481" y="1142"/>
                  </a:lnTo>
                  <a:lnTo>
                    <a:pt x="284480" y="508"/>
                  </a:lnTo>
                  <a:lnTo>
                    <a:pt x="283972" y="380"/>
                  </a:lnTo>
                  <a:lnTo>
                    <a:pt x="265303" y="0"/>
                  </a:lnTo>
                  <a:close/>
                </a:path>
                <a:path w="419735" h="296544">
                  <a:moveTo>
                    <a:pt x="253485" y="266023"/>
                  </a:moveTo>
                  <a:lnTo>
                    <a:pt x="227330" y="271779"/>
                  </a:lnTo>
                  <a:lnTo>
                    <a:pt x="200913" y="276733"/>
                  </a:lnTo>
                  <a:lnTo>
                    <a:pt x="200377" y="276733"/>
                  </a:lnTo>
                  <a:lnTo>
                    <a:pt x="178308" y="278891"/>
                  </a:lnTo>
                  <a:lnTo>
                    <a:pt x="270505" y="278891"/>
                  </a:lnTo>
                  <a:lnTo>
                    <a:pt x="282067" y="274954"/>
                  </a:lnTo>
                  <a:lnTo>
                    <a:pt x="282268" y="274954"/>
                  </a:lnTo>
                  <a:lnTo>
                    <a:pt x="303427" y="266191"/>
                  </a:lnTo>
                  <a:lnTo>
                    <a:pt x="252984" y="266191"/>
                  </a:lnTo>
                  <a:lnTo>
                    <a:pt x="253485" y="266023"/>
                  </a:lnTo>
                  <a:close/>
                </a:path>
                <a:path w="419735" h="296544">
                  <a:moveTo>
                    <a:pt x="378738" y="201048"/>
                  </a:moveTo>
                  <a:lnTo>
                    <a:pt x="362766" y="213890"/>
                  </a:lnTo>
                  <a:lnTo>
                    <a:pt x="346537" y="224916"/>
                  </a:lnTo>
                  <a:lnTo>
                    <a:pt x="344932" y="226060"/>
                  </a:lnTo>
                  <a:lnTo>
                    <a:pt x="344522" y="226305"/>
                  </a:lnTo>
                  <a:lnTo>
                    <a:pt x="344255" y="226440"/>
                  </a:lnTo>
                  <a:lnTo>
                    <a:pt x="327120" y="236092"/>
                  </a:lnTo>
                  <a:lnTo>
                    <a:pt x="325628" y="236981"/>
                  </a:lnTo>
                  <a:lnTo>
                    <a:pt x="325249" y="237171"/>
                  </a:lnTo>
                  <a:lnTo>
                    <a:pt x="324779" y="237362"/>
                  </a:lnTo>
                  <a:lnTo>
                    <a:pt x="301425" y="247848"/>
                  </a:lnTo>
                  <a:lnTo>
                    <a:pt x="276851" y="258149"/>
                  </a:lnTo>
                  <a:lnTo>
                    <a:pt x="275935" y="258497"/>
                  </a:lnTo>
                  <a:lnTo>
                    <a:pt x="253572" y="266023"/>
                  </a:lnTo>
                  <a:lnTo>
                    <a:pt x="252984" y="266191"/>
                  </a:lnTo>
                  <a:lnTo>
                    <a:pt x="303427" y="266191"/>
                  </a:lnTo>
                  <a:lnTo>
                    <a:pt x="307721" y="264413"/>
                  </a:lnTo>
                  <a:lnTo>
                    <a:pt x="320883" y="258497"/>
                  </a:lnTo>
                  <a:lnTo>
                    <a:pt x="275959" y="258497"/>
                  </a:lnTo>
                  <a:lnTo>
                    <a:pt x="276851" y="258149"/>
                  </a:lnTo>
                  <a:lnTo>
                    <a:pt x="321657" y="258149"/>
                  </a:lnTo>
                  <a:lnTo>
                    <a:pt x="332867" y="253111"/>
                  </a:lnTo>
                  <a:lnTo>
                    <a:pt x="333502" y="252856"/>
                  </a:lnTo>
                  <a:lnTo>
                    <a:pt x="353695" y="241808"/>
                  </a:lnTo>
                  <a:lnTo>
                    <a:pt x="354330" y="241426"/>
                  </a:lnTo>
                  <a:lnTo>
                    <a:pt x="373125" y="228853"/>
                  </a:lnTo>
                  <a:lnTo>
                    <a:pt x="373761" y="228473"/>
                  </a:lnTo>
                  <a:lnTo>
                    <a:pt x="390779" y="215264"/>
                  </a:lnTo>
                  <a:lnTo>
                    <a:pt x="391795" y="214375"/>
                  </a:lnTo>
                  <a:lnTo>
                    <a:pt x="402844" y="202564"/>
                  </a:lnTo>
                  <a:lnTo>
                    <a:pt x="403415" y="201802"/>
                  </a:lnTo>
                  <a:lnTo>
                    <a:pt x="378079" y="201802"/>
                  </a:lnTo>
                  <a:lnTo>
                    <a:pt x="378738" y="201048"/>
                  </a:lnTo>
                  <a:close/>
                </a:path>
                <a:path w="419735" h="296544">
                  <a:moveTo>
                    <a:pt x="65786" y="263398"/>
                  </a:moveTo>
                  <a:lnTo>
                    <a:pt x="67056" y="263905"/>
                  </a:lnTo>
                  <a:lnTo>
                    <a:pt x="66433" y="263599"/>
                  </a:lnTo>
                  <a:lnTo>
                    <a:pt x="65786" y="263398"/>
                  </a:lnTo>
                  <a:close/>
                </a:path>
                <a:path w="419735" h="296544">
                  <a:moveTo>
                    <a:pt x="66433" y="263599"/>
                  </a:moveTo>
                  <a:lnTo>
                    <a:pt x="67056" y="263905"/>
                  </a:lnTo>
                  <a:lnTo>
                    <a:pt x="67418" y="263905"/>
                  </a:lnTo>
                  <a:lnTo>
                    <a:pt x="66433" y="263599"/>
                  </a:lnTo>
                  <a:close/>
                </a:path>
                <a:path w="419735" h="296544">
                  <a:moveTo>
                    <a:pt x="66023" y="263398"/>
                  </a:moveTo>
                  <a:lnTo>
                    <a:pt x="65786" y="263398"/>
                  </a:lnTo>
                  <a:lnTo>
                    <a:pt x="66433" y="263599"/>
                  </a:lnTo>
                  <a:lnTo>
                    <a:pt x="66023" y="263398"/>
                  </a:lnTo>
                  <a:close/>
                </a:path>
                <a:path w="419735" h="296544">
                  <a:moveTo>
                    <a:pt x="51562" y="256286"/>
                  </a:moveTo>
                  <a:lnTo>
                    <a:pt x="53212" y="257301"/>
                  </a:lnTo>
                  <a:lnTo>
                    <a:pt x="52540" y="256767"/>
                  </a:lnTo>
                  <a:lnTo>
                    <a:pt x="51562" y="256286"/>
                  </a:lnTo>
                  <a:close/>
                </a:path>
                <a:path w="419735" h="296544">
                  <a:moveTo>
                    <a:pt x="52540" y="256767"/>
                  </a:moveTo>
                  <a:lnTo>
                    <a:pt x="53212" y="257301"/>
                  </a:lnTo>
                  <a:lnTo>
                    <a:pt x="53627" y="257301"/>
                  </a:lnTo>
                  <a:lnTo>
                    <a:pt x="52540" y="256767"/>
                  </a:lnTo>
                  <a:close/>
                </a:path>
                <a:path w="419735" h="296544">
                  <a:moveTo>
                    <a:pt x="51935" y="256286"/>
                  </a:moveTo>
                  <a:lnTo>
                    <a:pt x="51562" y="256286"/>
                  </a:lnTo>
                  <a:lnTo>
                    <a:pt x="52540" y="256767"/>
                  </a:lnTo>
                  <a:lnTo>
                    <a:pt x="51935" y="256286"/>
                  </a:lnTo>
                  <a:close/>
                </a:path>
                <a:path w="419735" h="296544">
                  <a:moveTo>
                    <a:pt x="26543" y="236092"/>
                  </a:moveTo>
                  <a:lnTo>
                    <a:pt x="29210" y="239775"/>
                  </a:lnTo>
                  <a:lnTo>
                    <a:pt x="28346" y="237527"/>
                  </a:lnTo>
                  <a:lnTo>
                    <a:pt x="26543" y="236092"/>
                  </a:lnTo>
                  <a:close/>
                </a:path>
                <a:path w="419735" h="296544">
                  <a:moveTo>
                    <a:pt x="28346" y="237527"/>
                  </a:moveTo>
                  <a:lnTo>
                    <a:pt x="29210" y="239775"/>
                  </a:lnTo>
                  <a:lnTo>
                    <a:pt x="31174" y="239775"/>
                  </a:lnTo>
                  <a:lnTo>
                    <a:pt x="28346" y="237527"/>
                  </a:lnTo>
                  <a:close/>
                </a:path>
                <a:path w="419735" h="296544">
                  <a:moveTo>
                    <a:pt x="27795" y="236092"/>
                  </a:moveTo>
                  <a:lnTo>
                    <a:pt x="26543" y="236092"/>
                  </a:lnTo>
                  <a:lnTo>
                    <a:pt x="28346" y="237527"/>
                  </a:lnTo>
                  <a:lnTo>
                    <a:pt x="27795" y="236092"/>
                  </a:lnTo>
                  <a:close/>
                </a:path>
                <a:path w="419735" h="296544">
                  <a:moveTo>
                    <a:pt x="23113" y="223900"/>
                  </a:moveTo>
                  <a:lnTo>
                    <a:pt x="23368" y="224916"/>
                  </a:lnTo>
                  <a:lnTo>
                    <a:pt x="23504" y="224916"/>
                  </a:lnTo>
                  <a:lnTo>
                    <a:pt x="23113" y="223900"/>
                  </a:lnTo>
                  <a:close/>
                </a:path>
                <a:path w="419735" h="296544">
                  <a:moveTo>
                    <a:pt x="17444" y="201802"/>
                  </a:moveTo>
                  <a:lnTo>
                    <a:pt x="17218" y="202564"/>
                  </a:lnTo>
                  <a:lnTo>
                    <a:pt x="17145" y="203073"/>
                  </a:lnTo>
                  <a:lnTo>
                    <a:pt x="17769" y="203073"/>
                  </a:lnTo>
                  <a:lnTo>
                    <a:pt x="17444" y="201802"/>
                  </a:lnTo>
                  <a:close/>
                </a:path>
                <a:path w="419735" h="296544">
                  <a:moveTo>
                    <a:pt x="16891" y="199643"/>
                  </a:moveTo>
                  <a:lnTo>
                    <a:pt x="16995" y="201048"/>
                  </a:lnTo>
                  <a:lnTo>
                    <a:pt x="17107" y="202564"/>
                  </a:lnTo>
                  <a:lnTo>
                    <a:pt x="17328" y="201802"/>
                  </a:lnTo>
                  <a:lnTo>
                    <a:pt x="17250" y="201048"/>
                  </a:lnTo>
                  <a:lnTo>
                    <a:pt x="16891" y="199643"/>
                  </a:lnTo>
                  <a:close/>
                </a:path>
                <a:path w="419735" h="296544">
                  <a:moveTo>
                    <a:pt x="404221" y="200660"/>
                  </a:moveTo>
                  <a:lnTo>
                    <a:pt x="379222" y="200660"/>
                  </a:lnTo>
                  <a:lnTo>
                    <a:pt x="378079" y="201802"/>
                  </a:lnTo>
                  <a:lnTo>
                    <a:pt x="403415" y="201802"/>
                  </a:lnTo>
                  <a:lnTo>
                    <a:pt x="403981" y="201048"/>
                  </a:lnTo>
                  <a:lnTo>
                    <a:pt x="404221" y="200660"/>
                  </a:lnTo>
                  <a:close/>
                </a:path>
                <a:path w="419735" h="296544">
                  <a:moveTo>
                    <a:pt x="17640" y="199643"/>
                  </a:moveTo>
                  <a:lnTo>
                    <a:pt x="16891" y="199643"/>
                  </a:lnTo>
                  <a:lnTo>
                    <a:pt x="17151" y="200660"/>
                  </a:lnTo>
                  <a:lnTo>
                    <a:pt x="17250" y="201048"/>
                  </a:lnTo>
                  <a:lnTo>
                    <a:pt x="17370" y="201513"/>
                  </a:lnTo>
                  <a:lnTo>
                    <a:pt x="17640" y="199643"/>
                  </a:lnTo>
                  <a:close/>
                </a:path>
                <a:path w="419735" h="296544">
                  <a:moveTo>
                    <a:pt x="388233" y="190180"/>
                  </a:moveTo>
                  <a:lnTo>
                    <a:pt x="378738" y="201048"/>
                  </a:lnTo>
                  <a:lnTo>
                    <a:pt x="379222" y="200660"/>
                  </a:lnTo>
                  <a:lnTo>
                    <a:pt x="404221" y="200660"/>
                  </a:lnTo>
                  <a:lnTo>
                    <a:pt x="410000" y="191262"/>
                  </a:lnTo>
                  <a:lnTo>
                    <a:pt x="387604" y="191262"/>
                  </a:lnTo>
                  <a:lnTo>
                    <a:pt x="388233" y="190180"/>
                  </a:lnTo>
                  <a:close/>
                </a:path>
                <a:path w="419735" h="296544">
                  <a:moveTo>
                    <a:pt x="410937" y="189737"/>
                  </a:moveTo>
                  <a:lnTo>
                    <a:pt x="388620" y="189737"/>
                  </a:lnTo>
                  <a:lnTo>
                    <a:pt x="387604" y="191262"/>
                  </a:lnTo>
                  <a:lnTo>
                    <a:pt x="410000" y="191262"/>
                  </a:lnTo>
                  <a:lnTo>
                    <a:pt x="410937" y="189737"/>
                  </a:lnTo>
                  <a:close/>
                </a:path>
                <a:path w="419735" h="296544">
                  <a:moveTo>
                    <a:pt x="398959" y="171748"/>
                  </a:moveTo>
                  <a:lnTo>
                    <a:pt x="388233" y="190180"/>
                  </a:lnTo>
                  <a:lnTo>
                    <a:pt x="388620" y="189737"/>
                  </a:lnTo>
                  <a:lnTo>
                    <a:pt x="410937" y="189737"/>
                  </a:lnTo>
                  <a:lnTo>
                    <a:pt x="417575" y="178942"/>
                  </a:lnTo>
                  <a:lnTo>
                    <a:pt x="418719" y="177037"/>
                  </a:lnTo>
                  <a:lnTo>
                    <a:pt x="419085" y="175387"/>
                  </a:lnTo>
                  <a:lnTo>
                    <a:pt x="419142" y="175133"/>
                  </a:lnTo>
                  <a:lnTo>
                    <a:pt x="399415" y="175133"/>
                  </a:lnTo>
                  <a:lnTo>
                    <a:pt x="398959" y="171748"/>
                  </a:lnTo>
                  <a:close/>
                </a:path>
                <a:path w="419735" h="296544">
                  <a:moveTo>
                    <a:pt x="20778" y="179324"/>
                  </a:moveTo>
                  <a:lnTo>
                    <a:pt x="20574" y="179324"/>
                  </a:lnTo>
                  <a:lnTo>
                    <a:pt x="20413" y="180436"/>
                  </a:lnTo>
                  <a:lnTo>
                    <a:pt x="20778" y="179324"/>
                  </a:lnTo>
                  <a:close/>
                </a:path>
                <a:path w="419735" h="296544">
                  <a:moveTo>
                    <a:pt x="400685" y="168783"/>
                  </a:moveTo>
                  <a:lnTo>
                    <a:pt x="398959" y="171748"/>
                  </a:lnTo>
                  <a:lnTo>
                    <a:pt x="399363" y="174751"/>
                  </a:lnTo>
                  <a:lnTo>
                    <a:pt x="399415" y="175133"/>
                  </a:lnTo>
                  <a:lnTo>
                    <a:pt x="400685" y="168783"/>
                  </a:lnTo>
                  <a:close/>
                </a:path>
                <a:path w="419735" h="296544">
                  <a:moveTo>
                    <a:pt x="418502" y="168783"/>
                  </a:moveTo>
                  <a:lnTo>
                    <a:pt x="400685" y="168783"/>
                  </a:lnTo>
                  <a:lnTo>
                    <a:pt x="399491" y="174751"/>
                  </a:lnTo>
                  <a:lnTo>
                    <a:pt x="399415" y="175133"/>
                  </a:lnTo>
                  <a:lnTo>
                    <a:pt x="419142" y="175133"/>
                  </a:lnTo>
                  <a:lnTo>
                    <a:pt x="419227" y="174751"/>
                  </a:lnTo>
                  <a:lnTo>
                    <a:pt x="418502" y="168783"/>
                  </a:lnTo>
                  <a:close/>
                </a:path>
                <a:path w="419735" h="296544">
                  <a:moveTo>
                    <a:pt x="396921" y="156607"/>
                  </a:moveTo>
                  <a:lnTo>
                    <a:pt x="398959" y="171748"/>
                  </a:lnTo>
                  <a:lnTo>
                    <a:pt x="400685" y="168783"/>
                  </a:lnTo>
                  <a:lnTo>
                    <a:pt x="418502" y="168783"/>
                  </a:lnTo>
                  <a:lnTo>
                    <a:pt x="417161" y="157734"/>
                  </a:lnTo>
                  <a:lnTo>
                    <a:pt x="397383" y="157734"/>
                  </a:lnTo>
                  <a:lnTo>
                    <a:pt x="396921" y="156607"/>
                  </a:lnTo>
                  <a:close/>
                </a:path>
                <a:path w="419735" h="296544">
                  <a:moveTo>
                    <a:pt x="396813" y="155571"/>
                  </a:moveTo>
                  <a:lnTo>
                    <a:pt x="396921" y="156607"/>
                  </a:lnTo>
                  <a:lnTo>
                    <a:pt x="397383" y="157734"/>
                  </a:lnTo>
                  <a:lnTo>
                    <a:pt x="396813" y="155571"/>
                  </a:lnTo>
                  <a:close/>
                </a:path>
                <a:path w="419735" h="296544">
                  <a:moveTo>
                    <a:pt x="416868" y="155321"/>
                  </a:moveTo>
                  <a:lnTo>
                    <a:pt x="396748" y="155321"/>
                  </a:lnTo>
                  <a:lnTo>
                    <a:pt x="397383" y="157734"/>
                  </a:lnTo>
                  <a:lnTo>
                    <a:pt x="417161" y="157734"/>
                  </a:lnTo>
                  <a:lnTo>
                    <a:pt x="417024" y="156607"/>
                  </a:lnTo>
                  <a:lnTo>
                    <a:pt x="416898" y="155571"/>
                  </a:lnTo>
                  <a:lnTo>
                    <a:pt x="416868" y="155321"/>
                  </a:lnTo>
                  <a:close/>
                </a:path>
                <a:path w="419735" h="296544">
                  <a:moveTo>
                    <a:pt x="379460" y="121234"/>
                  </a:moveTo>
                  <a:lnTo>
                    <a:pt x="389763" y="138556"/>
                  </a:lnTo>
                  <a:lnTo>
                    <a:pt x="389521" y="138556"/>
                  </a:lnTo>
                  <a:lnTo>
                    <a:pt x="396826" y="156375"/>
                  </a:lnTo>
                  <a:lnTo>
                    <a:pt x="396748" y="155321"/>
                  </a:lnTo>
                  <a:lnTo>
                    <a:pt x="416868" y="155321"/>
                  </a:lnTo>
                  <a:lnTo>
                    <a:pt x="416560" y="152780"/>
                  </a:lnTo>
                  <a:lnTo>
                    <a:pt x="415925" y="150240"/>
                  </a:lnTo>
                  <a:lnTo>
                    <a:pt x="411236" y="138556"/>
                  </a:lnTo>
                  <a:lnTo>
                    <a:pt x="389763" y="138556"/>
                  </a:lnTo>
                  <a:lnTo>
                    <a:pt x="389158" y="137540"/>
                  </a:lnTo>
                  <a:lnTo>
                    <a:pt x="410829" y="137540"/>
                  </a:lnTo>
                  <a:lnTo>
                    <a:pt x="407670" y="129666"/>
                  </a:lnTo>
                  <a:lnTo>
                    <a:pt x="407035" y="128397"/>
                  </a:lnTo>
                  <a:lnTo>
                    <a:pt x="403507" y="122427"/>
                  </a:lnTo>
                  <a:lnTo>
                    <a:pt x="381254" y="122427"/>
                  </a:lnTo>
                  <a:lnTo>
                    <a:pt x="379460" y="121234"/>
                  </a:lnTo>
                  <a:close/>
                </a:path>
                <a:path w="419735" h="296544">
                  <a:moveTo>
                    <a:pt x="36602" y="137287"/>
                  </a:moveTo>
                  <a:lnTo>
                    <a:pt x="36322" y="137540"/>
                  </a:lnTo>
                  <a:lnTo>
                    <a:pt x="36489" y="137540"/>
                  </a:lnTo>
                  <a:lnTo>
                    <a:pt x="36602" y="137287"/>
                  </a:lnTo>
                  <a:close/>
                </a:path>
                <a:path w="419735" h="296544">
                  <a:moveTo>
                    <a:pt x="37552" y="135889"/>
                  </a:moveTo>
                  <a:lnTo>
                    <a:pt x="37211" y="135889"/>
                  </a:lnTo>
                  <a:lnTo>
                    <a:pt x="36723" y="137012"/>
                  </a:lnTo>
                  <a:lnTo>
                    <a:pt x="37552" y="135889"/>
                  </a:lnTo>
                  <a:close/>
                </a:path>
                <a:path w="419735" h="296544">
                  <a:moveTo>
                    <a:pt x="378206" y="119125"/>
                  </a:moveTo>
                  <a:lnTo>
                    <a:pt x="379460" y="121234"/>
                  </a:lnTo>
                  <a:lnTo>
                    <a:pt x="381254" y="122427"/>
                  </a:lnTo>
                  <a:lnTo>
                    <a:pt x="378206" y="119125"/>
                  </a:lnTo>
                  <a:close/>
                </a:path>
                <a:path w="419735" h="296544">
                  <a:moveTo>
                    <a:pt x="401556" y="119125"/>
                  </a:moveTo>
                  <a:lnTo>
                    <a:pt x="378206" y="119125"/>
                  </a:lnTo>
                  <a:lnTo>
                    <a:pt x="381254" y="122427"/>
                  </a:lnTo>
                  <a:lnTo>
                    <a:pt x="403507" y="122427"/>
                  </a:lnTo>
                  <a:lnTo>
                    <a:pt x="401556" y="119125"/>
                  </a:lnTo>
                  <a:close/>
                </a:path>
                <a:path w="419735" h="296544">
                  <a:moveTo>
                    <a:pt x="388779" y="103250"/>
                  </a:moveTo>
                  <a:lnTo>
                    <a:pt x="352425" y="103250"/>
                  </a:lnTo>
                  <a:lnTo>
                    <a:pt x="379460" y="121234"/>
                  </a:lnTo>
                  <a:lnTo>
                    <a:pt x="378206" y="119125"/>
                  </a:lnTo>
                  <a:lnTo>
                    <a:pt x="401556" y="119125"/>
                  </a:lnTo>
                  <a:lnTo>
                    <a:pt x="395478" y="108838"/>
                  </a:lnTo>
                  <a:lnTo>
                    <a:pt x="392430" y="105663"/>
                  </a:lnTo>
                  <a:lnTo>
                    <a:pt x="388779" y="103250"/>
                  </a:lnTo>
                  <a:close/>
                </a:path>
                <a:path w="419735" h="296544">
                  <a:moveTo>
                    <a:pt x="375328" y="94361"/>
                  </a:moveTo>
                  <a:lnTo>
                    <a:pt x="335915" y="94361"/>
                  </a:lnTo>
                  <a:lnTo>
                    <a:pt x="336639" y="94723"/>
                  </a:lnTo>
                  <a:lnTo>
                    <a:pt x="336848" y="94868"/>
                  </a:lnTo>
                  <a:lnTo>
                    <a:pt x="353196" y="103764"/>
                  </a:lnTo>
                  <a:lnTo>
                    <a:pt x="352425" y="103250"/>
                  </a:lnTo>
                  <a:lnTo>
                    <a:pt x="388779" y="103250"/>
                  </a:lnTo>
                  <a:lnTo>
                    <a:pt x="375328" y="94361"/>
                  </a:lnTo>
                  <a:close/>
                </a:path>
                <a:path w="419735" h="296544">
                  <a:moveTo>
                    <a:pt x="331756" y="71075"/>
                  </a:moveTo>
                  <a:lnTo>
                    <a:pt x="272556" y="71075"/>
                  </a:lnTo>
                  <a:lnTo>
                    <a:pt x="293082" y="77724"/>
                  </a:lnTo>
                  <a:lnTo>
                    <a:pt x="314934" y="85714"/>
                  </a:lnTo>
                  <a:lnTo>
                    <a:pt x="336581" y="94723"/>
                  </a:lnTo>
                  <a:lnTo>
                    <a:pt x="335915" y="94361"/>
                  </a:lnTo>
                  <a:lnTo>
                    <a:pt x="375328" y="94361"/>
                  </a:lnTo>
                  <a:lnTo>
                    <a:pt x="362838" y="86105"/>
                  </a:lnTo>
                  <a:lnTo>
                    <a:pt x="345440" y="76708"/>
                  </a:lnTo>
                  <a:lnTo>
                    <a:pt x="344550" y="76326"/>
                  </a:lnTo>
                  <a:lnTo>
                    <a:pt x="331756" y="71075"/>
                  </a:lnTo>
                  <a:close/>
                </a:path>
                <a:path w="419735" h="296544">
                  <a:moveTo>
                    <a:pt x="316370" y="65092"/>
                  </a:moveTo>
                  <a:lnTo>
                    <a:pt x="248807" y="65092"/>
                  </a:lnTo>
                  <a:lnTo>
                    <a:pt x="273251" y="71298"/>
                  </a:lnTo>
                  <a:lnTo>
                    <a:pt x="272556" y="71075"/>
                  </a:lnTo>
                  <a:lnTo>
                    <a:pt x="331756" y="71075"/>
                  </a:lnTo>
                  <a:lnTo>
                    <a:pt x="322580" y="67310"/>
                  </a:lnTo>
                  <a:lnTo>
                    <a:pt x="316370" y="65092"/>
                  </a:lnTo>
                  <a:close/>
                </a:path>
                <a:path w="419735" h="296544">
                  <a:moveTo>
                    <a:pt x="292577" y="56977"/>
                  </a:moveTo>
                  <a:lnTo>
                    <a:pt x="206001" y="56977"/>
                  </a:lnTo>
                  <a:lnTo>
                    <a:pt x="225916" y="60108"/>
                  </a:lnTo>
                  <a:lnTo>
                    <a:pt x="250672" y="65561"/>
                  </a:lnTo>
                  <a:lnTo>
                    <a:pt x="248807" y="65092"/>
                  </a:lnTo>
                  <a:lnTo>
                    <a:pt x="316370" y="65092"/>
                  </a:lnTo>
                  <a:lnTo>
                    <a:pt x="299466" y="59054"/>
                  </a:lnTo>
                  <a:lnTo>
                    <a:pt x="298831" y="58800"/>
                  </a:lnTo>
                  <a:lnTo>
                    <a:pt x="292577" y="56977"/>
                  </a:lnTo>
                  <a:close/>
                </a:path>
                <a:path w="419735" h="296544">
                  <a:moveTo>
                    <a:pt x="281418" y="53722"/>
                  </a:moveTo>
                  <a:lnTo>
                    <a:pt x="171167" y="53722"/>
                  </a:lnTo>
                  <a:lnTo>
                    <a:pt x="187582" y="55030"/>
                  </a:lnTo>
                  <a:lnTo>
                    <a:pt x="187192" y="55030"/>
                  </a:lnTo>
                  <a:lnTo>
                    <a:pt x="206956" y="57124"/>
                  </a:lnTo>
                  <a:lnTo>
                    <a:pt x="206001" y="56977"/>
                  </a:lnTo>
                  <a:lnTo>
                    <a:pt x="292577" y="56977"/>
                  </a:lnTo>
                  <a:lnTo>
                    <a:pt x="281418" y="53722"/>
                  </a:lnTo>
                  <a:close/>
                </a:path>
                <a:path w="419735" h="296544">
                  <a:moveTo>
                    <a:pt x="278365" y="52831"/>
                  </a:moveTo>
                  <a:lnTo>
                    <a:pt x="147700" y="52831"/>
                  </a:lnTo>
                  <a:lnTo>
                    <a:pt x="161031" y="53109"/>
                  </a:lnTo>
                  <a:lnTo>
                    <a:pt x="159888" y="53109"/>
                  </a:lnTo>
                  <a:lnTo>
                    <a:pt x="177141" y="54187"/>
                  </a:lnTo>
                  <a:lnTo>
                    <a:pt x="171167" y="53722"/>
                  </a:lnTo>
                  <a:lnTo>
                    <a:pt x="281418" y="53722"/>
                  </a:lnTo>
                  <a:lnTo>
                    <a:pt x="278365" y="52831"/>
                  </a:lnTo>
                  <a:close/>
                </a:path>
                <a:path w="419735" h="296544">
                  <a:moveTo>
                    <a:pt x="189242" y="38421"/>
                  </a:moveTo>
                  <a:lnTo>
                    <a:pt x="153366" y="38421"/>
                  </a:lnTo>
                  <a:lnTo>
                    <a:pt x="152029" y="38988"/>
                  </a:lnTo>
                  <a:lnTo>
                    <a:pt x="140208" y="44894"/>
                  </a:lnTo>
                  <a:lnTo>
                    <a:pt x="140208" y="49402"/>
                  </a:lnTo>
                  <a:lnTo>
                    <a:pt x="143637" y="52831"/>
                  </a:lnTo>
                  <a:lnTo>
                    <a:pt x="278614" y="52831"/>
                  </a:lnTo>
                  <a:lnTo>
                    <a:pt x="253416" y="47116"/>
                  </a:lnTo>
                  <a:lnTo>
                    <a:pt x="253051" y="47116"/>
                  </a:lnTo>
                  <a:lnTo>
                    <a:pt x="229175" y="42799"/>
                  </a:lnTo>
                  <a:lnTo>
                    <a:pt x="207899" y="40004"/>
                  </a:lnTo>
                  <a:lnTo>
                    <a:pt x="207518" y="40004"/>
                  </a:lnTo>
                  <a:lnTo>
                    <a:pt x="189242" y="38421"/>
                  </a:lnTo>
                  <a:close/>
                </a:path>
                <a:path w="419735" h="296544">
                  <a:moveTo>
                    <a:pt x="344039" y="32072"/>
                  </a:moveTo>
                  <a:lnTo>
                    <a:pt x="321787" y="32072"/>
                  </a:lnTo>
                  <a:lnTo>
                    <a:pt x="322308" y="32445"/>
                  </a:lnTo>
                  <a:lnTo>
                    <a:pt x="322484" y="32638"/>
                  </a:lnTo>
                  <a:lnTo>
                    <a:pt x="338200" y="45212"/>
                  </a:lnTo>
                  <a:lnTo>
                    <a:pt x="339979" y="46609"/>
                  </a:lnTo>
                  <a:lnTo>
                    <a:pt x="342265" y="47116"/>
                  </a:lnTo>
                  <a:lnTo>
                    <a:pt x="344424" y="46481"/>
                  </a:lnTo>
                  <a:lnTo>
                    <a:pt x="344768" y="46481"/>
                  </a:lnTo>
                  <a:lnTo>
                    <a:pt x="348107" y="45465"/>
                  </a:lnTo>
                  <a:lnTo>
                    <a:pt x="349885" y="42799"/>
                  </a:lnTo>
                  <a:lnTo>
                    <a:pt x="349377" y="38988"/>
                  </a:lnTo>
                  <a:lnTo>
                    <a:pt x="346963" y="34416"/>
                  </a:lnTo>
                  <a:lnTo>
                    <a:pt x="344039" y="32072"/>
                  </a:lnTo>
                  <a:close/>
                </a:path>
                <a:path w="419735" h="296544">
                  <a:moveTo>
                    <a:pt x="155077" y="37718"/>
                  </a:moveTo>
                  <a:lnTo>
                    <a:pt x="143510" y="37718"/>
                  </a:lnTo>
                  <a:lnTo>
                    <a:pt x="140208" y="41148"/>
                  </a:lnTo>
                  <a:lnTo>
                    <a:pt x="140208" y="44894"/>
                  </a:lnTo>
                  <a:lnTo>
                    <a:pt x="152029" y="38988"/>
                  </a:lnTo>
                  <a:lnTo>
                    <a:pt x="152928" y="38557"/>
                  </a:lnTo>
                  <a:lnTo>
                    <a:pt x="155077" y="37718"/>
                  </a:lnTo>
                  <a:close/>
                </a:path>
                <a:path w="419735" h="296544">
                  <a:moveTo>
                    <a:pt x="173545" y="37718"/>
                  </a:moveTo>
                  <a:lnTo>
                    <a:pt x="155077" y="37718"/>
                  </a:lnTo>
                  <a:lnTo>
                    <a:pt x="152882" y="38557"/>
                  </a:lnTo>
                  <a:lnTo>
                    <a:pt x="152019" y="38988"/>
                  </a:lnTo>
                  <a:lnTo>
                    <a:pt x="153032" y="38557"/>
                  </a:lnTo>
                  <a:lnTo>
                    <a:pt x="153219" y="38421"/>
                  </a:lnTo>
                  <a:lnTo>
                    <a:pt x="190044" y="38421"/>
                  </a:lnTo>
                  <a:lnTo>
                    <a:pt x="173545" y="37718"/>
                  </a:lnTo>
                  <a:close/>
                </a:path>
                <a:path w="419735" h="296544">
                  <a:moveTo>
                    <a:pt x="319036" y="14102"/>
                  </a:moveTo>
                  <a:lnTo>
                    <a:pt x="265299" y="14102"/>
                  </a:lnTo>
                  <a:lnTo>
                    <a:pt x="292704" y="14661"/>
                  </a:lnTo>
                  <a:lnTo>
                    <a:pt x="285527" y="14661"/>
                  </a:lnTo>
                  <a:lnTo>
                    <a:pt x="292162" y="15186"/>
                  </a:lnTo>
                  <a:lnTo>
                    <a:pt x="294969" y="15186"/>
                  </a:lnTo>
                  <a:lnTo>
                    <a:pt x="297561" y="16128"/>
                  </a:lnTo>
                  <a:lnTo>
                    <a:pt x="296333" y="16128"/>
                  </a:lnTo>
                  <a:lnTo>
                    <a:pt x="315722" y="28701"/>
                  </a:lnTo>
                  <a:lnTo>
                    <a:pt x="322242" y="32445"/>
                  </a:lnTo>
                  <a:lnTo>
                    <a:pt x="321776" y="32072"/>
                  </a:lnTo>
                  <a:lnTo>
                    <a:pt x="344039" y="32072"/>
                  </a:lnTo>
                  <a:lnTo>
                    <a:pt x="330485" y="21209"/>
                  </a:lnTo>
                  <a:lnTo>
                    <a:pt x="329565" y="20447"/>
                  </a:lnTo>
                  <a:lnTo>
                    <a:pt x="323222" y="16806"/>
                  </a:lnTo>
                  <a:lnTo>
                    <a:pt x="322174" y="16128"/>
                  </a:lnTo>
                  <a:lnTo>
                    <a:pt x="297561" y="16128"/>
                  </a:lnTo>
                  <a:lnTo>
                    <a:pt x="296031" y="15893"/>
                  </a:lnTo>
                  <a:lnTo>
                    <a:pt x="321809" y="15893"/>
                  </a:lnTo>
                  <a:lnTo>
                    <a:pt x="319036" y="14102"/>
                  </a:lnTo>
                  <a:close/>
                </a:path>
                <a:path w="419735" h="296544">
                  <a:moveTo>
                    <a:pt x="187489" y="25957"/>
                  </a:moveTo>
                  <a:lnTo>
                    <a:pt x="187237" y="25957"/>
                  </a:lnTo>
                  <a:lnTo>
                    <a:pt x="185893" y="26381"/>
                  </a:lnTo>
                  <a:lnTo>
                    <a:pt x="187489" y="25957"/>
                  </a:lnTo>
                  <a:close/>
                </a:path>
                <a:path w="419735" h="296544">
                  <a:moveTo>
                    <a:pt x="294969" y="15186"/>
                  </a:moveTo>
                  <a:lnTo>
                    <a:pt x="296031" y="15893"/>
                  </a:lnTo>
                  <a:lnTo>
                    <a:pt x="297561" y="16128"/>
                  </a:lnTo>
                  <a:lnTo>
                    <a:pt x="294969" y="15186"/>
                  </a:lnTo>
                  <a:close/>
                </a:path>
                <a:path w="419735" h="296544">
                  <a:moveTo>
                    <a:pt x="294880" y="15186"/>
                  </a:moveTo>
                  <a:lnTo>
                    <a:pt x="291212" y="15186"/>
                  </a:lnTo>
                  <a:lnTo>
                    <a:pt x="296035" y="15893"/>
                  </a:lnTo>
                  <a:lnTo>
                    <a:pt x="294880" y="1518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442" y="3565309"/>
              <a:ext cx="870264" cy="31495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71197" y="1767458"/>
              <a:ext cx="374650" cy="293370"/>
            </a:xfrm>
            <a:custGeom>
              <a:avLst/>
              <a:gdLst/>
              <a:ahLst/>
              <a:cxnLst/>
              <a:rect l="l" t="t" r="r" b="b"/>
              <a:pathLst>
                <a:path w="374650" h="293369">
                  <a:moveTo>
                    <a:pt x="191940" y="17341"/>
                  </a:moveTo>
                  <a:lnTo>
                    <a:pt x="125947" y="17341"/>
                  </a:lnTo>
                  <a:lnTo>
                    <a:pt x="95698" y="30606"/>
                  </a:lnTo>
                  <a:lnTo>
                    <a:pt x="95063" y="30987"/>
                  </a:lnTo>
                  <a:lnTo>
                    <a:pt x="81728" y="38480"/>
                  </a:lnTo>
                  <a:lnTo>
                    <a:pt x="43930" y="65658"/>
                  </a:lnTo>
                  <a:lnTo>
                    <a:pt x="23562" y="91693"/>
                  </a:lnTo>
                  <a:lnTo>
                    <a:pt x="23054" y="92328"/>
                  </a:lnTo>
                  <a:lnTo>
                    <a:pt x="3020" y="146049"/>
                  </a:lnTo>
                  <a:lnTo>
                    <a:pt x="2988" y="146176"/>
                  </a:lnTo>
                  <a:lnTo>
                    <a:pt x="321" y="163956"/>
                  </a:lnTo>
                  <a:lnTo>
                    <a:pt x="194" y="164972"/>
                  </a:lnTo>
                  <a:lnTo>
                    <a:pt x="0" y="174370"/>
                  </a:lnTo>
                  <a:lnTo>
                    <a:pt x="10" y="187070"/>
                  </a:lnTo>
                  <a:lnTo>
                    <a:pt x="775" y="198881"/>
                  </a:lnTo>
                  <a:lnTo>
                    <a:pt x="890" y="200659"/>
                  </a:lnTo>
                  <a:lnTo>
                    <a:pt x="956" y="201675"/>
                  </a:lnTo>
                  <a:lnTo>
                    <a:pt x="24578" y="244347"/>
                  </a:lnTo>
                  <a:lnTo>
                    <a:pt x="61535" y="269113"/>
                  </a:lnTo>
                  <a:lnTo>
                    <a:pt x="106493" y="284860"/>
                  </a:lnTo>
                  <a:lnTo>
                    <a:pt x="130496" y="289686"/>
                  </a:lnTo>
                  <a:lnTo>
                    <a:pt x="131004" y="289813"/>
                  </a:lnTo>
                  <a:lnTo>
                    <a:pt x="154372" y="292988"/>
                  </a:lnTo>
                  <a:lnTo>
                    <a:pt x="176597" y="292988"/>
                  </a:lnTo>
                  <a:lnTo>
                    <a:pt x="197171" y="290829"/>
                  </a:lnTo>
                  <a:lnTo>
                    <a:pt x="197552" y="290829"/>
                  </a:lnTo>
                  <a:lnTo>
                    <a:pt x="218380" y="287654"/>
                  </a:lnTo>
                  <a:lnTo>
                    <a:pt x="218133" y="287654"/>
                  </a:lnTo>
                  <a:lnTo>
                    <a:pt x="240097" y="283209"/>
                  </a:lnTo>
                  <a:lnTo>
                    <a:pt x="241113" y="282955"/>
                  </a:lnTo>
                  <a:lnTo>
                    <a:pt x="260342" y="276351"/>
                  </a:lnTo>
                  <a:lnTo>
                    <a:pt x="156785" y="276351"/>
                  </a:lnTo>
                  <a:lnTo>
                    <a:pt x="133806" y="273246"/>
                  </a:lnTo>
                  <a:lnTo>
                    <a:pt x="133513" y="273246"/>
                  </a:lnTo>
                  <a:lnTo>
                    <a:pt x="111069" y="268731"/>
                  </a:lnTo>
                  <a:lnTo>
                    <a:pt x="91477" y="263270"/>
                  </a:lnTo>
                  <a:lnTo>
                    <a:pt x="91126" y="263270"/>
                  </a:lnTo>
                  <a:lnTo>
                    <a:pt x="90370" y="262987"/>
                  </a:lnTo>
                  <a:lnTo>
                    <a:pt x="67617" y="253269"/>
                  </a:lnTo>
                  <a:lnTo>
                    <a:pt x="50507" y="244347"/>
                  </a:lnTo>
                  <a:lnTo>
                    <a:pt x="49775" y="244347"/>
                  </a:lnTo>
                  <a:lnTo>
                    <a:pt x="47819" y="242950"/>
                  </a:lnTo>
                  <a:lnTo>
                    <a:pt x="48168" y="242950"/>
                  </a:lnTo>
                  <a:lnTo>
                    <a:pt x="38453" y="234314"/>
                  </a:lnTo>
                  <a:lnTo>
                    <a:pt x="38167" y="234314"/>
                  </a:lnTo>
                  <a:lnTo>
                    <a:pt x="37024" y="233044"/>
                  </a:lnTo>
                  <a:lnTo>
                    <a:pt x="37239" y="233044"/>
                  </a:lnTo>
                  <a:lnTo>
                    <a:pt x="22208" y="212470"/>
                  </a:lnTo>
                  <a:lnTo>
                    <a:pt x="21530" y="212470"/>
                  </a:lnTo>
                  <a:lnTo>
                    <a:pt x="20260" y="209803"/>
                  </a:lnTo>
                  <a:lnTo>
                    <a:pt x="20757" y="209803"/>
                  </a:lnTo>
                  <a:lnTo>
                    <a:pt x="18108" y="200659"/>
                  </a:lnTo>
                  <a:lnTo>
                    <a:pt x="17847" y="200659"/>
                  </a:lnTo>
                  <a:lnTo>
                    <a:pt x="17686" y="199535"/>
                  </a:lnTo>
                  <a:lnTo>
                    <a:pt x="17593" y="198881"/>
                  </a:lnTo>
                  <a:lnTo>
                    <a:pt x="17745" y="198881"/>
                  </a:lnTo>
                  <a:lnTo>
                    <a:pt x="17065" y="187070"/>
                  </a:lnTo>
                  <a:lnTo>
                    <a:pt x="17025" y="174370"/>
                  </a:lnTo>
                  <a:lnTo>
                    <a:pt x="24451" y="130555"/>
                  </a:lnTo>
                  <a:lnTo>
                    <a:pt x="25609" y="127126"/>
                  </a:lnTo>
                  <a:lnTo>
                    <a:pt x="29839" y="114173"/>
                  </a:lnTo>
                  <a:lnTo>
                    <a:pt x="29719" y="114030"/>
                  </a:lnTo>
                  <a:lnTo>
                    <a:pt x="30420" y="112394"/>
                  </a:lnTo>
                  <a:lnTo>
                    <a:pt x="30739" y="112394"/>
                  </a:lnTo>
                  <a:lnTo>
                    <a:pt x="37113" y="101908"/>
                  </a:lnTo>
                  <a:lnTo>
                    <a:pt x="37512" y="101204"/>
                  </a:lnTo>
                  <a:lnTo>
                    <a:pt x="53536" y="79882"/>
                  </a:lnTo>
                  <a:lnTo>
                    <a:pt x="53407" y="79882"/>
                  </a:lnTo>
                  <a:lnTo>
                    <a:pt x="54296" y="78866"/>
                  </a:lnTo>
                  <a:lnTo>
                    <a:pt x="54476" y="78866"/>
                  </a:lnTo>
                  <a:lnTo>
                    <a:pt x="62759" y="70992"/>
                  </a:lnTo>
                  <a:lnTo>
                    <a:pt x="62883" y="70814"/>
                  </a:lnTo>
                  <a:lnTo>
                    <a:pt x="63694" y="70103"/>
                  </a:lnTo>
                  <a:lnTo>
                    <a:pt x="64015" y="70103"/>
                  </a:lnTo>
                  <a:lnTo>
                    <a:pt x="90807" y="52283"/>
                  </a:lnTo>
                  <a:lnTo>
                    <a:pt x="102407" y="45592"/>
                  </a:lnTo>
                  <a:lnTo>
                    <a:pt x="102688" y="45399"/>
                  </a:lnTo>
                  <a:lnTo>
                    <a:pt x="103064" y="45212"/>
                  </a:lnTo>
                  <a:lnTo>
                    <a:pt x="133290" y="31876"/>
                  </a:lnTo>
                  <a:lnTo>
                    <a:pt x="136005" y="30987"/>
                  </a:lnTo>
                  <a:lnTo>
                    <a:pt x="142705" y="28701"/>
                  </a:lnTo>
                  <a:lnTo>
                    <a:pt x="144883" y="28066"/>
                  </a:lnTo>
                  <a:lnTo>
                    <a:pt x="161883" y="23306"/>
                  </a:lnTo>
                  <a:lnTo>
                    <a:pt x="161601" y="23306"/>
                  </a:lnTo>
                  <a:lnTo>
                    <a:pt x="170008" y="21208"/>
                  </a:lnTo>
                  <a:lnTo>
                    <a:pt x="185242" y="18334"/>
                  </a:lnTo>
                  <a:lnTo>
                    <a:pt x="184911" y="18334"/>
                  </a:lnTo>
                  <a:lnTo>
                    <a:pt x="191940" y="17341"/>
                  </a:lnTo>
                  <a:close/>
                </a:path>
                <a:path w="374650" h="293369">
                  <a:moveTo>
                    <a:pt x="266259" y="274319"/>
                  </a:moveTo>
                  <a:lnTo>
                    <a:pt x="194793" y="274319"/>
                  </a:lnTo>
                  <a:lnTo>
                    <a:pt x="174819" y="276351"/>
                  </a:lnTo>
                  <a:lnTo>
                    <a:pt x="260342" y="276351"/>
                  </a:lnTo>
                  <a:lnTo>
                    <a:pt x="266259" y="274319"/>
                  </a:lnTo>
                  <a:close/>
                </a:path>
                <a:path w="374650" h="293369">
                  <a:moveTo>
                    <a:pt x="196635" y="274062"/>
                  </a:moveTo>
                  <a:lnTo>
                    <a:pt x="194183" y="274319"/>
                  </a:lnTo>
                  <a:lnTo>
                    <a:pt x="194891" y="274319"/>
                  </a:lnTo>
                  <a:lnTo>
                    <a:pt x="196635" y="274062"/>
                  </a:lnTo>
                  <a:close/>
                </a:path>
                <a:path w="374650" h="293369">
                  <a:moveTo>
                    <a:pt x="216796" y="270866"/>
                  </a:moveTo>
                  <a:lnTo>
                    <a:pt x="195012" y="274319"/>
                  </a:lnTo>
                  <a:lnTo>
                    <a:pt x="266457" y="274319"/>
                  </a:lnTo>
                  <a:lnTo>
                    <a:pt x="274372" y="271080"/>
                  </a:lnTo>
                  <a:lnTo>
                    <a:pt x="215771" y="271080"/>
                  </a:lnTo>
                  <a:lnTo>
                    <a:pt x="216796" y="270866"/>
                  </a:lnTo>
                  <a:close/>
                </a:path>
                <a:path w="374650" h="293369">
                  <a:moveTo>
                    <a:pt x="236573" y="266761"/>
                  </a:moveTo>
                  <a:lnTo>
                    <a:pt x="236374" y="266761"/>
                  </a:lnTo>
                  <a:lnTo>
                    <a:pt x="215771" y="271080"/>
                  </a:lnTo>
                  <a:lnTo>
                    <a:pt x="274372" y="271080"/>
                  </a:lnTo>
                  <a:lnTo>
                    <a:pt x="284142" y="267080"/>
                  </a:lnTo>
                  <a:lnTo>
                    <a:pt x="235652" y="267080"/>
                  </a:lnTo>
                  <a:lnTo>
                    <a:pt x="236573" y="266761"/>
                  </a:lnTo>
                  <a:close/>
                </a:path>
                <a:path w="374650" h="293369">
                  <a:moveTo>
                    <a:pt x="284583" y="248502"/>
                  </a:moveTo>
                  <a:lnTo>
                    <a:pt x="261456" y="258088"/>
                  </a:lnTo>
                  <a:lnTo>
                    <a:pt x="260386" y="258503"/>
                  </a:lnTo>
                  <a:lnTo>
                    <a:pt x="236503" y="266761"/>
                  </a:lnTo>
                  <a:lnTo>
                    <a:pt x="235652" y="267080"/>
                  </a:lnTo>
                  <a:lnTo>
                    <a:pt x="284142" y="267080"/>
                  </a:lnTo>
                  <a:lnTo>
                    <a:pt x="291278" y="264159"/>
                  </a:lnTo>
                  <a:lnTo>
                    <a:pt x="292040" y="263778"/>
                  </a:lnTo>
                  <a:lnTo>
                    <a:pt x="302050" y="258503"/>
                  </a:lnTo>
                  <a:lnTo>
                    <a:pt x="260402" y="258503"/>
                  </a:lnTo>
                  <a:lnTo>
                    <a:pt x="261456" y="258088"/>
                  </a:lnTo>
                  <a:lnTo>
                    <a:pt x="302837" y="258088"/>
                  </a:lnTo>
                  <a:lnTo>
                    <a:pt x="310836" y="253872"/>
                  </a:lnTo>
                  <a:lnTo>
                    <a:pt x="319033" y="248792"/>
                  </a:lnTo>
                  <a:lnTo>
                    <a:pt x="284039" y="248792"/>
                  </a:lnTo>
                  <a:lnTo>
                    <a:pt x="284583" y="248502"/>
                  </a:lnTo>
                  <a:close/>
                </a:path>
                <a:path w="374650" h="293369">
                  <a:moveTo>
                    <a:pt x="90459" y="262987"/>
                  </a:moveTo>
                  <a:lnTo>
                    <a:pt x="91126" y="263270"/>
                  </a:lnTo>
                  <a:lnTo>
                    <a:pt x="91477" y="263270"/>
                  </a:lnTo>
                  <a:lnTo>
                    <a:pt x="90459" y="262987"/>
                  </a:lnTo>
                  <a:close/>
                </a:path>
                <a:path w="374650" h="293369">
                  <a:moveTo>
                    <a:pt x="334782" y="217377"/>
                  </a:moveTo>
                  <a:lnTo>
                    <a:pt x="319860" y="228102"/>
                  </a:lnTo>
                  <a:lnTo>
                    <a:pt x="301775" y="239374"/>
                  </a:lnTo>
                  <a:lnTo>
                    <a:pt x="284620" y="248502"/>
                  </a:lnTo>
                  <a:lnTo>
                    <a:pt x="284039" y="248792"/>
                  </a:lnTo>
                  <a:lnTo>
                    <a:pt x="319033" y="248792"/>
                  </a:lnTo>
                  <a:lnTo>
                    <a:pt x="328870" y="242696"/>
                  </a:lnTo>
                  <a:lnTo>
                    <a:pt x="329378" y="242442"/>
                  </a:lnTo>
                  <a:lnTo>
                    <a:pt x="345634" y="231012"/>
                  </a:lnTo>
                  <a:lnTo>
                    <a:pt x="346904" y="229742"/>
                  </a:lnTo>
                  <a:lnTo>
                    <a:pt x="356810" y="219201"/>
                  </a:lnTo>
                  <a:lnTo>
                    <a:pt x="357527" y="218185"/>
                  </a:lnTo>
                  <a:lnTo>
                    <a:pt x="334077" y="218185"/>
                  </a:lnTo>
                  <a:lnTo>
                    <a:pt x="334782" y="217377"/>
                  </a:lnTo>
                  <a:close/>
                </a:path>
                <a:path w="374650" h="293369">
                  <a:moveTo>
                    <a:pt x="47819" y="242950"/>
                  </a:moveTo>
                  <a:lnTo>
                    <a:pt x="49775" y="244347"/>
                  </a:lnTo>
                  <a:lnTo>
                    <a:pt x="48663" y="243391"/>
                  </a:lnTo>
                  <a:lnTo>
                    <a:pt x="47819" y="242950"/>
                  </a:lnTo>
                  <a:close/>
                </a:path>
                <a:path w="374650" h="293369">
                  <a:moveTo>
                    <a:pt x="48672" y="243391"/>
                  </a:moveTo>
                  <a:lnTo>
                    <a:pt x="49740" y="244347"/>
                  </a:lnTo>
                  <a:lnTo>
                    <a:pt x="50507" y="244347"/>
                  </a:lnTo>
                  <a:lnTo>
                    <a:pt x="48672" y="243391"/>
                  </a:lnTo>
                  <a:close/>
                </a:path>
                <a:path w="374650" h="293369">
                  <a:moveTo>
                    <a:pt x="48168" y="242950"/>
                  </a:moveTo>
                  <a:lnTo>
                    <a:pt x="47819" y="242950"/>
                  </a:lnTo>
                  <a:lnTo>
                    <a:pt x="48672" y="243391"/>
                  </a:lnTo>
                  <a:lnTo>
                    <a:pt x="48168" y="242950"/>
                  </a:lnTo>
                  <a:close/>
                </a:path>
                <a:path w="374650" h="293369">
                  <a:moveTo>
                    <a:pt x="37638" y="233590"/>
                  </a:moveTo>
                  <a:lnTo>
                    <a:pt x="38167" y="234314"/>
                  </a:lnTo>
                  <a:lnTo>
                    <a:pt x="38453" y="234314"/>
                  </a:lnTo>
                  <a:lnTo>
                    <a:pt x="37638" y="233590"/>
                  </a:lnTo>
                  <a:close/>
                </a:path>
                <a:path w="374650" h="293369">
                  <a:moveTo>
                    <a:pt x="37239" y="233044"/>
                  </a:moveTo>
                  <a:lnTo>
                    <a:pt x="37024" y="233044"/>
                  </a:lnTo>
                  <a:lnTo>
                    <a:pt x="37638" y="233590"/>
                  </a:lnTo>
                  <a:lnTo>
                    <a:pt x="37239" y="233044"/>
                  </a:lnTo>
                  <a:close/>
                </a:path>
                <a:path w="374650" h="293369">
                  <a:moveTo>
                    <a:pt x="335324" y="217042"/>
                  </a:moveTo>
                  <a:lnTo>
                    <a:pt x="334782" y="217377"/>
                  </a:lnTo>
                  <a:lnTo>
                    <a:pt x="334077" y="218185"/>
                  </a:lnTo>
                  <a:lnTo>
                    <a:pt x="335324" y="217042"/>
                  </a:lnTo>
                  <a:close/>
                </a:path>
                <a:path w="374650" h="293369">
                  <a:moveTo>
                    <a:pt x="358459" y="216788"/>
                  </a:moveTo>
                  <a:lnTo>
                    <a:pt x="335601" y="216788"/>
                  </a:lnTo>
                  <a:lnTo>
                    <a:pt x="334077" y="218185"/>
                  </a:lnTo>
                  <a:lnTo>
                    <a:pt x="357527" y="218185"/>
                  </a:lnTo>
                  <a:lnTo>
                    <a:pt x="358334" y="217042"/>
                  </a:lnTo>
                  <a:lnTo>
                    <a:pt x="358459" y="216788"/>
                  </a:lnTo>
                  <a:close/>
                </a:path>
                <a:path w="374650" h="293369">
                  <a:moveTo>
                    <a:pt x="342530" y="208492"/>
                  </a:moveTo>
                  <a:lnTo>
                    <a:pt x="334782" y="217377"/>
                  </a:lnTo>
                  <a:lnTo>
                    <a:pt x="335601" y="216788"/>
                  </a:lnTo>
                  <a:lnTo>
                    <a:pt x="358459" y="216788"/>
                  </a:lnTo>
                  <a:lnTo>
                    <a:pt x="362208" y="209168"/>
                  </a:lnTo>
                  <a:lnTo>
                    <a:pt x="342205" y="209168"/>
                  </a:lnTo>
                  <a:lnTo>
                    <a:pt x="342530" y="208492"/>
                  </a:lnTo>
                  <a:close/>
                </a:path>
                <a:path w="374650" h="293369">
                  <a:moveTo>
                    <a:pt x="20260" y="209803"/>
                  </a:moveTo>
                  <a:lnTo>
                    <a:pt x="21530" y="212470"/>
                  </a:lnTo>
                  <a:lnTo>
                    <a:pt x="21084" y="210932"/>
                  </a:lnTo>
                  <a:lnTo>
                    <a:pt x="20260" y="209803"/>
                  </a:lnTo>
                  <a:close/>
                </a:path>
                <a:path w="374650" h="293369">
                  <a:moveTo>
                    <a:pt x="21084" y="210932"/>
                  </a:moveTo>
                  <a:lnTo>
                    <a:pt x="21530" y="212470"/>
                  </a:lnTo>
                  <a:lnTo>
                    <a:pt x="22208" y="212470"/>
                  </a:lnTo>
                  <a:lnTo>
                    <a:pt x="21084" y="210932"/>
                  </a:lnTo>
                  <a:close/>
                </a:path>
                <a:path w="374650" h="293369">
                  <a:moveTo>
                    <a:pt x="20757" y="209803"/>
                  </a:moveTo>
                  <a:lnTo>
                    <a:pt x="20260" y="209803"/>
                  </a:lnTo>
                  <a:lnTo>
                    <a:pt x="21084" y="210932"/>
                  </a:lnTo>
                  <a:lnTo>
                    <a:pt x="20757" y="209803"/>
                  </a:lnTo>
                  <a:close/>
                </a:path>
                <a:path w="374650" h="293369">
                  <a:moveTo>
                    <a:pt x="343602" y="207263"/>
                  </a:moveTo>
                  <a:lnTo>
                    <a:pt x="342530" y="208492"/>
                  </a:lnTo>
                  <a:lnTo>
                    <a:pt x="342205" y="209168"/>
                  </a:lnTo>
                  <a:lnTo>
                    <a:pt x="343602" y="207263"/>
                  </a:lnTo>
                  <a:close/>
                </a:path>
                <a:path w="374650" h="293369">
                  <a:moveTo>
                    <a:pt x="363145" y="207263"/>
                  </a:moveTo>
                  <a:lnTo>
                    <a:pt x="343602" y="207263"/>
                  </a:lnTo>
                  <a:lnTo>
                    <a:pt x="342205" y="209168"/>
                  </a:lnTo>
                  <a:lnTo>
                    <a:pt x="362208" y="209168"/>
                  </a:lnTo>
                  <a:lnTo>
                    <a:pt x="363145" y="207263"/>
                  </a:lnTo>
                  <a:close/>
                </a:path>
                <a:path w="374650" h="293369">
                  <a:moveTo>
                    <a:pt x="353464" y="185775"/>
                  </a:moveTo>
                  <a:lnTo>
                    <a:pt x="342530" y="208492"/>
                  </a:lnTo>
                  <a:lnTo>
                    <a:pt x="343602" y="207263"/>
                  </a:lnTo>
                  <a:lnTo>
                    <a:pt x="363145" y="207263"/>
                  </a:lnTo>
                  <a:lnTo>
                    <a:pt x="370018" y="193293"/>
                  </a:lnTo>
                  <a:lnTo>
                    <a:pt x="370526" y="192023"/>
                  </a:lnTo>
                  <a:lnTo>
                    <a:pt x="372027" y="187070"/>
                  </a:lnTo>
                  <a:lnTo>
                    <a:pt x="353127" y="187070"/>
                  </a:lnTo>
                  <a:lnTo>
                    <a:pt x="353464" y="185775"/>
                  </a:lnTo>
                  <a:close/>
                </a:path>
                <a:path w="374650" h="293369">
                  <a:moveTo>
                    <a:pt x="17782" y="199535"/>
                  </a:moveTo>
                  <a:lnTo>
                    <a:pt x="17847" y="200659"/>
                  </a:lnTo>
                  <a:lnTo>
                    <a:pt x="18108" y="200659"/>
                  </a:lnTo>
                  <a:lnTo>
                    <a:pt x="17782" y="199535"/>
                  </a:lnTo>
                  <a:close/>
                </a:path>
                <a:path w="374650" h="293369">
                  <a:moveTo>
                    <a:pt x="17745" y="198881"/>
                  </a:moveTo>
                  <a:lnTo>
                    <a:pt x="17593" y="198881"/>
                  </a:lnTo>
                  <a:lnTo>
                    <a:pt x="17782" y="199535"/>
                  </a:lnTo>
                  <a:lnTo>
                    <a:pt x="17745" y="198881"/>
                  </a:lnTo>
                  <a:close/>
                </a:path>
                <a:path w="374650" h="293369">
                  <a:moveTo>
                    <a:pt x="355816" y="176727"/>
                  </a:moveTo>
                  <a:lnTo>
                    <a:pt x="354184" y="183006"/>
                  </a:lnTo>
                  <a:lnTo>
                    <a:pt x="354085" y="183387"/>
                  </a:lnTo>
                  <a:lnTo>
                    <a:pt x="353985" y="183768"/>
                  </a:lnTo>
                  <a:lnTo>
                    <a:pt x="353635" y="185419"/>
                  </a:lnTo>
                  <a:lnTo>
                    <a:pt x="353127" y="187070"/>
                  </a:lnTo>
                  <a:lnTo>
                    <a:pt x="372027" y="187070"/>
                  </a:lnTo>
                  <a:lnTo>
                    <a:pt x="374336" y="179450"/>
                  </a:lnTo>
                  <a:lnTo>
                    <a:pt x="374369" y="178815"/>
                  </a:lnTo>
                  <a:lnTo>
                    <a:pt x="356302" y="178815"/>
                  </a:lnTo>
                  <a:lnTo>
                    <a:pt x="355816" y="176727"/>
                  </a:lnTo>
                  <a:close/>
                </a:path>
                <a:path w="374650" h="293369">
                  <a:moveTo>
                    <a:pt x="356422" y="174624"/>
                  </a:moveTo>
                  <a:lnTo>
                    <a:pt x="355816" y="176727"/>
                  </a:lnTo>
                  <a:lnTo>
                    <a:pt x="356302" y="178815"/>
                  </a:lnTo>
                  <a:lnTo>
                    <a:pt x="356422" y="174624"/>
                  </a:lnTo>
                  <a:close/>
                </a:path>
                <a:path w="374650" h="293369">
                  <a:moveTo>
                    <a:pt x="374532" y="174370"/>
                  </a:moveTo>
                  <a:lnTo>
                    <a:pt x="356429" y="174370"/>
                  </a:lnTo>
                  <a:lnTo>
                    <a:pt x="356302" y="178815"/>
                  </a:lnTo>
                  <a:lnTo>
                    <a:pt x="374369" y="178815"/>
                  </a:lnTo>
                  <a:lnTo>
                    <a:pt x="374479" y="176727"/>
                  </a:lnTo>
                  <a:lnTo>
                    <a:pt x="374532" y="174370"/>
                  </a:lnTo>
                  <a:close/>
                </a:path>
                <a:path w="374650" h="293369">
                  <a:moveTo>
                    <a:pt x="348930" y="147115"/>
                  </a:moveTo>
                  <a:lnTo>
                    <a:pt x="355816" y="176727"/>
                  </a:lnTo>
                  <a:lnTo>
                    <a:pt x="356363" y="174624"/>
                  </a:lnTo>
                  <a:lnTo>
                    <a:pt x="356429" y="174370"/>
                  </a:lnTo>
                  <a:lnTo>
                    <a:pt x="374532" y="174370"/>
                  </a:lnTo>
                  <a:lnTo>
                    <a:pt x="368578" y="148335"/>
                  </a:lnTo>
                  <a:lnTo>
                    <a:pt x="349571" y="148335"/>
                  </a:lnTo>
                  <a:lnTo>
                    <a:pt x="348930" y="147115"/>
                  </a:lnTo>
                  <a:close/>
                </a:path>
                <a:path w="374650" h="293369">
                  <a:moveTo>
                    <a:pt x="348731" y="146176"/>
                  </a:moveTo>
                  <a:lnTo>
                    <a:pt x="348930" y="147115"/>
                  </a:lnTo>
                  <a:lnTo>
                    <a:pt x="349571" y="148335"/>
                  </a:lnTo>
                  <a:lnTo>
                    <a:pt x="348731" y="146176"/>
                  </a:lnTo>
                  <a:close/>
                </a:path>
                <a:path w="374650" h="293369">
                  <a:moveTo>
                    <a:pt x="368055" y="146049"/>
                  </a:moveTo>
                  <a:lnTo>
                    <a:pt x="348682" y="146049"/>
                  </a:lnTo>
                  <a:lnTo>
                    <a:pt x="349571" y="148335"/>
                  </a:lnTo>
                  <a:lnTo>
                    <a:pt x="368578" y="148335"/>
                  </a:lnTo>
                  <a:lnTo>
                    <a:pt x="368084" y="146176"/>
                  </a:lnTo>
                  <a:lnTo>
                    <a:pt x="368055" y="146049"/>
                  </a:lnTo>
                  <a:close/>
                </a:path>
                <a:path w="374650" h="293369">
                  <a:moveTo>
                    <a:pt x="343357" y="136505"/>
                  </a:moveTo>
                  <a:lnTo>
                    <a:pt x="348930" y="147115"/>
                  </a:lnTo>
                  <a:lnTo>
                    <a:pt x="348711" y="146176"/>
                  </a:lnTo>
                  <a:lnTo>
                    <a:pt x="348682" y="146049"/>
                  </a:lnTo>
                  <a:lnTo>
                    <a:pt x="368055" y="146049"/>
                  </a:lnTo>
                  <a:lnTo>
                    <a:pt x="367097" y="141858"/>
                  </a:lnTo>
                  <a:lnTo>
                    <a:pt x="366208" y="139699"/>
                  </a:lnTo>
                  <a:lnTo>
                    <a:pt x="365118" y="137540"/>
                  </a:lnTo>
                  <a:lnTo>
                    <a:pt x="344237" y="137540"/>
                  </a:lnTo>
                  <a:lnTo>
                    <a:pt x="343357" y="136505"/>
                  </a:lnTo>
                  <a:close/>
                </a:path>
                <a:path w="374650" h="293369">
                  <a:moveTo>
                    <a:pt x="342967" y="135762"/>
                  </a:moveTo>
                  <a:lnTo>
                    <a:pt x="343357" y="136505"/>
                  </a:lnTo>
                  <a:lnTo>
                    <a:pt x="344237" y="137540"/>
                  </a:lnTo>
                  <a:lnTo>
                    <a:pt x="342967" y="135762"/>
                  </a:lnTo>
                  <a:close/>
                </a:path>
                <a:path w="374650" h="293369">
                  <a:moveTo>
                    <a:pt x="364220" y="135762"/>
                  </a:moveTo>
                  <a:lnTo>
                    <a:pt x="342967" y="135762"/>
                  </a:lnTo>
                  <a:lnTo>
                    <a:pt x="344237" y="137540"/>
                  </a:lnTo>
                  <a:lnTo>
                    <a:pt x="365118" y="137540"/>
                  </a:lnTo>
                  <a:lnTo>
                    <a:pt x="364220" y="135762"/>
                  </a:lnTo>
                  <a:close/>
                </a:path>
                <a:path w="374650" h="293369">
                  <a:moveTo>
                    <a:pt x="348228" y="113029"/>
                  </a:moveTo>
                  <a:lnTo>
                    <a:pt x="323409" y="113029"/>
                  </a:lnTo>
                  <a:lnTo>
                    <a:pt x="325187" y="114680"/>
                  </a:lnTo>
                  <a:lnTo>
                    <a:pt x="324812" y="114680"/>
                  </a:lnTo>
                  <a:lnTo>
                    <a:pt x="343357" y="136505"/>
                  </a:lnTo>
                  <a:lnTo>
                    <a:pt x="342967" y="135762"/>
                  </a:lnTo>
                  <a:lnTo>
                    <a:pt x="364220" y="135762"/>
                  </a:lnTo>
                  <a:lnTo>
                    <a:pt x="359858" y="127126"/>
                  </a:lnTo>
                  <a:lnTo>
                    <a:pt x="358588" y="125221"/>
                  </a:lnTo>
                  <a:lnTo>
                    <a:pt x="349631" y="114680"/>
                  </a:lnTo>
                  <a:lnTo>
                    <a:pt x="325187" y="114680"/>
                  </a:lnTo>
                  <a:lnTo>
                    <a:pt x="324462" y="114173"/>
                  </a:lnTo>
                  <a:lnTo>
                    <a:pt x="349199" y="114173"/>
                  </a:lnTo>
                  <a:lnTo>
                    <a:pt x="348228" y="113029"/>
                  </a:lnTo>
                  <a:close/>
                </a:path>
                <a:path w="374650" h="293369">
                  <a:moveTo>
                    <a:pt x="323945" y="113528"/>
                  </a:moveTo>
                  <a:lnTo>
                    <a:pt x="324259" y="114030"/>
                  </a:lnTo>
                  <a:lnTo>
                    <a:pt x="325187" y="114680"/>
                  </a:lnTo>
                  <a:lnTo>
                    <a:pt x="323945" y="113528"/>
                  </a:lnTo>
                  <a:close/>
                </a:path>
                <a:path w="374650" h="293369">
                  <a:moveTo>
                    <a:pt x="30050" y="113528"/>
                  </a:moveTo>
                  <a:lnTo>
                    <a:pt x="29745" y="114030"/>
                  </a:lnTo>
                  <a:lnTo>
                    <a:pt x="29658" y="114173"/>
                  </a:lnTo>
                  <a:lnTo>
                    <a:pt x="29839" y="114173"/>
                  </a:lnTo>
                  <a:lnTo>
                    <a:pt x="30050" y="113528"/>
                  </a:lnTo>
                  <a:close/>
                </a:path>
                <a:path w="374650" h="293369">
                  <a:moveTo>
                    <a:pt x="343048" y="106933"/>
                  </a:moveTo>
                  <a:lnTo>
                    <a:pt x="314138" y="106933"/>
                  </a:lnTo>
                  <a:lnTo>
                    <a:pt x="324259" y="114030"/>
                  </a:lnTo>
                  <a:lnTo>
                    <a:pt x="323409" y="113029"/>
                  </a:lnTo>
                  <a:lnTo>
                    <a:pt x="348228" y="113029"/>
                  </a:lnTo>
                  <a:lnTo>
                    <a:pt x="343156" y="107061"/>
                  </a:lnTo>
                  <a:lnTo>
                    <a:pt x="343048" y="106933"/>
                  </a:lnTo>
                  <a:close/>
                </a:path>
                <a:path w="374650" h="293369">
                  <a:moveTo>
                    <a:pt x="30739" y="112394"/>
                  </a:moveTo>
                  <a:lnTo>
                    <a:pt x="30420" y="112394"/>
                  </a:lnTo>
                  <a:lnTo>
                    <a:pt x="30050" y="113528"/>
                  </a:lnTo>
                  <a:lnTo>
                    <a:pt x="30739" y="112394"/>
                  </a:lnTo>
                  <a:close/>
                </a:path>
                <a:path w="374650" h="293369">
                  <a:moveTo>
                    <a:pt x="316007" y="87375"/>
                  </a:moveTo>
                  <a:lnTo>
                    <a:pt x="275530" y="87375"/>
                  </a:lnTo>
                  <a:lnTo>
                    <a:pt x="289119" y="94741"/>
                  </a:lnTo>
                  <a:lnTo>
                    <a:pt x="289373" y="94995"/>
                  </a:lnTo>
                  <a:lnTo>
                    <a:pt x="315281" y="107695"/>
                  </a:lnTo>
                  <a:lnTo>
                    <a:pt x="314138" y="106933"/>
                  </a:lnTo>
                  <a:lnTo>
                    <a:pt x="343048" y="106933"/>
                  </a:lnTo>
                  <a:lnTo>
                    <a:pt x="337760" y="100711"/>
                  </a:lnTo>
                  <a:lnTo>
                    <a:pt x="335728" y="99060"/>
                  </a:lnTo>
                  <a:lnTo>
                    <a:pt x="324741" y="91693"/>
                  </a:lnTo>
                  <a:lnTo>
                    <a:pt x="323409" y="90931"/>
                  </a:lnTo>
                  <a:lnTo>
                    <a:pt x="316007" y="87375"/>
                  </a:lnTo>
                  <a:close/>
                </a:path>
                <a:path w="374650" h="293369">
                  <a:moveTo>
                    <a:pt x="284115" y="74641"/>
                  </a:moveTo>
                  <a:lnTo>
                    <a:pt x="231589" y="74641"/>
                  </a:lnTo>
                  <a:lnTo>
                    <a:pt x="243630" y="76835"/>
                  </a:lnTo>
                  <a:lnTo>
                    <a:pt x="243396" y="76835"/>
                  </a:lnTo>
                  <a:lnTo>
                    <a:pt x="276748" y="88036"/>
                  </a:lnTo>
                  <a:lnTo>
                    <a:pt x="275530" y="87375"/>
                  </a:lnTo>
                  <a:lnTo>
                    <a:pt x="316007" y="87375"/>
                  </a:lnTo>
                  <a:lnTo>
                    <a:pt x="297501" y="78486"/>
                  </a:lnTo>
                  <a:lnTo>
                    <a:pt x="295850" y="77850"/>
                  </a:lnTo>
                  <a:lnTo>
                    <a:pt x="284115" y="74641"/>
                  </a:lnTo>
                  <a:close/>
                </a:path>
                <a:path w="374650" h="293369">
                  <a:moveTo>
                    <a:pt x="53850" y="79465"/>
                  </a:moveTo>
                  <a:lnTo>
                    <a:pt x="53407" y="79882"/>
                  </a:lnTo>
                  <a:lnTo>
                    <a:pt x="53536" y="79882"/>
                  </a:lnTo>
                  <a:lnTo>
                    <a:pt x="53850" y="79465"/>
                  </a:lnTo>
                  <a:close/>
                </a:path>
                <a:path w="374650" h="293369">
                  <a:moveTo>
                    <a:pt x="54476" y="78866"/>
                  </a:moveTo>
                  <a:lnTo>
                    <a:pt x="54296" y="78866"/>
                  </a:lnTo>
                  <a:lnTo>
                    <a:pt x="53850" y="79465"/>
                  </a:lnTo>
                  <a:lnTo>
                    <a:pt x="54476" y="78866"/>
                  </a:lnTo>
                  <a:close/>
                </a:path>
                <a:path w="374650" h="293369">
                  <a:moveTo>
                    <a:pt x="211903" y="63245"/>
                  </a:moveTo>
                  <a:lnTo>
                    <a:pt x="209871" y="63245"/>
                  </a:lnTo>
                  <a:lnTo>
                    <a:pt x="204156" y="63626"/>
                  </a:lnTo>
                  <a:lnTo>
                    <a:pt x="203902" y="63626"/>
                  </a:lnTo>
                  <a:lnTo>
                    <a:pt x="202124" y="65404"/>
                  </a:lnTo>
                  <a:lnTo>
                    <a:pt x="202124" y="69850"/>
                  </a:lnTo>
                  <a:lnTo>
                    <a:pt x="204348" y="72073"/>
                  </a:lnTo>
                  <a:lnTo>
                    <a:pt x="211259" y="72073"/>
                  </a:lnTo>
                  <a:lnTo>
                    <a:pt x="232921" y="74881"/>
                  </a:lnTo>
                  <a:lnTo>
                    <a:pt x="231589" y="74641"/>
                  </a:lnTo>
                  <a:lnTo>
                    <a:pt x="284115" y="74641"/>
                  </a:lnTo>
                  <a:lnTo>
                    <a:pt x="280991" y="73787"/>
                  </a:lnTo>
                  <a:lnTo>
                    <a:pt x="245304" y="67690"/>
                  </a:lnTo>
                  <a:lnTo>
                    <a:pt x="232604" y="65658"/>
                  </a:lnTo>
                  <a:lnTo>
                    <a:pt x="211903" y="63245"/>
                  </a:lnTo>
                  <a:close/>
                </a:path>
                <a:path w="374650" h="293369">
                  <a:moveTo>
                    <a:pt x="64015" y="70103"/>
                  </a:moveTo>
                  <a:lnTo>
                    <a:pt x="63694" y="70103"/>
                  </a:lnTo>
                  <a:lnTo>
                    <a:pt x="62947" y="70814"/>
                  </a:lnTo>
                  <a:lnTo>
                    <a:pt x="64015" y="70103"/>
                  </a:lnTo>
                  <a:close/>
                </a:path>
                <a:path w="374650" h="293369">
                  <a:moveTo>
                    <a:pt x="218126" y="27468"/>
                  </a:moveTo>
                  <a:lnTo>
                    <a:pt x="225365" y="37464"/>
                  </a:lnTo>
                  <a:lnTo>
                    <a:pt x="227778" y="40893"/>
                  </a:lnTo>
                  <a:lnTo>
                    <a:pt x="232477" y="41655"/>
                  </a:lnTo>
                  <a:lnTo>
                    <a:pt x="239335" y="36829"/>
                  </a:lnTo>
                  <a:lnTo>
                    <a:pt x="240097" y="32130"/>
                  </a:lnTo>
                  <a:lnTo>
                    <a:pt x="237811" y="28701"/>
                  </a:lnTo>
                  <a:lnTo>
                    <a:pt x="237364" y="28066"/>
                  </a:lnTo>
                  <a:lnTo>
                    <a:pt x="218888" y="28066"/>
                  </a:lnTo>
                  <a:lnTo>
                    <a:pt x="218126" y="27468"/>
                  </a:lnTo>
                  <a:close/>
                </a:path>
                <a:path w="374650" h="293369">
                  <a:moveTo>
                    <a:pt x="217364" y="26415"/>
                  </a:moveTo>
                  <a:lnTo>
                    <a:pt x="218126" y="27468"/>
                  </a:lnTo>
                  <a:lnTo>
                    <a:pt x="218888" y="28066"/>
                  </a:lnTo>
                  <a:lnTo>
                    <a:pt x="217364" y="26415"/>
                  </a:lnTo>
                  <a:close/>
                </a:path>
                <a:path w="374650" h="293369">
                  <a:moveTo>
                    <a:pt x="236200" y="26415"/>
                  </a:moveTo>
                  <a:lnTo>
                    <a:pt x="217364" y="26415"/>
                  </a:lnTo>
                  <a:lnTo>
                    <a:pt x="218888" y="28066"/>
                  </a:lnTo>
                  <a:lnTo>
                    <a:pt x="237364" y="28066"/>
                  </a:lnTo>
                  <a:lnTo>
                    <a:pt x="236200" y="26415"/>
                  </a:lnTo>
                  <a:close/>
                </a:path>
                <a:path w="374650" h="293369">
                  <a:moveTo>
                    <a:pt x="204410" y="13080"/>
                  </a:moveTo>
                  <a:lnTo>
                    <a:pt x="214189" y="24256"/>
                  </a:lnTo>
                  <a:lnTo>
                    <a:pt x="215332" y="25273"/>
                  </a:lnTo>
                  <a:lnTo>
                    <a:pt x="218126" y="27468"/>
                  </a:lnTo>
                  <a:lnTo>
                    <a:pt x="217364" y="26415"/>
                  </a:lnTo>
                  <a:lnTo>
                    <a:pt x="236200" y="26415"/>
                  </a:lnTo>
                  <a:lnTo>
                    <a:pt x="229937" y="17525"/>
                  </a:lnTo>
                  <a:lnTo>
                    <a:pt x="228540" y="16001"/>
                  </a:lnTo>
                  <a:lnTo>
                    <a:pt x="210947" y="16001"/>
                  </a:lnTo>
                  <a:lnTo>
                    <a:pt x="204410" y="13080"/>
                  </a:lnTo>
                  <a:close/>
                </a:path>
                <a:path w="374650" h="293369">
                  <a:moveTo>
                    <a:pt x="164236" y="22648"/>
                  </a:moveTo>
                  <a:lnTo>
                    <a:pt x="161601" y="23306"/>
                  </a:lnTo>
                  <a:lnTo>
                    <a:pt x="161883" y="23306"/>
                  </a:lnTo>
                  <a:lnTo>
                    <a:pt x="164236" y="22648"/>
                  </a:lnTo>
                  <a:close/>
                </a:path>
                <a:path w="374650" h="293369">
                  <a:moveTo>
                    <a:pt x="212665" y="0"/>
                  </a:moveTo>
                  <a:lnTo>
                    <a:pt x="205807" y="0"/>
                  </a:lnTo>
                  <a:lnTo>
                    <a:pt x="201489" y="253"/>
                  </a:lnTo>
                  <a:lnTo>
                    <a:pt x="201235" y="253"/>
                  </a:lnTo>
                  <a:lnTo>
                    <a:pt x="190440" y="1396"/>
                  </a:lnTo>
                  <a:lnTo>
                    <a:pt x="190059" y="1396"/>
                  </a:lnTo>
                  <a:lnTo>
                    <a:pt x="181915" y="2539"/>
                  </a:lnTo>
                  <a:lnTo>
                    <a:pt x="182566" y="2539"/>
                  </a:lnTo>
                  <a:lnTo>
                    <a:pt x="167072" y="5333"/>
                  </a:lnTo>
                  <a:lnTo>
                    <a:pt x="157928" y="7619"/>
                  </a:lnTo>
                  <a:lnTo>
                    <a:pt x="157674" y="7619"/>
                  </a:lnTo>
                  <a:lnTo>
                    <a:pt x="138624" y="13080"/>
                  </a:lnTo>
                  <a:lnTo>
                    <a:pt x="125704" y="17341"/>
                  </a:lnTo>
                  <a:lnTo>
                    <a:pt x="191221" y="17341"/>
                  </a:lnTo>
                  <a:lnTo>
                    <a:pt x="202759" y="16255"/>
                  </a:lnTo>
                  <a:lnTo>
                    <a:pt x="204918" y="16001"/>
                  </a:lnTo>
                  <a:lnTo>
                    <a:pt x="206966" y="16001"/>
                  </a:lnTo>
                  <a:lnTo>
                    <a:pt x="204410" y="13080"/>
                  </a:lnTo>
                  <a:lnTo>
                    <a:pt x="225115" y="13080"/>
                  </a:lnTo>
                  <a:lnTo>
                    <a:pt x="214824" y="1015"/>
                  </a:lnTo>
                  <a:lnTo>
                    <a:pt x="212665" y="0"/>
                  </a:lnTo>
                  <a:close/>
                </a:path>
                <a:path w="374650" h="293369">
                  <a:moveTo>
                    <a:pt x="224984" y="13080"/>
                  </a:moveTo>
                  <a:lnTo>
                    <a:pt x="204410" y="13080"/>
                  </a:lnTo>
                  <a:lnTo>
                    <a:pt x="210947" y="16001"/>
                  </a:lnTo>
                  <a:lnTo>
                    <a:pt x="228540" y="16001"/>
                  </a:lnTo>
                  <a:lnTo>
                    <a:pt x="226066" y="13969"/>
                  </a:lnTo>
                  <a:lnTo>
                    <a:pt x="225873" y="13969"/>
                  </a:lnTo>
                  <a:lnTo>
                    <a:pt x="224984" y="13080"/>
                  </a:lnTo>
                  <a:close/>
                </a:path>
                <a:path w="374650" h="293369">
                  <a:moveTo>
                    <a:pt x="225421" y="13439"/>
                  </a:moveTo>
                  <a:lnTo>
                    <a:pt x="225873" y="13969"/>
                  </a:lnTo>
                  <a:lnTo>
                    <a:pt x="226066" y="13969"/>
                  </a:lnTo>
                  <a:lnTo>
                    <a:pt x="225421" y="13439"/>
                  </a:lnTo>
                  <a:close/>
                </a:path>
                <a:path w="374650" h="293369">
                  <a:moveTo>
                    <a:pt x="225115" y="13080"/>
                  </a:moveTo>
                  <a:lnTo>
                    <a:pt x="224984" y="13080"/>
                  </a:lnTo>
                  <a:lnTo>
                    <a:pt x="225421" y="13439"/>
                  </a:lnTo>
                  <a:lnTo>
                    <a:pt x="225115" y="1308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1138" y="2337816"/>
              <a:ext cx="340995" cy="22986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81244" y="2877185"/>
              <a:ext cx="438403" cy="2514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84113" y="1761363"/>
              <a:ext cx="391795" cy="250190"/>
            </a:xfrm>
            <a:custGeom>
              <a:avLst/>
              <a:gdLst/>
              <a:ahLst/>
              <a:cxnLst/>
              <a:rect l="l" t="t" r="r" b="b"/>
              <a:pathLst>
                <a:path w="391795" h="250189">
                  <a:moveTo>
                    <a:pt x="121920" y="21589"/>
                  </a:moveTo>
                  <a:lnTo>
                    <a:pt x="70103" y="21589"/>
                  </a:lnTo>
                  <a:lnTo>
                    <a:pt x="44831" y="39369"/>
                  </a:lnTo>
                  <a:lnTo>
                    <a:pt x="43814" y="39369"/>
                  </a:lnTo>
                  <a:lnTo>
                    <a:pt x="34798" y="46989"/>
                  </a:lnTo>
                  <a:lnTo>
                    <a:pt x="34036" y="48260"/>
                  </a:lnTo>
                  <a:lnTo>
                    <a:pt x="18161" y="66039"/>
                  </a:lnTo>
                  <a:lnTo>
                    <a:pt x="5334" y="95250"/>
                  </a:lnTo>
                  <a:lnTo>
                    <a:pt x="2794" y="104139"/>
                  </a:lnTo>
                  <a:lnTo>
                    <a:pt x="2539" y="105410"/>
                  </a:lnTo>
                  <a:lnTo>
                    <a:pt x="120" y="130810"/>
                  </a:lnTo>
                  <a:lnTo>
                    <a:pt x="0" y="134619"/>
                  </a:lnTo>
                  <a:lnTo>
                    <a:pt x="1016" y="144780"/>
                  </a:lnTo>
                  <a:lnTo>
                    <a:pt x="1143" y="146050"/>
                  </a:lnTo>
                  <a:lnTo>
                    <a:pt x="12953" y="184150"/>
                  </a:lnTo>
                  <a:lnTo>
                    <a:pt x="33782" y="204469"/>
                  </a:lnTo>
                  <a:lnTo>
                    <a:pt x="34925" y="205739"/>
                  </a:lnTo>
                  <a:lnTo>
                    <a:pt x="47625" y="214629"/>
                  </a:lnTo>
                  <a:lnTo>
                    <a:pt x="48260" y="214629"/>
                  </a:lnTo>
                  <a:lnTo>
                    <a:pt x="66477" y="224893"/>
                  </a:lnTo>
                  <a:lnTo>
                    <a:pt x="67150" y="224893"/>
                  </a:lnTo>
                  <a:lnTo>
                    <a:pt x="85978" y="233679"/>
                  </a:lnTo>
                  <a:lnTo>
                    <a:pt x="87249" y="234950"/>
                  </a:lnTo>
                  <a:lnTo>
                    <a:pt x="104901" y="240029"/>
                  </a:lnTo>
                  <a:lnTo>
                    <a:pt x="123444" y="243839"/>
                  </a:lnTo>
                  <a:lnTo>
                    <a:pt x="123825" y="243839"/>
                  </a:lnTo>
                  <a:lnTo>
                    <a:pt x="142112" y="247650"/>
                  </a:lnTo>
                  <a:lnTo>
                    <a:pt x="142875" y="247650"/>
                  </a:lnTo>
                  <a:lnTo>
                    <a:pt x="161544" y="250189"/>
                  </a:lnTo>
                  <a:lnTo>
                    <a:pt x="204088" y="250189"/>
                  </a:lnTo>
                  <a:lnTo>
                    <a:pt x="232537" y="248919"/>
                  </a:lnTo>
                  <a:lnTo>
                    <a:pt x="233172" y="248919"/>
                  </a:lnTo>
                  <a:lnTo>
                    <a:pt x="256539" y="246379"/>
                  </a:lnTo>
                  <a:lnTo>
                    <a:pt x="279400" y="242569"/>
                  </a:lnTo>
                  <a:lnTo>
                    <a:pt x="305943" y="237489"/>
                  </a:lnTo>
                  <a:lnTo>
                    <a:pt x="317277" y="233679"/>
                  </a:lnTo>
                  <a:lnTo>
                    <a:pt x="183007" y="233679"/>
                  </a:lnTo>
                  <a:lnTo>
                    <a:pt x="164128" y="232485"/>
                  </a:lnTo>
                  <a:lnTo>
                    <a:pt x="163827" y="232485"/>
                  </a:lnTo>
                  <a:lnTo>
                    <a:pt x="145530" y="229954"/>
                  </a:lnTo>
                  <a:lnTo>
                    <a:pt x="133213" y="227329"/>
                  </a:lnTo>
                  <a:lnTo>
                    <a:pt x="127635" y="227329"/>
                  </a:lnTo>
                  <a:lnTo>
                    <a:pt x="109600" y="222250"/>
                  </a:lnTo>
                  <a:lnTo>
                    <a:pt x="110109" y="222250"/>
                  </a:lnTo>
                  <a:lnTo>
                    <a:pt x="92456" y="217169"/>
                  </a:lnTo>
                  <a:lnTo>
                    <a:pt x="93725" y="217169"/>
                  </a:lnTo>
                  <a:lnTo>
                    <a:pt x="74675" y="208279"/>
                  </a:lnTo>
                  <a:lnTo>
                    <a:pt x="75184" y="208279"/>
                  </a:lnTo>
                  <a:lnTo>
                    <a:pt x="59515" y="199389"/>
                  </a:lnTo>
                  <a:lnTo>
                    <a:pt x="57912" y="199389"/>
                  </a:lnTo>
                  <a:lnTo>
                    <a:pt x="47135" y="191769"/>
                  </a:lnTo>
                  <a:lnTo>
                    <a:pt x="46482" y="191769"/>
                  </a:lnTo>
                  <a:lnTo>
                    <a:pt x="28257" y="173989"/>
                  </a:lnTo>
                  <a:lnTo>
                    <a:pt x="27559" y="173989"/>
                  </a:lnTo>
                  <a:lnTo>
                    <a:pt x="25653" y="171450"/>
                  </a:lnTo>
                  <a:lnTo>
                    <a:pt x="26384" y="171450"/>
                  </a:lnTo>
                  <a:lnTo>
                    <a:pt x="24034" y="166369"/>
                  </a:lnTo>
                  <a:lnTo>
                    <a:pt x="23622" y="166369"/>
                  </a:lnTo>
                  <a:lnTo>
                    <a:pt x="22860" y="163829"/>
                  </a:lnTo>
                  <a:lnTo>
                    <a:pt x="23142" y="163829"/>
                  </a:lnTo>
                  <a:lnTo>
                    <a:pt x="19543" y="144780"/>
                  </a:lnTo>
                  <a:lnTo>
                    <a:pt x="18627" y="134619"/>
                  </a:lnTo>
                  <a:lnTo>
                    <a:pt x="18414" y="134619"/>
                  </a:lnTo>
                  <a:lnTo>
                    <a:pt x="18414" y="132079"/>
                  </a:lnTo>
                  <a:lnTo>
                    <a:pt x="18656" y="132079"/>
                  </a:lnTo>
                  <a:lnTo>
                    <a:pt x="20592" y="111760"/>
                  </a:lnTo>
                  <a:lnTo>
                    <a:pt x="20713" y="110489"/>
                  </a:lnTo>
                  <a:lnTo>
                    <a:pt x="20834" y="109219"/>
                  </a:lnTo>
                  <a:lnTo>
                    <a:pt x="20700" y="109219"/>
                  </a:lnTo>
                  <a:lnTo>
                    <a:pt x="20872" y="108360"/>
                  </a:lnTo>
                  <a:lnTo>
                    <a:pt x="20955" y="107950"/>
                  </a:lnTo>
                  <a:lnTo>
                    <a:pt x="21653" y="105410"/>
                  </a:lnTo>
                  <a:lnTo>
                    <a:pt x="22923" y="100329"/>
                  </a:lnTo>
                  <a:lnTo>
                    <a:pt x="22993" y="99883"/>
                  </a:lnTo>
                  <a:lnTo>
                    <a:pt x="23240" y="99060"/>
                  </a:lnTo>
                  <a:lnTo>
                    <a:pt x="24852" y="95250"/>
                  </a:lnTo>
                  <a:lnTo>
                    <a:pt x="29337" y="83819"/>
                  </a:lnTo>
                  <a:lnTo>
                    <a:pt x="28828" y="83819"/>
                  </a:lnTo>
                  <a:lnTo>
                    <a:pt x="33147" y="76200"/>
                  </a:lnTo>
                  <a:lnTo>
                    <a:pt x="34144" y="76200"/>
                  </a:lnTo>
                  <a:lnTo>
                    <a:pt x="47751" y="60960"/>
                  </a:lnTo>
                  <a:lnTo>
                    <a:pt x="46989" y="60960"/>
                  </a:lnTo>
                  <a:lnTo>
                    <a:pt x="56007" y="53339"/>
                  </a:lnTo>
                  <a:lnTo>
                    <a:pt x="56787" y="53339"/>
                  </a:lnTo>
                  <a:lnTo>
                    <a:pt x="80137" y="36829"/>
                  </a:lnTo>
                  <a:lnTo>
                    <a:pt x="81788" y="36829"/>
                  </a:lnTo>
                  <a:lnTo>
                    <a:pt x="89788" y="33019"/>
                  </a:lnTo>
                  <a:lnTo>
                    <a:pt x="89026" y="33019"/>
                  </a:lnTo>
                  <a:lnTo>
                    <a:pt x="111251" y="25400"/>
                  </a:lnTo>
                  <a:lnTo>
                    <a:pt x="110744" y="25400"/>
                  </a:lnTo>
                  <a:lnTo>
                    <a:pt x="121920" y="21589"/>
                  </a:lnTo>
                  <a:close/>
                </a:path>
                <a:path w="391795" h="250189">
                  <a:moveTo>
                    <a:pt x="324699" y="231185"/>
                  </a:moveTo>
                  <a:lnTo>
                    <a:pt x="230890" y="231185"/>
                  </a:lnTo>
                  <a:lnTo>
                    <a:pt x="203073" y="233679"/>
                  </a:lnTo>
                  <a:lnTo>
                    <a:pt x="317277" y="233679"/>
                  </a:lnTo>
                  <a:lnTo>
                    <a:pt x="324699" y="231185"/>
                  </a:lnTo>
                  <a:close/>
                </a:path>
                <a:path w="391795" h="250189">
                  <a:moveTo>
                    <a:pt x="339574" y="224893"/>
                  </a:moveTo>
                  <a:lnTo>
                    <a:pt x="276242" y="224893"/>
                  </a:lnTo>
                  <a:lnTo>
                    <a:pt x="253665" y="228677"/>
                  </a:lnTo>
                  <a:lnTo>
                    <a:pt x="228450" y="231407"/>
                  </a:lnTo>
                  <a:lnTo>
                    <a:pt x="230890" y="231185"/>
                  </a:lnTo>
                  <a:lnTo>
                    <a:pt x="324699" y="231185"/>
                  </a:lnTo>
                  <a:lnTo>
                    <a:pt x="336169" y="227329"/>
                  </a:lnTo>
                  <a:lnTo>
                    <a:pt x="337312" y="226059"/>
                  </a:lnTo>
                  <a:lnTo>
                    <a:pt x="339574" y="224893"/>
                  </a:lnTo>
                  <a:close/>
                </a:path>
                <a:path w="391795" h="250189">
                  <a:moveTo>
                    <a:pt x="145679" y="229954"/>
                  </a:moveTo>
                  <a:lnTo>
                    <a:pt x="145530" y="229954"/>
                  </a:lnTo>
                  <a:lnTo>
                    <a:pt x="146823" y="230130"/>
                  </a:lnTo>
                  <a:lnTo>
                    <a:pt x="145679" y="229954"/>
                  </a:lnTo>
                  <a:close/>
                </a:path>
                <a:path w="391795" h="250189">
                  <a:moveTo>
                    <a:pt x="145949" y="229954"/>
                  </a:moveTo>
                  <a:lnTo>
                    <a:pt x="145679" y="229954"/>
                  </a:lnTo>
                  <a:lnTo>
                    <a:pt x="146813" y="230130"/>
                  </a:lnTo>
                  <a:lnTo>
                    <a:pt x="145949" y="229954"/>
                  </a:lnTo>
                  <a:close/>
                </a:path>
                <a:path w="391795" h="250189">
                  <a:moveTo>
                    <a:pt x="127253" y="226059"/>
                  </a:moveTo>
                  <a:lnTo>
                    <a:pt x="127635" y="227329"/>
                  </a:lnTo>
                  <a:lnTo>
                    <a:pt x="133213" y="227329"/>
                  </a:lnTo>
                  <a:lnTo>
                    <a:pt x="127253" y="226059"/>
                  </a:lnTo>
                  <a:close/>
                </a:path>
                <a:path w="391795" h="250189">
                  <a:moveTo>
                    <a:pt x="330200" y="209550"/>
                  </a:moveTo>
                  <a:lnTo>
                    <a:pt x="299974" y="219709"/>
                  </a:lnTo>
                  <a:lnTo>
                    <a:pt x="300989" y="219709"/>
                  </a:lnTo>
                  <a:lnTo>
                    <a:pt x="273389" y="225371"/>
                  </a:lnTo>
                  <a:lnTo>
                    <a:pt x="276242" y="224893"/>
                  </a:lnTo>
                  <a:lnTo>
                    <a:pt x="339574" y="224893"/>
                  </a:lnTo>
                  <a:lnTo>
                    <a:pt x="349631" y="219709"/>
                  </a:lnTo>
                  <a:lnTo>
                    <a:pt x="351789" y="218439"/>
                  </a:lnTo>
                  <a:lnTo>
                    <a:pt x="360019" y="210819"/>
                  </a:lnTo>
                  <a:lnTo>
                    <a:pt x="328802" y="210819"/>
                  </a:lnTo>
                  <a:lnTo>
                    <a:pt x="330200" y="209550"/>
                  </a:lnTo>
                  <a:close/>
                </a:path>
                <a:path w="391795" h="250189">
                  <a:moveTo>
                    <a:pt x="339580" y="204013"/>
                  </a:moveTo>
                  <a:lnTo>
                    <a:pt x="328802" y="210819"/>
                  </a:lnTo>
                  <a:lnTo>
                    <a:pt x="360019" y="210819"/>
                  </a:lnTo>
                  <a:lnTo>
                    <a:pt x="366877" y="204469"/>
                  </a:lnTo>
                  <a:lnTo>
                    <a:pt x="339089" y="204469"/>
                  </a:lnTo>
                  <a:lnTo>
                    <a:pt x="339580" y="204013"/>
                  </a:lnTo>
                  <a:close/>
                </a:path>
                <a:path w="391795" h="250189">
                  <a:moveTo>
                    <a:pt x="340868" y="203200"/>
                  </a:moveTo>
                  <a:lnTo>
                    <a:pt x="339580" y="204013"/>
                  </a:lnTo>
                  <a:lnTo>
                    <a:pt x="339089" y="204469"/>
                  </a:lnTo>
                  <a:lnTo>
                    <a:pt x="340868" y="203200"/>
                  </a:lnTo>
                  <a:close/>
                </a:path>
                <a:path w="391795" h="250189">
                  <a:moveTo>
                    <a:pt x="368249" y="203200"/>
                  </a:moveTo>
                  <a:lnTo>
                    <a:pt x="340868" y="203200"/>
                  </a:lnTo>
                  <a:lnTo>
                    <a:pt x="339089" y="204469"/>
                  </a:lnTo>
                  <a:lnTo>
                    <a:pt x="366877" y="204469"/>
                  </a:lnTo>
                  <a:lnTo>
                    <a:pt x="368249" y="203200"/>
                  </a:lnTo>
                  <a:close/>
                </a:path>
                <a:path w="391795" h="250189">
                  <a:moveTo>
                    <a:pt x="359537" y="185419"/>
                  </a:moveTo>
                  <a:lnTo>
                    <a:pt x="339580" y="204013"/>
                  </a:lnTo>
                  <a:lnTo>
                    <a:pt x="340868" y="203200"/>
                  </a:lnTo>
                  <a:lnTo>
                    <a:pt x="368249" y="203200"/>
                  </a:lnTo>
                  <a:lnTo>
                    <a:pt x="372363" y="199389"/>
                  </a:lnTo>
                  <a:lnTo>
                    <a:pt x="373634" y="198119"/>
                  </a:lnTo>
                  <a:lnTo>
                    <a:pt x="381000" y="189229"/>
                  </a:lnTo>
                  <a:lnTo>
                    <a:pt x="381635" y="187959"/>
                  </a:lnTo>
                  <a:lnTo>
                    <a:pt x="358139" y="187959"/>
                  </a:lnTo>
                  <a:lnTo>
                    <a:pt x="359537" y="185419"/>
                  </a:lnTo>
                  <a:close/>
                </a:path>
                <a:path w="391795" h="250189">
                  <a:moveTo>
                    <a:pt x="57276" y="198119"/>
                  </a:moveTo>
                  <a:lnTo>
                    <a:pt x="57912" y="199389"/>
                  </a:lnTo>
                  <a:lnTo>
                    <a:pt x="59515" y="199389"/>
                  </a:lnTo>
                  <a:lnTo>
                    <a:pt x="57276" y="198119"/>
                  </a:lnTo>
                  <a:close/>
                </a:path>
                <a:path w="391795" h="250189">
                  <a:moveTo>
                    <a:pt x="44762" y="190092"/>
                  </a:moveTo>
                  <a:lnTo>
                    <a:pt x="46482" y="191769"/>
                  </a:lnTo>
                  <a:lnTo>
                    <a:pt x="47135" y="191769"/>
                  </a:lnTo>
                  <a:lnTo>
                    <a:pt x="44762" y="190092"/>
                  </a:lnTo>
                  <a:close/>
                </a:path>
                <a:path w="391795" h="250189">
                  <a:moveTo>
                    <a:pt x="364504" y="178702"/>
                  </a:moveTo>
                  <a:lnTo>
                    <a:pt x="358139" y="187959"/>
                  </a:lnTo>
                  <a:lnTo>
                    <a:pt x="381635" y="187959"/>
                  </a:lnTo>
                  <a:lnTo>
                    <a:pt x="382270" y="186689"/>
                  </a:lnTo>
                  <a:lnTo>
                    <a:pt x="384356" y="180339"/>
                  </a:lnTo>
                  <a:lnTo>
                    <a:pt x="363982" y="180339"/>
                  </a:lnTo>
                  <a:lnTo>
                    <a:pt x="364504" y="178702"/>
                  </a:lnTo>
                  <a:close/>
                </a:path>
                <a:path w="391795" h="250189">
                  <a:moveTo>
                    <a:pt x="365125" y="177800"/>
                  </a:moveTo>
                  <a:lnTo>
                    <a:pt x="364504" y="178702"/>
                  </a:lnTo>
                  <a:lnTo>
                    <a:pt x="363982" y="180339"/>
                  </a:lnTo>
                  <a:lnTo>
                    <a:pt x="365125" y="177800"/>
                  </a:lnTo>
                  <a:close/>
                </a:path>
                <a:path w="391795" h="250189">
                  <a:moveTo>
                    <a:pt x="385191" y="177800"/>
                  </a:moveTo>
                  <a:lnTo>
                    <a:pt x="365125" y="177800"/>
                  </a:lnTo>
                  <a:lnTo>
                    <a:pt x="363982" y="180339"/>
                  </a:lnTo>
                  <a:lnTo>
                    <a:pt x="384356" y="180339"/>
                  </a:lnTo>
                  <a:lnTo>
                    <a:pt x="385191" y="177800"/>
                  </a:lnTo>
                  <a:close/>
                </a:path>
                <a:path w="391795" h="250189">
                  <a:moveTo>
                    <a:pt x="371516" y="156723"/>
                  </a:moveTo>
                  <a:lnTo>
                    <a:pt x="364504" y="178702"/>
                  </a:lnTo>
                  <a:lnTo>
                    <a:pt x="365125" y="177800"/>
                  </a:lnTo>
                  <a:lnTo>
                    <a:pt x="385191" y="177800"/>
                  </a:lnTo>
                  <a:lnTo>
                    <a:pt x="391033" y="160019"/>
                  </a:lnTo>
                  <a:lnTo>
                    <a:pt x="372237" y="160019"/>
                  </a:lnTo>
                  <a:lnTo>
                    <a:pt x="371516" y="156723"/>
                  </a:lnTo>
                  <a:close/>
                </a:path>
                <a:path w="391795" h="250189">
                  <a:moveTo>
                    <a:pt x="25653" y="171450"/>
                  </a:moveTo>
                  <a:lnTo>
                    <a:pt x="27559" y="173989"/>
                  </a:lnTo>
                  <a:lnTo>
                    <a:pt x="26984" y="172748"/>
                  </a:lnTo>
                  <a:lnTo>
                    <a:pt x="25653" y="171450"/>
                  </a:lnTo>
                  <a:close/>
                </a:path>
                <a:path w="391795" h="250189">
                  <a:moveTo>
                    <a:pt x="26984" y="172748"/>
                  </a:moveTo>
                  <a:lnTo>
                    <a:pt x="27559" y="173989"/>
                  </a:lnTo>
                  <a:lnTo>
                    <a:pt x="28257" y="173989"/>
                  </a:lnTo>
                  <a:lnTo>
                    <a:pt x="26984" y="172748"/>
                  </a:lnTo>
                  <a:close/>
                </a:path>
                <a:path w="391795" h="250189">
                  <a:moveTo>
                    <a:pt x="26384" y="171450"/>
                  </a:moveTo>
                  <a:lnTo>
                    <a:pt x="25653" y="171450"/>
                  </a:lnTo>
                  <a:lnTo>
                    <a:pt x="26984" y="172748"/>
                  </a:lnTo>
                  <a:lnTo>
                    <a:pt x="26384" y="171450"/>
                  </a:lnTo>
                  <a:close/>
                </a:path>
                <a:path w="391795" h="250189">
                  <a:moveTo>
                    <a:pt x="22860" y="163829"/>
                  </a:moveTo>
                  <a:lnTo>
                    <a:pt x="23622" y="166369"/>
                  </a:lnTo>
                  <a:lnTo>
                    <a:pt x="23337" y="164861"/>
                  </a:lnTo>
                  <a:lnTo>
                    <a:pt x="22860" y="163829"/>
                  </a:lnTo>
                  <a:close/>
                </a:path>
                <a:path w="391795" h="250189">
                  <a:moveTo>
                    <a:pt x="23337" y="164861"/>
                  </a:moveTo>
                  <a:lnTo>
                    <a:pt x="23622" y="166369"/>
                  </a:lnTo>
                  <a:lnTo>
                    <a:pt x="24034" y="166369"/>
                  </a:lnTo>
                  <a:lnTo>
                    <a:pt x="23337" y="164861"/>
                  </a:lnTo>
                  <a:close/>
                </a:path>
                <a:path w="391795" h="250189">
                  <a:moveTo>
                    <a:pt x="23142" y="163829"/>
                  </a:moveTo>
                  <a:lnTo>
                    <a:pt x="22860" y="163829"/>
                  </a:lnTo>
                  <a:lnTo>
                    <a:pt x="23337" y="164861"/>
                  </a:lnTo>
                  <a:lnTo>
                    <a:pt x="23142" y="163829"/>
                  </a:lnTo>
                  <a:close/>
                </a:path>
                <a:path w="391795" h="250189">
                  <a:moveTo>
                    <a:pt x="372490" y="153669"/>
                  </a:moveTo>
                  <a:lnTo>
                    <a:pt x="371516" y="156723"/>
                  </a:lnTo>
                  <a:lnTo>
                    <a:pt x="372237" y="160019"/>
                  </a:lnTo>
                  <a:lnTo>
                    <a:pt x="372368" y="156723"/>
                  </a:lnTo>
                  <a:lnTo>
                    <a:pt x="372490" y="153669"/>
                  </a:lnTo>
                  <a:close/>
                </a:path>
                <a:path w="391795" h="250189">
                  <a:moveTo>
                    <a:pt x="391160" y="153669"/>
                  </a:moveTo>
                  <a:lnTo>
                    <a:pt x="372490" y="153669"/>
                  </a:lnTo>
                  <a:lnTo>
                    <a:pt x="372237" y="160019"/>
                  </a:lnTo>
                  <a:lnTo>
                    <a:pt x="391033" y="160019"/>
                  </a:lnTo>
                  <a:lnTo>
                    <a:pt x="391413" y="154939"/>
                  </a:lnTo>
                  <a:lnTo>
                    <a:pt x="391160" y="153669"/>
                  </a:lnTo>
                  <a:close/>
                </a:path>
                <a:path w="391795" h="250189">
                  <a:moveTo>
                    <a:pt x="383111" y="130810"/>
                  </a:moveTo>
                  <a:lnTo>
                    <a:pt x="361569" y="130810"/>
                  </a:lnTo>
                  <a:lnTo>
                    <a:pt x="363435" y="133476"/>
                  </a:lnTo>
                  <a:lnTo>
                    <a:pt x="362752" y="133476"/>
                  </a:lnTo>
                  <a:lnTo>
                    <a:pt x="370010" y="149833"/>
                  </a:lnTo>
                  <a:lnTo>
                    <a:pt x="370067" y="150092"/>
                  </a:lnTo>
                  <a:lnTo>
                    <a:pt x="370586" y="151129"/>
                  </a:lnTo>
                  <a:lnTo>
                    <a:pt x="370241" y="151129"/>
                  </a:lnTo>
                  <a:lnTo>
                    <a:pt x="371516" y="156723"/>
                  </a:lnTo>
                  <a:lnTo>
                    <a:pt x="372490" y="153669"/>
                  </a:lnTo>
                  <a:lnTo>
                    <a:pt x="391160" y="153669"/>
                  </a:lnTo>
                  <a:lnTo>
                    <a:pt x="390651" y="151129"/>
                  </a:lnTo>
                  <a:lnTo>
                    <a:pt x="370586" y="151129"/>
                  </a:lnTo>
                  <a:lnTo>
                    <a:pt x="370125" y="150092"/>
                  </a:lnTo>
                  <a:lnTo>
                    <a:pt x="390444" y="150092"/>
                  </a:lnTo>
                  <a:lnTo>
                    <a:pt x="389382" y="144780"/>
                  </a:lnTo>
                  <a:lnTo>
                    <a:pt x="388747" y="143509"/>
                  </a:lnTo>
                  <a:lnTo>
                    <a:pt x="384294" y="133476"/>
                  </a:lnTo>
                  <a:lnTo>
                    <a:pt x="363466" y="133476"/>
                  </a:lnTo>
                  <a:lnTo>
                    <a:pt x="362149" y="132079"/>
                  </a:lnTo>
                  <a:lnTo>
                    <a:pt x="383674" y="132079"/>
                  </a:lnTo>
                  <a:lnTo>
                    <a:pt x="383111" y="130810"/>
                  </a:lnTo>
                  <a:close/>
                </a:path>
                <a:path w="391795" h="250189">
                  <a:moveTo>
                    <a:pt x="18656" y="132079"/>
                  </a:moveTo>
                  <a:lnTo>
                    <a:pt x="18414" y="132079"/>
                  </a:lnTo>
                  <a:lnTo>
                    <a:pt x="18523" y="133476"/>
                  </a:lnTo>
                  <a:lnTo>
                    <a:pt x="18656" y="132079"/>
                  </a:lnTo>
                  <a:close/>
                </a:path>
                <a:path w="391795" h="250189">
                  <a:moveTo>
                    <a:pt x="361569" y="130810"/>
                  </a:moveTo>
                  <a:lnTo>
                    <a:pt x="362149" y="132079"/>
                  </a:lnTo>
                  <a:lnTo>
                    <a:pt x="363466" y="133476"/>
                  </a:lnTo>
                  <a:lnTo>
                    <a:pt x="361569" y="130810"/>
                  </a:lnTo>
                  <a:close/>
                </a:path>
                <a:path w="391795" h="250189">
                  <a:moveTo>
                    <a:pt x="355373" y="124892"/>
                  </a:moveTo>
                  <a:lnTo>
                    <a:pt x="362149" y="132079"/>
                  </a:lnTo>
                  <a:lnTo>
                    <a:pt x="361569" y="130810"/>
                  </a:lnTo>
                  <a:lnTo>
                    <a:pt x="383111" y="130810"/>
                  </a:lnTo>
                  <a:lnTo>
                    <a:pt x="380857" y="125729"/>
                  </a:lnTo>
                  <a:lnTo>
                    <a:pt x="356615" y="125729"/>
                  </a:lnTo>
                  <a:lnTo>
                    <a:pt x="355373" y="124892"/>
                  </a:lnTo>
                  <a:close/>
                </a:path>
                <a:path w="391795" h="250189">
                  <a:moveTo>
                    <a:pt x="354964" y="124460"/>
                  </a:moveTo>
                  <a:lnTo>
                    <a:pt x="355373" y="124892"/>
                  </a:lnTo>
                  <a:lnTo>
                    <a:pt x="356615" y="125729"/>
                  </a:lnTo>
                  <a:lnTo>
                    <a:pt x="354964" y="124460"/>
                  </a:lnTo>
                  <a:close/>
                </a:path>
                <a:path w="391795" h="250189">
                  <a:moveTo>
                    <a:pt x="380293" y="124460"/>
                  </a:moveTo>
                  <a:lnTo>
                    <a:pt x="354964" y="124460"/>
                  </a:lnTo>
                  <a:lnTo>
                    <a:pt x="356615" y="125729"/>
                  </a:lnTo>
                  <a:lnTo>
                    <a:pt x="380857" y="125729"/>
                  </a:lnTo>
                  <a:lnTo>
                    <a:pt x="380293" y="124460"/>
                  </a:lnTo>
                  <a:close/>
                </a:path>
                <a:path w="391795" h="250189">
                  <a:moveTo>
                    <a:pt x="366422" y="109219"/>
                  </a:moveTo>
                  <a:lnTo>
                    <a:pt x="332105" y="109219"/>
                  </a:lnTo>
                  <a:lnTo>
                    <a:pt x="355373" y="124892"/>
                  </a:lnTo>
                  <a:lnTo>
                    <a:pt x="354964" y="124460"/>
                  </a:lnTo>
                  <a:lnTo>
                    <a:pt x="380293" y="124460"/>
                  </a:lnTo>
                  <a:lnTo>
                    <a:pt x="379730" y="123189"/>
                  </a:lnTo>
                  <a:lnTo>
                    <a:pt x="377951" y="120650"/>
                  </a:lnTo>
                  <a:lnTo>
                    <a:pt x="369697" y="111760"/>
                  </a:lnTo>
                  <a:lnTo>
                    <a:pt x="368173" y="110489"/>
                  </a:lnTo>
                  <a:lnTo>
                    <a:pt x="366422" y="109219"/>
                  </a:lnTo>
                  <a:close/>
                </a:path>
                <a:path w="391795" h="250189">
                  <a:moveTo>
                    <a:pt x="262711" y="84784"/>
                  </a:moveTo>
                  <a:lnTo>
                    <a:pt x="294259" y="91439"/>
                  </a:lnTo>
                  <a:lnTo>
                    <a:pt x="292481" y="91439"/>
                  </a:lnTo>
                  <a:lnTo>
                    <a:pt x="318388" y="102869"/>
                  </a:lnTo>
                  <a:lnTo>
                    <a:pt x="318008" y="102869"/>
                  </a:lnTo>
                  <a:lnTo>
                    <a:pt x="333501" y="110489"/>
                  </a:lnTo>
                  <a:lnTo>
                    <a:pt x="332105" y="109219"/>
                  </a:lnTo>
                  <a:lnTo>
                    <a:pt x="366422" y="109219"/>
                  </a:lnTo>
                  <a:lnTo>
                    <a:pt x="343662" y="92710"/>
                  </a:lnTo>
                  <a:lnTo>
                    <a:pt x="342264" y="91439"/>
                  </a:lnTo>
                  <a:lnTo>
                    <a:pt x="329353" y="85089"/>
                  </a:lnTo>
                  <a:lnTo>
                    <a:pt x="265048" y="85089"/>
                  </a:lnTo>
                  <a:lnTo>
                    <a:pt x="262711" y="84784"/>
                  </a:lnTo>
                  <a:close/>
                </a:path>
                <a:path w="391795" h="250189">
                  <a:moveTo>
                    <a:pt x="20915" y="108360"/>
                  </a:moveTo>
                  <a:lnTo>
                    <a:pt x="20700" y="109219"/>
                  </a:lnTo>
                  <a:lnTo>
                    <a:pt x="20834" y="109219"/>
                  </a:lnTo>
                  <a:lnTo>
                    <a:pt x="20915" y="108360"/>
                  </a:lnTo>
                  <a:close/>
                </a:path>
                <a:path w="391795" h="250189">
                  <a:moveTo>
                    <a:pt x="311926" y="77469"/>
                  </a:moveTo>
                  <a:lnTo>
                    <a:pt x="192532" y="77469"/>
                  </a:lnTo>
                  <a:lnTo>
                    <a:pt x="226313" y="81279"/>
                  </a:lnTo>
                  <a:lnTo>
                    <a:pt x="246374" y="82582"/>
                  </a:lnTo>
                  <a:lnTo>
                    <a:pt x="245868" y="82582"/>
                  </a:lnTo>
                  <a:lnTo>
                    <a:pt x="265049" y="85089"/>
                  </a:lnTo>
                  <a:lnTo>
                    <a:pt x="329353" y="85089"/>
                  </a:lnTo>
                  <a:lnTo>
                    <a:pt x="326771" y="83819"/>
                  </a:lnTo>
                  <a:lnTo>
                    <a:pt x="326389" y="83819"/>
                  </a:lnTo>
                  <a:lnTo>
                    <a:pt x="311926" y="77469"/>
                  </a:lnTo>
                  <a:close/>
                </a:path>
                <a:path w="391795" h="250189">
                  <a:moveTo>
                    <a:pt x="194310" y="59689"/>
                  </a:moveTo>
                  <a:lnTo>
                    <a:pt x="193166" y="59689"/>
                  </a:lnTo>
                  <a:lnTo>
                    <a:pt x="172593" y="60960"/>
                  </a:lnTo>
                  <a:lnTo>
                    <a:pt x="172212" y="60960"/>
                  </a:lnTo>
                  <a:lnTo>
                    <a:pt x="155321" y="62229"/>
                  </a:lnTo>
                  <a:lnTo>
                    <a:pt x="154432" y="62229"/>
                  </a:lnTo>
                  <a:lnTo>
                    <a:pt x="145414" y="64769"/>
                  </a:lnTo>
                  <a:lnTo>
                    <a:pt x="135889" y="68579"/>
                  </a:lnTo>
                  <a:lnTo>
                    <a:pt x="131952" y="69850"/>
                  </a:lnTo>
                  <a:lnTo>
                    <a:pt x="129794" y="73660"/>
                  </a:lnTo>
                  <a:lnTo>
                    <a:pt x="131190" y="77469"/>
                  </a:lnTo>
                  <a:lnTo>
                    <a:pt x="132461" y="81279"/>
                  </a:lnTo>
                  <a:lnTo>
                    <a:pt x="136651" y="83819"/>
                  </a:lnTo>
                  <a:lnTo>
                    <a:pt x="140611" y="82582"/>
                  </a:lnTo>
                  <a:lnTo>
                    <a:pt x="150495" y="80010"/>
                  </a:lnTo>
                  <a:lnTo>
                    <a:pt x="149351" y="80010"/>
                  </a:lnTo>
                  <a:lnTo>
                    <a:pt x="156609" y="78857"/>
                  </a:lnTo>
                  <a:lnTo>
                    <a:pt x="155010" y="78857"/>
                  </a:lnTo>
                  <a:lnTo>
                    <a:pt x="173609" y="77469"/>
                  </a:lnTo>
                  <a:lnTo>
                    <a:pt x="311926" y="77469"/>
                  </a:lnTo>
                  <a:lnTo>
                    <a:pt x="300355" y="72389"/>
                  </a:lnTo>
                  <a:lnTo>
                    <a:pt x="298450" y="72389"/>
                  </a:lnTo>
                  <a:lnTo>
                    <a:pt x="268224" y="66039"/>
                  </a:lnTo>
                  <a:lnTo>
                    <a:pt x="267208" y="66039"/>
                  </a:lnTo>
                  <a:lnTo>
                    <a:pt x="247650" y="63500"/>
                  </a:lnTo>
                  <a:lnTo>
                    <a:pt x="228219" y="63500"/>
                  </a:lnTo>
                  <a:lnTo>
                    <a:pt x="194310" y="59689"/>
                  </a:lnTo>
                  <a:close/>
                </a:path>
                <a:path w="391795" h="250189">
                  <a:moveTo>
                    <a:pt x="34144" y="76200"/>
                  </a:moveTo>
                  <a:lnTo>
                    <a:pt x="33147" y="76200"/>
                  </a:lnTo>
                  <a:lnTo>
                    <a:pt x="31818" y="78857"/>
                  </a:lnTo>
                  <a:lnTo>
                    <a:pt x="33010" y="77469"/>
                  </a:lnTo>
                  <a:lnTo>
                    <a:pt x="34144" y="76200"/>
                  </a:lnTo>
                  <a:close/>
                </a:path>
                <a:path w="391795" h="250189">
                  <a:moveTo>
                    <a:pt x="56787" y="53339"/>
                  </a:moveTo>
                  <a:lnTo>
                    <a:pt x="56007" y="53339"/>
                  </a:lnTo>
                  <a:lnTo>
                    <a:pt x="54990" y="54610"/>
                  </a:lnTo>
                  <a:lnTo>
                    <a:pt x="56787" y="53339"/>
                  </a:lnTo>
                  <a:close/>
                </a:path>
                <a:path w="391795" h="250189">
                  <a:moveTo>
                    <a:pt x="244728" y="38100"/>
                  </a:moveTo>
                  <a:lnTo>
                    <a:pt x="244998" y="40798"/>
                  </a:lnTo>
                  <a:lnTo>
                    <a:pt x="245019" y="41002"/>
                  </a:lnTo>
                  <a:lnTo>
                    <a:pt x="246125" y="41910"/>
                  </a:lnTo>
                  <a:lnTo>
                    <a:pt x="245110" y="41910"/>
                  </a:lnTo>
                  <a:lnTo>
                    <a:pt x="245237" y="43179"/>
                  </a:lnTo>
                  <a:lnTo>
                    <a:pt x="247776" y="45719"/>
                  </a:lnTo>
                  <a:lnTo>
                    <a:pt x="253746" y="45719"/>
                  </a:lnTo>
                  <a:lnTo>
                    <a:pt x="256159" y="43179"/>
                  </a:lnTo>
                  <a:lnTo>
                    <a:pt x="247396" y="43179"/>
                  </a:lnTo>
                  <a:lnTo>
                    <a:pt x="246761" y="41910"/>
                  </a:lnTo>
                  <a:lnTo>
                    <a:pt x="246125" y="41910"/>
                  </a:lnTo>
                  <a:lnTo>
                    <a:pt x="245019" y="41002"/>
                  </a:lnTo>
                  <a:lnTo>
                    <a:pt x="246252" y="41002"/>
                  </a:lnTo>
                  <a:lnTo>
                    <a:pt x="244728" y="38100"/>
                  </a:lnTo>
                  <a:close/>
                </a:path>
                <a:path w="391795" h="250189">
                  <a:moveTo>
                    <a:pt x="256794" y="38100"/>
                  </a:moveTo>
                  <a:lnTo>
                    <a:pt x="244728" y="38100"/>
                  </a:lnTo>
                  <a:lnTo>
                    <a:pt x="247396" y="43179"/>
                  </a:lnTo>
                  <a:lnTo>
                    <a:pt x="254126" y="43179"/>
                  </a:lnTo>
                  <a:lnTo>
                    <a:pt x="256794" y="38100"/>
                  </a:lnTo>
                  <a:close/>
                </a:path>
                <a:path w="391795" h="250189">
                  <a:moveTo>
                    <a:pt x="256592" y="40798"/>
                  </a:moveTo>
                  <a:lnTo>
                    <a:pt x="256303" y="40798"/>
                  </a:lnTo>
                  <a:lnTo>
                    <a:pt x="254762" y="41910"/>
                  </a:lnTo>
                  <a:lnTo>
                    <a:pt x="254126" y="43179"/>
                  </a:lnTo>
                  <a:lnTo>
                    <a:pt x="256159" y="43179"/>
                  </a:lnTo>
                  <a:lnTo>
                    <a:pt x="256555" y="41002"/>
                  </a:lnTo>
                  <a:lnTo>
                    <a:pt x="256592" y="40798"/>
                  </a:lnTo>
                  <a:close/>
                </a:path>
                <a:path w="391795" h="250189">
                  <a:moveTo>
                    <a:pt x="256794" y="38100"/>
                  </a:moveTo>
                  <a:lnTo>
                    <a:pt x="254793" y="41910"/>
                  </a:lnTo>
                  <a:lnTo>
                    <a:pt x="256303" y="40798"/>
                  </a:lnTo>
                  <a:lnTo>
                    <a:pt x="256603" y="40798"/>
                  </a:lnTo>
                  <a:lnTo>
                    <a:pt x="256704" y="39369"/>
                  </a:lnTo>
                  <a:lnTo>
                    <a:pt x="256794" y="38100"/>
                  </a:lnTo>
                  <a:close/>
                </a:path>
                <a:path w="391795" h="250189">
                  <a:moveTo>
                    <a:pt x="246697" y="22860"/>
                  </a:moveTo>
                  <a:lnTo>
                    <a:pt x="214757" y="22860"/>
                  </a:lnTo>
                  <a:lnTo>
                    <a:pt x="221234" y="25400"/>
                  </a:lnTo>
                  <a:lnTo>
                    <a:pt x="224789" y="26669"/>
                  </a:lnTo>
                  <a:lnTo>
                    <a:pt x="226187" y="26669"/>
                  </a:lnTo>
                  <a:lnTo>
                    <a:pt x="235965" y="34289"/>
                  </a:lnTo>
                  <a:lnTo>
                    <a:pt x="236093" y="34289"/>
                  </a:lnTo>
                  <a:lnTo>
                    <a:pt x="239013" y="35560"/>
                  </a:lnTo>
                  <a:lnTo>
                    <a:pt x="238378" y="35560"/>
                  </a:lnTo>
                  <a:lnTo>
                    <a:pt x="245019" y="41002"/>
                  </a:lnTo>
                  <a:lnTo>
                    <a:pt x="244855" y="39369"/>
                  </a:lnTo>
                  <a:lnTo>
                    <a:pt x="244728" y="38100"/>
                  </a:lnTo>
                  <a:lnTo>
                    <a:pt x="257937" y="38100"/>
                  </a:lnTo>
                  <a:lnTo>
                    <a:pt x="258063" y="36829"/>
                  </a:lnTo>
                  <a:lnTo>
                    <a:pt x="258190" y="34289"/>
                  </a:lnTo>
                  <a:lnTo>
                    <a:pt x="257301" y="31750"/>
                  </a:lnTo>
                  <a:lnTo>
                    <a:pt x="255650" y="30479"/>
                  </a:lnTo>
                  <a:lnTo>
                    <a:pt x="248158" y="24129"/>
                  </a:lnTo>
                  <a:lnTo>
                    <a:pt x="246697" y="22860"/>
                  </a:lnTo>
                  <a:close/>
                </a:path>
                <a:path w="391795" h="250189">
                  <a:moveTo>
                    <a:pt x="257937" y="38100"/>
                  </a:moveTo>
                  <a:lnTo>
                    <a:pt x="256794" y="38100"/>
                  </a:lnTo>
                  <a:lnTo>
                    <a:pt x="256704" y="39369"/>
                  </a:lnTo>
                  <a:lnTo>
                    <a:pt x="256603" y="40798"/>
                  </a:lnTo>
                  <a:lnTo>
                    <a:pt x="257810" y="39369"/>
                  </a:lnTo>
                  <a:lnTo>
                    <a:pt x="257937" y="38100"/>
                  </a:lnTo>
                  <a:close/>
                </a:path>
                <a:path w="391795" h="250189">
                  <a:moveTo>
                    <a:pt x="81788" y="36829"/>
                  </a:moveTo>
                  <a:lnTo>
                    <a:pt x="80137" y="36829"/>
                  </a:lnTo>
                  <a:lnTo>
                    <a:pt x="79121" y="38100"/>
                  </a:lnTo>
                  <a:lnTo>
                    <a:pt x="81788" y="36829"/>
                  </a:lnTo>
                  <a:close/>
                </a:path>
                <a:path w="391795" h="250189">
                  <a:moveTo>
                    <a:pt x="226187" y="26669"/>
                  </a:moveTo>
                  <a:lnTo>
                    <a:pt x="224409" y="26669"/>
                  </a:lnTo>
                  <a:lnTo>
                    <a:pt x="227919" y="28020"/>
                  </a:lnTo>
                  <a:lnTo>
                    <a:pt x="226187" y="26669"/>
                  </a:lnTo>
                  <a:close/>
                </a:path>
                <a:path w="391795" h="250189">
                  <a:moveTo>
                    <a:pt x="240030" y="17779"/>
                  </a:moveTo>
                  <a:lnTo>
                    <a:pt x="189484" y="17779"/>
                  </a:lnTo>
                  <a:lnTo>
                    <a:pt x="196916" y="19114"/>
                  </a:lnTo>
                  <a:lnTo>
                    <a:pt x="206121" y="20955"/>
                  </a:lnTo>
                  <a:lnTo>
                    <a:pt x="210058" y="21589"/>
                  </a:lnTo>
                  <a:lnTo>
                    <a:pt x="215137" y="24129"/>
                  </a:lnTo>
                  <a:lnTo>
                    <a:pt x="214757" y="22860"/>
                  </a:lnTo>
                  <a:lnTo>
                    <a:pt x="246697" y="22860"/>
                  </a:lnTo>
                  <a:lnTo>
                    <a:pt x="245237" y="21589"/>
                  </a:lnTo>
                  <a:lnTo>
                    <a:pt x="244856" y="21589"/>
                  </a:lnTo>
                  <a:lnTo>
                    <a:pt x="240030" y="17779"/>
                  </a:lnTo>
                  <a:close/>
                </a:path>
                <a:path w="391795" h="250189">
                  <a:moveTo>
                    <a:pt x="192024" y="1269"/>
                  </a:moveTo>
                  <a:lnTo>
                    <a:pt x="137795" y="1269"/>
                  </a:lnTo>
                  <a:lnTo>
                    <a:pt x="117983" y="5079"/>
                  </a:lnTo>
                  <a:lnTo>
                    <a:pt x="117094" y="5079"/>
                  </a:lnTo>
                  <a:lnTo>
                    <a:pt x="105790" y="7619"/>
                  </a:lnTo>
                  <a:lnTo>
                    <a:pt x="105156" y="8889"/>
                  </a:lnTo>
                  <a:lnTo>
                    <a:pt x="82803" y="16510"/>
                  </a:lnTo>
                  <a:lnTo>
                    <a:pt x="82169" y="16510"/>
                  </a:lnTo>
                  <a:lnTo>
                    <a:pt x="71374" y="21589"/>
                  </a:lnTo>
                  <a:lnTo>
                    <a:pt x="120776" y="21589"/>
                  </a:lnTo>
                  <a:lnTo>
                    <a:pt x="140089" y="19114"/>
                  </a:lnTo>
                  <a:lnTo>
                    <a:pt x="139523" y="19114"/>
                  </a:lnTo>
                  <a:lnTo>
                    <a:pt x="151130" y="17779"/>
                  </a:lnTo>
                  <a:lnTo>
                    <a:pt x="240030" y="17779"/>
                  </a:lnTo>
                  <a:lnTo>
                    <a:pt x="235203" y="13969"/>
                  </a:lnTo>
                  <a:lnTo>
                    <a:pt x="234061" y="13969"/>
                  </a:lnTo>
                  <a:lnTo>
                    <a:pt x="227202" y="10160"/>
                  </a:lnTo>
                  <a:lnTo>
                    <a:pt x="219963" y="7619"/>
                  </a:lnTo>
                  <a:lnTo>
                    <a:pt x="219710" y="7619"/>
                  </a:lnTo>
                  <a:lnTo>
                    <a:pt x="214630" y="6350"/>
                  </a:lnTo>
                  <a:lnTo>
                    <a:pt x="214502" y="6350"/>
                  </a:lnTo>
                  <a:lnTo>
                    <a:pt x="205739" y="3810"/>
                  </a:lnTo>
                  <a:lnTo>
                    <a:pt x="199262" y="2539"/>
                  </a:lnTo>
                  <a:lnTo>
                    <a:pt x="192024" y="1269"/>
                  </a:lnTo>
                  <a:close/>
                </a:path>
                <a:path w="391795" h="250189">
                  <a:moveTo>
                    <a:pt x="144991" y="18485"/>
                  </a:moveTo>
                  <a:lnTo>
                    <a:pt x="139523" y="19114"/>
                  </a:lnTo>
                  <a:lnTo>
                    <a:pt x="140089" y="19114"/>
                  </a:lnTo>
                  <a:lnTo>
                    <a:pt x="144991" y="18485"/>
                  </a:lnTo>
                  <a:close/>
                </a:path>
                <a:path w="391795" h="250189">
                  <a:moveTo>
                    <a:pt x="183514" y="0"/>
                  </a:moveTo>
                  <a:lnTo>
                    <a:pt x="149478" y="0"/>
                  </a:lnTo>
                  <a:lnTo>
                    <a:pt x="138302" y="1269"/>
                  </a:lnTo>
                  <a:lnTo>
                    <a:pt x="191388" y="1269"/>
                  </a:lnTo>
                  <a:lnTo>
                    <a:pt x="183514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09311" y="2343658"/>
              <a:ext cx="383028" cy="23253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02506" y="2862833"/>
              <a:ext cx="377549" cy="25920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61078" y="3570223"/>
              <a:ext cx="445134" cy="261620"/>
            </a:xfrm>
            <a:custGeom>
              <a:avLst/>
              <a:gdLst/>
              <a:ahLst/>
              <a:cxnLst/>
              <a:rect l="l" t="t" r="r" b="b"/>
              <a:pathLst>
                <a:path w="445135" h="261620">
                  <a:moveTo>
                    <a:pt x="152272" y="1269"/>
                  </a:moveTo>
                  <a:lnTo>
                    <a:pt x="124840" y="1269"/>
                  </a:lnTo>
                  <a:lnTo>
                    <a:pt x="110489" y="2539"/>
                  </a:lnTo>
                  <a:lnTo>
                    <a:pt x="109473" y="2539"/>
                  </a:lnTo>
                  <a:lnTo>
                    <a:pt x="100710" y="5079"/>
                  </a:lnTo>
                  <a:lnTo>
                    <a:pt x="84073" y="12700"/>
                  </a:lnTo>
                  <a:lnTo>
                    <a:pt x="83692" y="13969"/>
                  </a:lnTo>
                  <a:lnTo>
                    <a:pt x="74802" y="17779"/>
                  </a:lnTo>
                  <a:lnTo>
                    <a:pt x="74421" y="17779"/>
                  </a:lnTo>
                  <a:lnTo>
                    <a:pt x="60324" y="26669"/>
                  </a:lnTo>
                  <a:lnTo>
                    <a:pt x="59435" y="26669"/>
                  </a:lnTo>
                  <a:lnTo>
                    <a:pt x="45211" y="36829"/>
                  </a:lnTo>
                  <a:lnTo>
                    <a:pt x="44195" y="38100"/>
                  </a:lnTo>
                  <a:lnTo>
                    <a:pt x="30479" y="52069"/>
                  </a:lnTo>
                  <a:lnTo>
                    <a:pt x="3301" y="92709"/>
                  </a:lnTo>
                  <a:lnTo>
                    <a:pt x="0" y="105415"/>
                  </a:lnTo>
                  <a:lnTo>
                    <a:pt x="927" y="132079"/>
                  </a:lnTo>
                  <a:lnTo>
                    <a:pt x="1015" y="134619"/>
                  </a:lnTo>
                  <a:lnTo>
                    <a:pt x="1396" y="137159"/>
                  </a:lnTo>
                  <a:lnTo>
                    <a:pt x="4571" y="148589"/>
                  </a:lnTo>
                  <a:lnTo>
                    <a:pt x="5079" y="151129"/>
                  </a:lnTo>
                  <a:lnTo>
                    <a:pt x="16255" y="173989"/>
                  </a:lnTo>
                  <a:lnTo>
                    <a:pt x="17271" y="176529"/>
                  </a:lnTo>
                  <a:lnTo>
                    <a:pt x="22442" y="182879"/>
                  </a:lnTo>
                  <a:lnTo>
                    <a:pt x="24570" y="185538"/>
                  </a:lnTo>
                  <a:lnTo>
                    <a:pt x="25145" y="186689"/>
                  </a:lnTo>
                  <a:lnTo>
                    <a:pt x="36321" y="198119"/>
                  </a:lnTo>
                  <a:lnTo>
                    <a:pt x="37210" y="199389"/>
                  </a:lnTo>
                  <a:lnTo>
                    <a:pt x="46734" y="207112"/>
                  </a:lnTo>
                  <a:lnTo>
                    <a:pt x="47136" y="207112"/>
                  </a:lnTo>
                  <a:lnTo>
                    <a:pt x="57911" y="214629"/>
                  </a:lnTo>
                  <a:lnTo>
                    <a:pt x="69659" y="222375"/>
                  </a:lnTo>
                  <a:lnTo>
                    <a:pt x="69930" y="222375"/>
                  </a:lnTo>
                  <a:lnTo>
                    <a:pt x="82295" y="229869"/>
                  </a:lnTo>
                  <a:lnTo>
                    <a:pt x="82930" y="229869"/>
                  </a:lnTo>
                  <a:lnTo>
                    <a:pt x="96646" y="236219"/>
                  </a:lnTo>
                  <a:lnTo>
                    <a:pt x="97281" y="236219"/>
                  </a:lnTo>
                  <a:lnTo>
                    <a:pt x="136524" y="250189"/>
                  </a:lnTo>
                  <a:lnTo>
                    <a:pt x="137413" y="250189"/>
                  </a:lnTo>
                  <a:lnTo>
                    <a:pt x="169798" y="257809"/>
                  </a:lnTo>
                  <a:lnTo>
                    <a:pt x="170687" y="257809"/>
                  </a:lnTo>
                  <a:lnTo>
                    <a:pt x="190880" y="260350"/>
                  </a:lnTo>
                  <a:lnTo>
                    <a:pt x="191388" y="260350"/>
                  </a:lnTo>
                  <a:lnTo>
                    <a:pt x="213359" y="261619"/>
                  </a:lnTo>
                  <a:lnTo>
                    <a:pt x="260095" y="261619"/>
                  </a:lnTo>
                  <a:lnTo>
                    <a:pt x="284987" y="259079"/>
                  </a:lnTo>
                  <a:lnTo>
                    <a:pt x="285495" y="259079"/>
                  </a:lnTo>
                  <a:lnTo>
                    <a:pt x="310387" y="255269"/>
                  </a:lnTo>
                  <a:lnTo>
                    <a:pt x="311530" y="255269"/>
                  </a:lnTo>
                  <a:lnTo>
                    <a:pt x="337184" y="247650"/>
                  </a:lnTo>
                  <a:lnTo>
                    <a:pt x="337946" y="247650"/>
                  </a:lnTo>
                  <a:lnTo>
                    <a:pt x="346546" y="243839"/>
                  </a:lnTo>
                  <a:lnTo>
                    <a:pt x="214502" y="243839"/>
                  </a:lnTo>
                  <a:lnTo>
                    <a:pt x="193471" y="242624"/>
                  </a:lnTo>
                  <a:lnTo>
                    <a:pt x="173711" y="240140"/>
                  </a:lnTo>
                  <a:lnTo>
                    <a:pt x="174203" y="240140"/>
                  </a:lnTo>
                  <a:lnTo>
                    <a:pt x="146748" y="233679"/>
                  </a:lnTo>
                  <a:lnTo>
                    <a:pt x="142239" y="233679"/>
                  </a:lnTo>
                  <a:lnTo>
                    <a:pt x="124586" y="227329"/>
                  </a:lnTo>
                  <a:lnTo>
                    <a:pt x="124840" y="227329"/>
                  </a:lnTo>
                  <a:lnTo>
                    <a:pt x="103631" y="219709"/>
                  </a:lnTo>
                  <a:lnTo>
                    <a:pt x="104393" y="219709"/>
                  </a:lnTo>
                  <a:lnTo>
                    <a:pt x="90677" y="213359"/>
                  </a:lnTo>
                  <a:lnTo>
                    <a:pt x="91312" y="213359"/>
                  </a:lnTo>
                  <a:lnTo>
                    <a:pt x="78942" y="207112"/>
                  </a:lnTo>
                  <a:lnTo>
                    <a:pt x="67563" y="199389"/>
                  </a:lnTo>
                  <a:lnTo>
                    <a:pt x="68071" y="199389"/>
                  </a:lnTo>
                  <a:lnTo>
                    <a:pt x="59287" y="193039"/>
                  </a:lnTo>
                  <a:lnTo>
                    <a:pt x="57911" y="193039"/>
                  </a:lnTo>
                  <a:lnTo>
                    <a:pt x="48785" y="185538"/>
                  </a:lnTo>
                  <a:lnTo>
                    <a:pt x="49645" y="185538"/>
                  </a:lnTo>
                  <a:lnTo>
                    <a:pt x="38353" y="173989"/>
                  </a:lnTo>
                  <a:lnTo>
                    <a:pt x="38988" y="173989"/>
                  </a:lnTo>
                  <a:lnTo>
                    <a:pt x="31749" y="165100"/>
                  </a:lnTo>
                  <a:lnTo>
                    <a:pt x="32177" y="165100"/>
                  </a:lnTo>
                  <a:lnTo>
                    <a:pt x="22766" y="144779"/>
                  </a:lnTo>
                  <a:lnTo>
                    <a:pt x="22097" y="144779"/>
                  </a:lnTo>
                  <a:lnTo>
                    <a:pt x="19557" y="134619"/>
                  </a:lnTo>
                  <a:lnTo>
                    <a:pt x="19176" y="134619"/>
                  </a:lnTo>
                  <a:lnTo>
                    <a:pt x="18999" y="132849"/>
                  </a:lnTo>
                  <a:lnTo>
                    <a:pt x="18922" y="132079"/>
                  </a:lnTo>
                  <a:lnTo>
                    <a:pt x="19088" y="132079"/>
                  </a:lnTo>
                  <a:lnTo>
                    <a:pt x="18293" y="109219"/>
                  </a:lnTo>
                  <a:lnTo>
                    <a:pt x="18249" y="107950"/>
                  </a:lnTo>
                  <a:lnTo>
                    <a:pt x="17779" y="107950"/>
                  </a:lnTo>
                  <a:lnTo>
                    <a:pt x="18007" y="106434"/>
                  </a:lnTo>
                  <a:lnTo>
                    <a:pt x="18105" y="105778"/>
                  </a:lnTo>
                  <a:lnTo>
                    <a:pt x="18160" y="105415"/>
                  </a:lnTo>
                  <a:lnTo>
                    <a:pt x="18476" y="105415"/>
                  </a:lnTo>
                  <a:lnTo>
                    <a:pt x="20224" y="99059"/>
                  </a:lnTo>
                  <a:lnTo>
                    <a:pt x="19938" y="99059"/>
                  </a:lnTo>
                  <a:lnTo>
                    <a:pt x="20500" y="97936"/>
                  </a:lnTo>
                  <a:lnTo>
                    <a:pt x="23300" y="92709"/>
                  </a:lnTo>
                  <a:lnTo>
                    <a:pt x="30696" y="78739"/>
                  </a:lnTo>
                  <a:lnTo>
                    <a:pt x="29971" y="78739"/>
                  </a:lnTo>
                  <a:lnTo>
                    <a:pt x="43179" y="64769"/>
                  </a:lnTo>
                  <a:lnTo>
                    <a:pt x="56768" y="50800"/>
                  </a:lnTo>
                  <a:lnTo>
                    <a:pt x="55879" y="50800"/>
                  </a:lnTo>
                  <a:lnTo>
                    <a:pt x="69722" y="40639"/>
                  </a:lnTo>
                  <a:lnTo>
                    <a:pt x="68833" y="40639"/>
                  </a:lnTo>
                  <a:lnTo>
                    <a:pt x="82803" y="33019"/>
                  </a:lnTo>
                  <a:lnTo>
                    <a:pt x="82422" y="33019"/>
                  </a:lnTo>
                  <a:lnTo>
                    <a:pt x="91312" y="27939"/>
                  </a:lnTo>
                  <a:lnTo>
                    <a:pt x="90931" y="27939"/>
                  </a:lnTo>
                  <a:lnTo>
                    <a:pt x="98665" y="24397"/>
                  </a:lnTo>
                  <a:lnTo>
                    <a:pt x="97916" y="21589"/>
                  </a:lnTo>
                  <a:lnTo>
                    <a:pt x="97027" y="17779"/>
                  </a:lnTo>
                  <a:lnTo>
                    <a:pt x="98932" y="15239"/>
                  </a:lnTo>
                  <a:lnTo>
                    <a:pt x="102234" y="13969"/>
                  </a:lnTo>
                  <a:lnTo>
                    <a:pt x="118871" y="8889"/>
                  </a:lnTo>
                  <a:lnTo>
                    <a:pt x="119633" y="8889"/>
                  </a:lnTo>
                  <a:lnTo>
                    <a:pt x="130047" y="7619"/>
                  </a:lnTo>
                  <a:lnTo>
                    <a:pt x="160231" y="2940"/>
                  </a:lnTo>
                  <a:lnTo>
                    <a:pt x="158749" y="2539"/>
                  </a:lnTo>
                  <a:lnTo>
                    <a:pt x="152272" y="1269"/>
                  </a:lnTo>
                  <a:close/>
                </a:path>
                <a:path w="445135" h="261620">
                  <a:moveTo>
                    <a:pt x="307466" y="236219"/>
                  </a:moveTo>
                  <a:lnTo>
                    <a:pt x="283062" y="241200"/>
                  </a:lnTo>
                  <a:lnTo>
                    <a:pt x="282410" y="241404"/>
                  </a:lnTo>
                  <a:lnTo>
                    <a:pt x="282061" y="241404"/>
                  </a:lnTo>
                  <a:lnTo>
                    <a:pt x="258317" y="243839"/>
                  </a:lnTo>
                  <a:lnTo>
                    <a:pt x="346546" y="243839"/>
                  </a:lnTo>
                  <a:lnTo>
                    <a:pt x="352043" y="241404"/>
                  </a:lnTo>
                  <a:lnTo>
                    <a:pt x="282410" y="241404"/>
                  </a:lnTo>
                  <a:lnTo>
                    <a:pt x="283062" y="241200"/>
                  </a:lnTo>
                  <a:lnTo>
                    <a:pt x="352504" y="241200"/>
                  </a:lnTo>
                  <a:lnTo>
                    <a:pt x="358012" y="238759"/>
                  </a:lnTo>
                  <a:lnTo>
                    <a:pt x="358393" y="238759"/>
                  </a:lnTo>
                  <a:lnTo>
                    <a:pt x="361187" y="237489"/>
                  </a:lnTo>
                  <a:lnTo>
                    <a:pt x="306323" y="237489"/>
                  </a:lnTo>
                  <a:lnTo>
                    <a:pt x="307466" y="236219"/>
                  </a:lnTo>
                  <a:close/>
                </a:path>
                <a:path w="445135" h="261620">
                  <a:moveTo>
                    <a:pt x="174203" y="240140"/>
                  </a:moveTo>
                  <a:lnTo>
                    <a:pt x="173721" y="240140"/>
                  </a:lnTo>
                  <a:lnTo>
                    <a:pt x="174805" y="240276"/>
                  </a:lnTo>
                  <a:lnTo>
                    <a:pt x="174203" y="240140"/>
                  </a:lnTo>
                  <a:close/>
                </a:path>
                <a:path w="445135" h="261620">
                  <a:moveTo>
                    <a:pt x="377951" y="229869"/>
                  </a:moveTo>
                  <a:lnTo>
                    <a:pt x="331850" y="229869"/>
                  </a:lnTo>
                  <a:lnTo>
                    <a:pt x="306323" y="237489"/>
                  </a:lnTo>
                  <a:lnTo>
                    <a:pt x="361187" y="237489"/>
                  </a:lnTo>
                  <a:lnTo>
                    <a:pt x="377951" y="229869"/>
                  </a:lnTo>
                  <a:close/>
                </a:path>
                <a:path w="445135" h="261620">
                  <a:moveTo>
                    <a:pt x="141350" y="232409"/>
                  </a:moveTo>
                  <a:lnTo>
                    <a:pt x="142239" y="233679"/>
                  </a:lnTo>
                  <a:lnTo>
                    <a:pt x="146748" y="233679"/>
                  </a:lnTo>
                  <a:lnTo>
                    <a:pt x="141350" y="232409"/>
                  </a:lnTo>
                  <a:close/>
                </a:path>
                <a:path w="445135" h="261620">
                  <a:moveTo>
                    <a:pt x="391703" y="222375"/>
                  </a:moveTo>
                  <a:lnTo>
                    <a:pt x="350948" y="222375"/>
                  </a:lnTo>
                  <a:lnTo>
                    <a:pt x="331088" y="229869"/>
                  </a:lnTo>
                  <a:lnTo>
                    <a:pt x="378713" y="229869"/>
                  </a:lnTo>
                  <a:lnTo>
                    <a:pt x="391703" y="222375"/>
                  </a:lnTo>
                  <a:close/>
                </a:path>
                <a:path w="445135" h="261620">
                  <a:moveTo>
                    <a:pt x="389254" y="201929"/>
                  </a:moveTo>
                  <a:lnTo>
                    <a:pt x="369569" y="213359"/>
                  </a:lnTo>
                  <a:lnTo>
                    <a:pt x="370331" y="213359"/>
                  </a:lnTo>
                  <a:lnTo>
                    <a:pt x="349107" y="223070"/>
                  </a:lnTo>
                  <a:lnTo>
                    <a:pt x="350948" y="222375"/>
                  </a:lnTo>
                  <a:lnTo>
                    <a:pt x="391703" y="222375"/>
                  </a:lnTo>
                  <a:lnTo>
                    <a:pt x="398525" y="218439"/>
                  </a:lnTo>
                  <a:lnTo>
                    <a:pt x="399795" y="218439"/>
                  </a:lnTo>
                  <a:lnTo>
                    <a:pt x="417575" y="203200"/>
                  </a:lnTo>
                  <a:lnTo>
                    <a:pt x="387984" y="203200"/>
                  </a:lnTo>
                  <a:lnTo>
                    <a:pt x="389254" y="201929"/>
                  </a:lnTo>
                  <a:close/>
                </a:path>
                <a:path w="445135" h="261620">
                  <a:moveTo>
                    <a:pt x="79147" y="207112"/>
                  </a:moveTo>
                  <a:lnTo>
                    <a:pt x="78983" y="207112"/>
                  </a:lnTo>
                  <a:lnTo>
                    <a:pt x="79787" y="207539"/>
                  </a:lnTo>
                  <a:lnTo>
                    <a:pt x="79147" y="207112"/>
                  </a:lnTo>
                  <a:close/>
                </a:path>
                <a:path w="445135" h="261620">
                  <a:moveTo>
                    <a:pt x="410187" y="185538"/>
                  </a:moveTo>
                  <a:lnTo>
                    <a:pt x="387984" y="203200"/>
                  </a:lnTo>
                  <a:lnTo>
                    <a:pt x="417575" y="203200"/>
                  </a:lnTo>
                  <a:lnTo>
                    <a:pt x="422020" y="199389"/>
                  </a:lnTo>
                  <a:lnTo>
                    <a:pt x="423798" y="198119"/>
                  </a:lnTo>
                  <a:lnTo>
                    <a:pt x="431317" y="187959"/>
                  </a:lnTo>
                  <a:lnTo>
                    <a:pt x="408558" y="187959"/>
                  </a:lnTo>
                  <a:lnTo>
                    <a:pt x="410187" y="185538"/>
                  </a:lnTo>
                  <a:close/>
                </a:path>
                <a:path w="445135" h="261620">
                  <a:moveTo>
                    <a:pt x="57530" y="191769"/>
                  </a:moveTo>
                  <a:lnTo>
                    <a:pt x="57911" y="193039"/>
                  </a:lnTo>
                  <a:lnTo>
                    <a:pt x="59287" y="193039"/>
                  </a:lnTo>
                  <a:lnTo>
                    <a:pt x="57530" y="191769"/>
                  </a:lnTo>
                  <a:close/>
                </a:path>
                <a:path w="445135" h="261620">
                  <a:moveTo>
                    <a:pt x="417469" y="174714"/>
                  </a:moveTo>
                  <a:lnTo>
                    <a:pt x="411976" y="182879"/>
                  </a:lnTo>
                  <a:lnTo>
                    <a:pt x="410253" y="185538"/>
                  </a:lnTo>
                  <a:lnTo>
                    <a:pt x="408558" y="187959"/>
                  </a:lnTo>
                  <a:lnTo>
                    <a:pt x="431317" y="187959"/>
                  </a:lnTo>
                  <a:lnTo>
                    <a:pt x="433109" y="185538"/>
                  </a:lnTo>
                  <a:lnTo>
                    <a:pt x="434339" y="182879"/>
                  </a:lnTo>
                  <a:lnTo>
                    <a:pt x="436632" y="176529"/>
                  </a:lnTo>
                  <a:lnTo>
                    <a:pt x="416813" y="176529"/>
                  </a:lnTo>
                  <a:lnTo>
                    <a:pt x="417469" y="174714"/>
                  </a:lnTo>
                  <a:close/>
                </a:path>
                <a:path w="445135" h="261620">
                  <a:moveTo>
                    <a:pt x="417956" y="173989"/>
                  </a:moveTo>
                  <a:lnTo>
                    <a:pt x="417469" y="174714"/>
                  </a:lnTo>
                  <a:lnTo>
                    <a:pt x="416813" y="176529"/>
                  </a:lnTo>
                  <a:lnTo>
                    <a:pt x="417956" y="173989"/>
                  </a:lnTo>
                  <a:close/>
                </a:path>
                <a:path w="445135" h="261620">
                  <a:moveTo>
                    <a:pt x="437550" y="173989"/>
                  </a:moveTo>
                  <a:lnTo>
                    <a:pt x="417956" y="173989"/>
                  </a:lnTo>
                  <a:lnTo>
                    <a:pt x="416813" y="176529"/>
                  </a:lnTo>
                  <a:lnTo>
                    <a:pt x="436632" y="176529"/>
                  </a:lnTo>
                  <a:lnTo>
                    <a:pt x="437550" y="173989"/>
                  </a:lnTo>
                  <a:close/>
                </a:path>
                <a:path w="445135" h="261620">
                  <a:moveTo>
                    <a:pt x="424717" y="154642"/>
                  </a:moveTo>
                  <a:lnTo>
                    <a:pt x="417469" y="174714"/>
                  </a:lnTo>
                  <a:lnTo>
                    <a:pt x="417956" y="173989"/>
                  </a:lnTo>
                  <a:lnTo>
                    <a:pt x="437550" y="173989"/>
                  </a:lnTo>
                  <a:lnTo>
                    <a:pt x="442594" y="160019"/>
                  </a:lnTo>
                  <a:lnTo>
                    <a:pt x="443102" y="157479"/>
                  </a:lnTo>
                  <a:lnTo>
                    <a:pt x="443249" y="156209"/>
                  </a:lnTo>
                  <a:lnTo>
                    <a:pt x="424560" y="156209"/>
                  </a:lnTo>
                  <a:lnTo>
                    <a:pt x="424717" y="154642"/>
                  </a:lnTo>
                  <a:close/>
                </a:path>
                <a:path w="445135" h="261620">
                  <a:moveTo>
                    <a:pt x="32177" y="165100"/>
                  </a:moveTo>
                  <a:lnTo>
                    <a:pt x="31749" y="165100"/>
                  </a:lnTo>
                  <a:lnTo>
                    <a:pt x="32783" y="166369"/>
                  </a:lnTo>
                  <a:lnTo>
                    <a:pt x="32177" y="165100"/>
                  </a:lnTo>
                  <a:close/>
                </a:path>
                <a:path w="445135" h="261620">
                  <a:moveTo>
                    <a:pt x="425068" y="153669"/>
                  </a:moveTo>
                  <a:lnTo>
                    <a:pt x="424717" y="154642"/>
                  </a:lnTo>
                  <a:lnTo>
                    <a:pt x="424560" y="156209"/>
                  </a:lnTo>
                  <a:lnTo>
                    <a:pt x="425068" y="153669"/>
                  </a:lnTo>
                  <a:close/>
                </a:path>
                <a:path w="445135" h="261620">
                  <a:moveTo>
                    <a:pt x="443542" y="153669"/>
                  </a:moveTo>
                  <a:lnTo>
                    <a:pt x="425068" y="153669"/>
                  </a:lnTo>
                  <a:lnTo>
                    <a:pt x="424560" y="156209"/>
                  </a:lnTo>
                  <a:lnTo>
                    <a:pt x="443249" y="156209"/>
                  </a:lnTo>
                  <a:lnTo>
                    <a:pt x="443430" y="154642"/>
                  </a:lnTo>
                  <a:lnTo>
                    <a:pt x="443542" y="153669"/>
                  </a:lnTo>
                  <a:close/>
                </a:path>
                <a:path w="445135" h="261620">
                  <a:moveTo>
                    <a:pt x="426024" y="141644"/>
                  </a:moveTo>
                  <a:lnTo>
                    <a:pt x="424814" y="153669"/>
                  </a:lnTo>
                  <a:lnTo>
                    <a:pt x="424717" y="154642"/>
                  </a:lnTo>
                  <a:lnTo>
                    <a:pt x="425068" y="153669"/>
                  </a:lnTo>
                  <a:lnTo>
                    <a:pt x="443542" y="153669"/>
                  </a:lnTo>
                  <a:lnTo>
                    <a:pt x="444714" y="143509"/>
                  </a:lnTo>
                  <a:lnTo>
                    <a:pt x="426719" y="143509"/>
                  </a:lnTo>
                  <a:lnTo>
                    <a:pt x="426024" y="141644"/>
                  </a:lnTo>
                  <a:close/>
                </a:path>
                <a:path w="445135" h="261620">
                  <a:moveTo>
                    <a:pt x="21580" y="142219"/>
                  </a:moveTo>
                  <a:lnTo>
                    <a:pt x="21780" y="143509"/>
                  </a:lnTo>
                  <a:lnTo>
                    <a:pt x="22097" y="144779"/>
                  </a:lnTo>
                  <a:lnTo>
                    <a:pt x="22766" y="144779"/>
                  </a:lnTo>
                  <a:lnTo>
                    <a:pt x="21580" y="142219"/>
                  </a:lnTo>
                  <a:close/>
                </a:path>
                <a:path w="445135" h="261620">
                  <a:moveTo>
                    <a:pt x="426211" y="139700"/>
                  </a:moveTo>
                  <a:lnTo>
                    <a:pt x="426084" y="140969"/>
                  </a:lnTo>
                  <a:lnTo>
                    <a:pt x="426024" y="141644"/>
                  </a:lnTo>
                  <a:lnTo>
                    <a:pt x="426719" y="143509"/>
                  </a:lnTo>
                  <a:lnTo>
                    <a:pt x="426211" y="139700"/>
                  </a:lnTo>
                  <a:close/>
                </a:path>
                <a:path w="445135" h="261620">
                  <a:moveTo>
                    <a:pt x="444838" y="139700"/>
                  </a:moveTo>
                  <a:lnTo>
                    <a:pt x="426211" y="139700"/>
                  </a:lnTo>
                  <a:lnTo>
                    <a:pt x="426719" y="143509"/>
                  </a:lnTo>
                  <a:lnTo>
                    <a:pt x="444714" y="143509"/>
                  </a:lnTo>
                  <a:lnTo>
                    <a:pt x="444863" y="142219"/>
                  </a:lnTo>
                  <a:lnTo>
                    <a:pt x="444930" y="141644"/>
                  </a:lnTo>
                  <a:lnTo>
                    <a:pt x="445007" y="140969"/>
                  </a:lnTo>
                  <a:lnTo>
                    <a:pt x="444838" y="139700"/>
                  </a:lnTo>
                  <a:close/>
                </a:path>
                <a:path w="445135" h="261620">
                  <a:moveTo>
                    <a:pt x="416305" y="115569"/>
                  </a:moveTo>
                  <a:lnTo>
                    <a:pt x="426024" y="141644"/>
                  </a:lnTo>
                  <a:lnTo>
                    <a:pt x="426084" y="140969"/>
                  </a:lnTo>
                  <a:lnTo>
                    <a:pt x="426211" y="139700"/>
                  </a:lnTo>
                  <a:lnTo>
                    <a:pt x="444838" y="139700"/>
                  </a:lnTo>
                  <a:lnTo>
                    <a:pt x="444499" y="137159"/>
                  </a:lnTo>
                  <a:lnTo>
                    <a:pt x="436926" y="116839"/>
                  </a:lnTo>
                  <a:lnTo>
                    <a:pt x="417575" y="116839"/>
                  </a:lnTo>
                  <a:lnTo>
                    <a:pt x="416305" y="115569"/>
                  </a:lnTo>
                  <a:close/>
                </a:path>
                <a:path w="445135" h="261620">
                  <a:moveTo>
                    <a:pt x="19115" y="132849"/>
                  </a:moveTo>
                  <a:lnTo>
                    <a:pt x="19176" y="134619"/>
                  </a:lnTo>
                  <a:lnTo>
                    <a:pt x="19557" y="134619"/>
                  </a:lnTo>
                  <a:lnTo>
                    <a:pt x="19115" y="132849"/>
                  </a:lnTo>
                  <a:close/>
                </a:path>
                <a:path w="445135" h="261620">
                  <a:moveTo>
                    <a:pt x="19088" y="132079"/>
                  </a:moveTo>
                  <a:lnTo>
                    <a:pt x="18922" y="132079"/>
                  </a:lnTo>
                  <a:lnTo>
                    <a:pt x="19115" y="132849"/>
                  </a:lnTo>
                  <a:lnTo>
                    <a:pt x="19088" y="132079"/>
                  </a:lnTo>
                  <a:close/>
                </a:path>
                <a:path w="445135" h="261620">
                  <a:moveTo>
                    <a:pt x="431393" y="104139"/>
                  </a:moveTo>
                  <a:lnTo>
                    <a:pt x="407923" y="104139"/>
                  </a:lnTo>
                  <a:lnTo>
                    <a:pt x="417575" y="116839"/>
                  </a:lnTo>
                  <a:lnTo>
                    <a:pt x="436926" y="116839"/>
                  </a:lnTo>
                  <a:lnTo>
                    <a:pt x="434085" y="109219"/>
                  </a:lnTo>
                  <a:lnTo>
                    <a:pt x="432437" y="105415"/>
                  </a:lnTo>
                  <a:lnTo>
                    <a:pt x="431393" y="104139"/>
                  </a:lnTo>
                  <a:close/>
                </a:path>
                <a:path w="445135" h="261620">
                  <a:moveTo>
                    <a:pt x="18173" y="105778"/>
                  </a:moveTo>
                  <a:lnTo>
                    <a:pt x="18007" y="106434"/>
                  </a:lnTo>
                  <a:lnTo>
                    <a:pt x="17779" y="107950"/>
                  </a:lnTo>
                  <a:lnTo>
                    <a:pt x="18196" y="106434"/>
                  </a:lnTo>
                  <a:lnTo>
                    <a:pt x="18173" y="105778"/>
                  </a:lnTo>
                  <a:close/>
                </a:path>
                <a:path w="445135" h="261620">
                  <a:moveTo>
                    <a:pt x="18196" y="106434"/>
                  </a:moveTo>
                  <a:lnTo>
                    <a:pt x="17779" y="107950"/>
                  </a:lnTo>
                  <a:lnTo>
                    <a:pt x="18249" y="107950"/>
                  </a:lnTo>
                  <a:lnTo>
                    <a:pt x="18196" y="106434"/>
                  </a:lnTo>
                  <a:close/>
                </a:path>
                <a:path w="445135" h="261620">
                  <a:moveTo>
                    <a:pt x="18476" y="105415"/>
                  </a:moveTo>
                  <a:lnTo>
                    <a:pt x="18161" y="105415"/>
                  </a:lnTo>
                  <a:lnTo>
                    <a:pt x="18196" y="106434"/>
                  </a:lnTo>
                  <a:lnTo>
                    <a:pt x="18376" y="105778"/>
                  </a:lnTo>
                  <a:lnTo>
                    <a:pt x="18476" y="105415"/>
                  </a:lnTo>
                  <a:close/>
                </a:path>
                <a:path w="445135" h="261620">
                  <a:moveTo>
                    <a:pt x="403882" y="76200"/>
                  </a:moveTo>
                  <a:lnTo>
                    <a:pt x="378078" y="76200"/>
                  </a:lnTo>
                  <a:lnTo>
                    <a:pt x="394588" y="90169"/>
                  </a:lnTo>
                  <a:lnTo>
                    <a:pt x="394080" y="90169"/>
                  </a:lnTo>
                  <a:lnTo>
                    <a:pt x="408817" y="105415"/>
                  </a:lnTo>
                  <a:lnTo>
                    <a:pt x="407923" y="104139"/>
                  </a:lnTo>
                  <a:lnTo>
                    <a:pt x="431393" y="104139"/>
                  </a:lnTo>
                  <a:lnTo>
                    <a:pt x="422020" y="92709"/>
                  </a:lnTo>
                  <a:lnTo>
                    <a:pt x="421131" y="92709"/>
                  </a:lnTo>
                  <a:lnTo>
                    <a:pt x="405637" y="78739"/>
                  </a:lnTo>
                  <a:lnTo>
                    <a:pt x="405383" y="77469"/>
                  </a:lnTo>
                  <a:lnTo>
                    <a:pt x="403882" y="76200"/>
                  </a:lnTo>
                  <a:close/>
                </a:path>
                <a:path w="445135" h="261620">
                  <a:moveTo>
                    <a:pt x="20533" y="97936"/>
                  </a:moveTo>
                  <a:lnTo>
                    <a:pt x="19938" y="99059"/>
                  </a:lnTo>
                  <a:lnTo>
                    <a:pt x="20224" y="99059"/>
                  </a:lnTo>
                  <a:lnTo>
                    <a:pt x="20533" y="97936"/>
                  </a:lnTo>
                  <a:close/>
                </a:path>
                <a:path w="445135" h="261620">
                  <a:moveTo>
                    <a:pt x="31618" y="76998"/>
                  </a:moveTo>
                  <a:lnTo>
                    <a:pt x="29971" y="78739"/>
                  </a:lnTo>
                  <a:lnTo>
                    <a:pt x="30696" y="78739"/>
                  </a:lnTo>
                  <a:lnTo>
                    <a:pt x="31618" y="76998"/>
                  </a:lnTo>
                  <a:close/>
                </a:path>
                <a:path w="445135" h="261620">
                  <a:moveTo>
                    <a:pt x="320511" y="29209"/>
                  </a:moveTo>
                  <a:lnTo>
                    <a:pt x="271271" y="29209"/>
                  </a:lnTo>
                  <a:lnTo>
                    <a:pt x="297179" y="36829"/>
                  </a:lnTo>
                  <a:lnTo>
                    <a:pt x="296417" y="36829"/>
                  </a:lnTo>
                  <a:lnTo>
                    <a:pt x="318007" y="44450"/>
                  </a:lnTo>
                  <a:lnTo>
                    <a:pt x="317499" y="44450"/>
                  </a:lnTo>
                  <a:lnTo>
                    <a:pt x="340613" y="54609"/>
                  </a:lnTo>
                  <a:lnTo>
                    <a:pt x="340105" y="54609"/>
                  </a:lnTo>
                  <a:lnTo>
                    <a:pt x="362330" y="66039"/>
                  </a:lnTo>
                  <a:lnTo>
                    <a:pt x="361695" y="66039"/>
                  </a:lnTo>
                  <a:lnTo>
                    <a:pt x="378840" y="77469"/>
                  </a:lnTo>
                  <a:lnTo>
                    <a:pt x="378078" y="76200"/>
                  </a:lnTo>
                  <a:lnTo>
                    <a:pt x="403882" y="76200"/>
                  </a:lnTo>
                  <a:lnTo>
                    <a:pt x="388873" y="63500"/>
                  </a:lnTo>
                  <a:lnTo>
                    <a:pt x="370585" y="52069"/>
                  </a:lnTo>
                  <a:lnTo>
                    <a:pt x="347471" y="40639"/>
                  </a:lnTo>
                  <a:lnTo>
                    <a:pt x="347090" y="40639"/>
                  </a:lnTo>
                  <a:lnTo>
                    <a:pt x="324103" y="30479"/>
                  </a:lnTo>
                  <a:lnTo>
                    <a:pt x="323595" y="30479"/>
                  </a:lnTo>
                  <a:lnTo>
                    <a:pt x="320511" y="29209"/>
                  </a:lnTo>
                  <a:close/>
                </a:path>
                <a:path w="445135" h="261620">
                  <a:moveTo>
                    <a:pt x="224154" y="30479"/>
                  </a:moveTo>
                  <a:lnTo>
                    <a:pt x="194436" y="30479"/>
                  </a:lnTo>
                  <a:lnTo>
                    <a:pt x="215391" y="40639"/>
                  </a:lnTo>
                  <a:lnTo>
                    <a:pt x="221614" y="40639"/>
                  </a:lnTo>
                  <a:lnTo>
                    <a:pt x="223265" y="39369"/>
                  </a:lnTo>
                  <a:lnTo>
                    <a:pt x="224662" y="38100"/>
                  </a:lnTo>
                  <a:lnTo>
                    <a:pt x="225297" y="36829"/>
                  </a:lnTo>
                  <a:lnTo>
                    <a:pt x="226059" y="35559"/>
                  </a:lnTo>
                  <a:lnTo>
                    <a:pt x="225932" y="33019"/>
                  </a:lnTo>
                  <a:lnTo>
                    <a:pt x="224916" y="31750"/>
                  </a:lnTo>
                  <a:lnTo>
                    <a:pt x="224154" y="30479"/>
                  </a:lnTo>
                  <a:close/>
                </a:path>
                <a:path w="445135" h="261620">
                  <a:moveTo>
                    <a:pt x="200278" y="17779"/>
                  </a:moveTo>
                  <a:lnTo>
                    <a:pt x="160400" y="17779"/>
                  </a:lnTo>
                  <a:lnTo>
                    <a:pt x="164718" y="19050"/>
                  </a:lnTo>
                  <a:lnTo>
                    <a:pt x="163575" y="19050"/>
                  </a:lnTo>
                  <a:lnTo>
                    <a:pt x="187451" y="27939"/>
                  </a:lnTo>
                  <a:lnTo>
                    <a:pt x="187578" y="27939"/>
                  </a:lnTo>
                  <a:lnTo>
                    <a:pt x="194817" y="31750"/>
                  </a:lnTo>
                  <a:lnTo>
                    <a:pt x="194436" y="30479"/>
                  </a:lnTo>
                  <a:lnTo>
                    <a:pt x="224154" y="30479"/>
                  </a:lnTo>
                  <a:lnTo>
                    <a:pt x="221106" y="27939"/>
                  </a:lnTo>
                  <a:lnTo>
                    <a:pt x="200278" y="17779"/>
                  </a:lnTo>
                  <a:close/>
                </a:path>
                <a:path w="445135" h="261620">
                  <a:moveTo>
                    <a:pt x="307542" y="23869"/>
                  </a:moveTo>
                  <a:lnTo>
                    <a:pt x="245215" y="23869"/>
                  </a:lnTo>
                  <a:lnTo>
                    <a:pt x="246097" y="24247"/>
                  </a:lnTo>
                  <a:lnTo>
                    <a:pt x="246434" y="24247"/>
                  </a:lnTo>
                  <a:lnTo>
                    <a:pt x="271525" y="30479"/>
                  </a:lnTo>
                  <a:lnTo>
                    <a:pt x="271271" y="29209"/>
                  </a:lnTo>
                  <a:lnTo>
                    <a:pt x="320511" y="29209"/>
                  </a:lnTo>
                  <a:lnTo>
                    <a:pt x="307542" y="23869"/>
                  </a:lnTo>
                  <a:close/>
                </a:path>
                <a:path w="445135" h="261620">
                  <a:moveTo>
                    <a:pt x="149732" y="16509"/>
                  </a:moveTo>
                  <a:lnTo>
                    <a:pt x="127253" y="16509"/>
                  </a:lnTo>
                  <a:lnTo>
                    <a:pt x="112902" y="19050"/>
                  </a:lnTo>
                  <a:lnTo>
                    <a:pt x="113918" y="19050"/>
                  </a:lnTo>
                  <a:lnTo>
                    <a:pt x="106063" y="20381"/>
                  </a:lnTo>
                  <a:lnTo>
                    <a:pt x="107434" y="20381"/>
                  </a:lnTo>
                  <a:lnTo>
                    <a:pt x="98665" y="24397"/>
                  </a:lnTo>
                  <a:lnTo>
                    <a:pt x="98932" y="25400"/>
                  </a:lnTo>
                  <a:lnTo>
                    <a:pt x="102361" y="26669"/>
                  </a:lnTo>
                  <a:lnTo>
                    <a:pt x="105790" y="26669"/>
                  </a:lnTo>
                  <a:lnTo>
                    <a:pt x="122427" y="21589"/>
                  </a:lnTo>
                  <a:lnTo>
                    <a:pt x="121411" y="21589"/>
                  </a:lnTo>
                  <a:lnTo>
                    <a:pt x="153881" y="17779"/>
                  </a:lnTo>
                  <a:lnTo>
                    <a:pt x="156209" y="17779"/>
                  </a:lnTo>
                  <a:lnTo>
                    <a:pt x="149732" y="16509"/>
                  </a:lnTo>
                  <a:close/>
                </a:path>
                <a:path w="445135" h="261620">
                  <a:moveTo>
                    <a:pt x="160231" y="2940"/>
                  </a:moveTo>
                  <a:lnTo>
                    <a:pt x="130047" y="7619"/>
                  </a:lnTo>
                  <a:lnTo>
                    <a:pt x="119633" y="8889"/>
                  </a:lnTo>
                  <a:lnTo>
                    <a:pt x="118871" y="8889"/>
                  </a:lnTo>
                  <a:lnTo>
                    <a:pt x="102234" y="13969"/>
                  </a:lnTo>
                  <a:lnTo>
                    <a:pt x="98932" y="15239"/>
                  </a:lnTo>
                  <a:lnTo>
                    <a:pt x="97027" y="17779"/>
                  </a:lnTo>
                  <a:lnTo>
                    <a:pt x="97869" y="21387"/>
                  </a:lnTo>
                  <a:lnTo>
                    <a:pt x="98524" y="23869"/>
                  </a:lnTo>
                  <a:lnTo>
                    <a:pt x="98625" y="24247"/>
                  </a:lnTo>
                  <a:lnTo>
                    <a:pt x="98665" y="24397"/>
                  </a:lnTo>
                  <a:lnTo>
                    <a:pt x="107434" y="20381"/>
                  </a:lnTo>
                  <a:lnTo>
                    <a:pt x="106063" y="20381"/>
                  </a:lnTo>
                  <a:lnTo>
                    <a:pt x="113918" y="19050"/>
                  </a:lnTo>
                  <a:lnTo>
                    <a:pt x="112902" y="19050"/>
                  </a:lnTo>
                  <a:lnTo>
                    <a:pt x="127253" y="16509"/>
                  </a:lnTo>
                  <a:lnTo>
                    <a:pt x="196595" y="16509"/>
                  </a:lnTo>
                  <a:lnTo>
                    <a:pt x="193039" y="15239"/>
                  </a:lnTo>
                  <a:lnTo>
                    <a:pt x="169290" y="5079"/>
                  </a:lnTo>
                  <a:lnTo>
                    <a:pt x="168401" y="5079"/>
                  </a:lnTo>
                  <a:lnTo>
                    <a:pt x="164083" y="3809"/>
                  </a:lnTo>
                  <a:lnTo>
                    <a:pt x="163448" y="3809"/>
                  </a:lnTo>
                  <a:lnTo>
                    <a:pt x="160231" y="2940"/>
                  </a:lnTo>
                  <a:close/>
                </a:path>
                <a:path w="445135" h="261620">
                  <a:moveTo>
                    <a:pt x="244556" y="23869"/>
                  </a:moveTo>
                  <a:lnTo>
                    <a:pt x="246097" y="24247"/>
                  </a:lnTo>
                  <a:lnTo>
                    <a:pt x="246595" y="24247"/>
                  </a:lnTo>
                  <a:lnTo>
                    <a:pt x="244556" y="23869"/>
                  </a:lnTo>
                  <a:close/>
                </a:path>
                <a:path w="445135" h="261620">
                  <a:moveTo>
                    <a:pt x="196595" y="16509"/>
                  </a:moveTo>
                  <a:lnTo>
                    <a:pt x="181609" y="16509"/>
                  </a:lnTo>
                  <a:lnTo>
                    <a:pt x="202056" y="17779"/>
                  </a:lnTo>
                  <a:lnTo>
                    <a:pt x="224039" y="20381"/>
                  </a:lnTo>
                  <a:lnTo>
                    <a:pt x="223510" y="20381"/>
                  </a:lnTo>
                  <a:lnTo>
                    <a:pt x="244556" y="23869"/>
                  </a:lnTo>
                  <a:lnTo>
                    <a:pt x="246595" y="24247"/>
                  </a:lnTo>
                  <a:lnTo>
                    <a:pt x="246097" y="24247"/>
                  </a:lnTo>
                  <a:lnTo>
                    <a:pt x="245215" y="23869"/>
                  </a:lnTo>
                  <a:lnTo>
                    <a:pt x="307542" y="23869"/>
                  </a:lnTo>
                  <a:lnTo>
                    <a:pt x="302005" y="21589"/>
                  </a:lnTo>
                  <a:lnTo>
                    <a:pt x="301243" y="21589"/>
                  </a:lnTo>
                  <a:lnTo>
                    <a:pt x="288289" y="17779"/>
                  </a:lnTo>
                  <a:lnTo>
                    <a:pt x="200151" y="17779"/>
                  </a:lnTo>
                  <a:lnTo>
                    <a:pt x="196595" y="16509"/>
                  </a:lnTo>
                  <a:close/>
                </a:path>
                <a:path w="445135" h="261620">
                  <a:moveTo>
                    <a:pt x="123089" y="21387"/>
                  </a:moveTo>
                  <a:lnTo>
                    <a:pt x="121411" y="21589"/>
                  </a:lnTo>
                  <a:lnTo>
                    <a:pt x="122427" y="21589"/>
                  </a:lnTo>
                  <a:lnTo>
                    <a:pt x="123089" y="21387"/>
                  </a:lnTo>
                  <a:close/>
                </a:path>
                <a:path w="445135" h="261620">
                  <a:moveTo>
                    <a:pt x="160400" y="17779"/>
                  </a:moveTo>
                  <a:lnTo>
                    <a:pt x="156463" y="17779"/>
                  </a:lnTo>
                  <a:lnTo>
                    <a:pt x="161162" y="19050"/>
                  </a:lnTo>
                  <a:lnTo>
                    <a:pt x="160400" y="17779"/>
                  </a:lnTo>
                  <a:close/>
                </a:path>
                <a:path w="445135" h="261620">
                  <a:moveTo>
                    <a:pt x="164845" y="16509"/>
                  </a:moveTo>
                  <a:lnTo>
                    <a:pt x="149732" y="16509"/>
                  </a:lnTo>
                  <a:lnTo>
                    <a:pt x="156209" y="17779"/>
                  </a:lnTo>
                  <a:lnTo>
                    <a:pt x="153881" y="17779"/>
                  </a:lnTo>
                  <a:lnTo>
                    <a:pt x="164845" y="16509"/>
                  </a:lnTo>
                  <a:close/>
                </a:path>
                <a:path w="445135" h="261620">
                  <a:moveTo>
                    <a:pt x="181609" y="16509"/>
                  </a:moveTo>
                  <a:lnTo>
                    <a:pt x="164845" y="16509"/>
                  </a:lnTo>
                  <a:lnTo>
                    <a:pt x="153881" y="17779"/>
                  </a:lnTo>
                  <a:lnTo>
                    <a:pt x="202056" y="17779"/>
                  </a:lnTo>
                  <a:lnTo>
                    <a:pt x="181609" y="16509"/>
                  </a:lnTo>
                  <a:close/>
                </a:path>
                <a:path w="445135" h="261620">
                  <a:moveTo>
                    <a:pt x="225424" y="5079"/>
                  </a:moveTo>
                  <a:lnTo>
                    <a:pt x="169290" y="5079"/>
                  </a:lnTo>
                  <a:lnTo>
                    <a:pt x="193039" y="15239"/>
                  </a:lnTo>
                  <a:lnTo>
                    <a:pt x="200151" y="17779"/>
                  </a:lnTo>
                  <a:lnTo>
                    <a:pt x="288289" y="17779"/>
                  </a:lnTo>
                  <a:lnTo>
                    <a:pt x="275335" y="13969"/>
                  </a:lnTo>
                  <a:lnTo>
                    <a:pt x="274954" y="13969"/>
                  </a:lnTo>
                  <a:lnTo>
                    <a:pt x="249046" y="8889"/>
                  </a:lnTo>
                  <a:lnTo>
                    <a:pt x="248538" y="8889"/>
                  </a:lnTo>
                  <a:lnTo>
                    <a:pt x="225424" y="5079"/>
                  </a:lnTo>
                  <a:close/>
                </a:path>
                <a:path w="445135" h="261620">
                  <a:moveTo>
                    <a:pt x="203453" y="2539"/>
                  </a:moveTo>
                  <a:lnTo>
                    <a:pt x="162813" y="2539"/>
                  </a:lnTo>
                  <a:lnTo>
                    <a:pt x="160231" y="2940"/>
                  </a:lnTo>
                  <a:lnTo>
                    <a:pt x="163448" y="3809"/>
                  </a:lnTo>
                  <a:lnTo>
                    <a:pt x="164083" y="3809"/>
                  </a:lnTo>
                  <a:lnTo>
                    <a:pt x="168401" y="5079"/>
                  </a:lnTo>
                  <a:lnTo>
                    <a:pt x="225043" y="5079"/>
                  </a:lnTo>
                  <a:lnTo>
                    <a:pt x="203453" y="2539"/>
                  </a:lnTo>
                  <a:close/>
                </a:path>
                <a:path w="445135" h="261620">
                  <a:moveTo>
                    <a:pt x="133349" y="0"/>
                  </a:moveTo>
                  <a:lnTo>
                    <a:pt x="132206" y="0"/>
                  </a:lnTo>
                  <a:lnTo>
                    <a:pt x="125348" y="1269"/>
                  </a:lnTo>
                  <a:lnTo>
                    <a:pt x="145922" y="1269"/>
                  </a:lnTo>
                  <a:lnTo>
                    <a:pt x="13334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98193" y="1825116"/>
              <a:ext cx="394335" cy="2451100"/>
            </a:xfrm>
            <a:custGeom>
              <a:avLst/>
              <a:gdLst/>
              <a:ahLst/>
              <a:cxnLst/>
              <a:rect l="l" t="t" r="r" b="b"/>
              <a:pathLst>
                <a:path w="394335" h="2451100">
                  <a:moveTo>
                    <a:pt x="393445" y="2438400"/>
                  </a:moveTo>
                  <a:lnTo>
                    <a:pt x="169799" y="2438400"/>
                  </a:lnTo>
                  <a:lnTo>
                    <a:pt x="186309" y="2451100"/>
                  </a:lnTo>
                  <a:lnTo>
                    <a:pt x="393954" y="2451100"/>
                  </a:lnTo>
                  <a:lnTo>
                    <a:pt x="393445" y="2438400"/>
                  </a:lnTo>
                  <a:close/>
                </a:path>
                <a:path w="394335" h="2451100">
                  <a:moveTo>
                    <a:pt x="239140" y="2425700"/>
                  </a:moveTo>
                  <a:lnTo>
                    <a:pt x="118872" y="2425700"/>
                  </a:lnTo>
                  <a:lnTo>
                    <a:pt x="120777" y="2438400"/>
                  </a:lnTo>
                  <a:lnTo>
                    <a:pt x="274193" y="2438400"/>
                  </a:lnTo>
                  <a:lnTo>
                    <a:pt x="239140" y="2425700"/>
                  </a:lnTo>
                  <a:close/>
                </a:path>
                <a:path w="394335" h="2451100">
                  <a:moveTo>
                    <a:pt x="113665" y="2399552"/>
                  </a:moveTo>
                  <a:lnTo>
                    <a:pt x="113665" y="2413000"/>
                  </a:lnTo>
                  <a:lnTo>
                    <a:pt x="114046" y="2425700"/>
                  </a:lnTo>
                  <a:lnTo>
                    <a:pt x="136271" y="2425700"/>
                  </a:lnTo>
                  <a:lnTo>
                    <a:pt x="133096" y="2413000"/>
                  </a:lnTo>
                  <a:lnTo>
                    <a:pt x="115950" y="2413000"/>
                  </a:lnTo>
                  <a:lnTo>
                    <a:pt x="113665" y="2399552"/>
                  </a:lnTo>
                  <a:close/>
                </a:path>
                <a:path w="394335" h="2451100">
                  <a:moveTo>
                    <a:pt x="135128" y="2413000"/>
                  </a:moveTo>
                  <a:lnTo>
                    <a:pt x="133096" y="2413000"/>
                  </a:lnTo>
                  <a:lnTo>
                    <a:pt x="136271" y="2425700"/>
                  </a:lnTo>
                  <a:lnTo>
                    <a:pt x="135128" y="2413000"/>
                  </a:lnTo>
                  <a:close/>
                </a:path>
                <a:path w="394335" h="2451100">
                  <a:moveTo>
                    <a:pt x="157225" y="2413000"/>
                  </a:moveTo>
                  <a:lnTo>
                    <a:pt x="135128" y="2413000"/>
                  </a:lnTo>
                  <a:lnTo>
                    <a:pt x="136271" y="2425700"/>
                  </a:lnTo>
                  <a:lnTo>
                    <a:pt x="166750" y="2425700"/>
                  </a:lnTo>
                  <a:lnTo>
                    <a:pt x="157225" y="2413000"/>
                  </a:lnTo>
                  <a:close/>
                </a:path>
                <a:path w="394335" h="2451100">
                  <a:moveTo>
                    <a:pt x="134874" y="2400324"/>
                  </a:moveTo>
                  <a:lnTo>
                    <a:pt x="115317" y="2400324"/>
                  </a:lnTo>
                  <a:lnTo>
                    <a:pt x="115950" y="2413000"/>
                  </a:lnTo>
                  <a:lnTo>
                    <a:pt x="134874" y="2413000"/>
                  </a:lnTo>
                  <a:lnTo>
                    <a:pt x="134874" y="2400324"/>
                  </a:lnTo>
                  <a:close/>
                </a:path>
                <a:path w="394335" h="2451100">
                  <a:moveTo>
                    <a:pt x="129793" y="2387600"/>
                  </a:moveTo>
                  <a:lnTo>
                    <a:pt x="109219" y="2387600"/>
                  </a:lnTo>
                  <a:lnTo>
                    <a:pt x="109474" y="2396081"/>
                  </a:lnTo>
                  <a:lnTo>
                    <a:pt x="109505" y="2397125"/>
                  </a:lnTo>
                  <a:lnTo>
                    <a:pt x="109601" y="2400324"/>
                  </a:lnTo>
                  <a:lnTo>
                    <a:pt x="113665" y="2400324"/>
                  </a:lnTo>
                  <a:lnTo>
                    <a:pt x="113665" y="2399552"/>
                  </a:lnTo>
                  <a:lnTo>
                    <a:pt x="132184" y="2399552"/>
                  </a:lnTo>
                  <a:lnTo>
                    <a:pt x="129793" y="2387600"/>
                  </a:lnTo>
                  <a:close/>
                </a:path>
                <a:path w="394335" h="2451100">
                  <a:moveTo>
                    <a:pt x="132246" y="2399552"/>
                  </a:moveTo>
                  <a:lnTo>
                    <a:pt x="113665" y="2399552"/>
                  </a:lnTo>
                  <a:lnTo>
                    <a:pt x="113796" y="2400324"/>
                  </a:lnTo>
                  <a:lnTo>
                    <a:pt x="132338" y="2400324"/>
                  </a:lnTo>
                  <a:lnTo>
                    <a:pt x="132246" y="2399552"/>
                  </a:lnTo>
                  <a:close/>
                </a:path>
                <a:path w="394335" h="2451100">
                  <a:moveTo>
                    <a:pt x="132048" y="2397125"/>
                  </a:moveTo>
                  <a:lnTo>
                    <a:pt x="132184" y="2399552"/>
                  </a:lnTo>
                  <a:lnTo>
                    <a:pt x="132338" y="2400324"/>
                  </a:lnTo>
                  <a:lnTo>
                    <a:pt x="132720" y="2400324"/>
                  </a:lnTo>
                  <a:lnTo>
                    <a:pt x="132048" y="2397125"/>
                  </a:lnTo>
                  <a:close/>
                </a:path>
                <a:path w="394335" h="2451100">
                  <a:moveTo>
                    <a:pt x="130809" y="2387600"/>
                  </a:moveTo>
                  <a:lnTo>
                    <a:pt x="130047" y="2387600"/>
                  </a:lnTo>
                  <a:lnTo>
                    <a:pt x="131829" y="2396081"/>
                  </a:lnTo>
                  <a:lnTo>
                    <a:pt x="130809" y="2387600"/>
                  </a:lnTo>
                  <a:close/>
                </a:path>
                <a:path w="394335" h="2451100">
                  <a:moveTo>
                    <a:pt x="128905" y="2374900"/>
                  </a:moveTo>
                  <a:lnTo>
                    <a:pt x="106806" y="2374900"/>
                  </a:lnTo>
                  <a:lnTo>
                    <a:pt x="108077" y="2387600"/>
                  </a:lnTo>
                  <a:lnTo>
                    <a:pt x="129286" y="2387600"/>
                  </a:lnTo>
                  <a:lnTo>
                    <a:pt x="128905" y="2374900"/>
                  </a:lnTo>
                  <a:close/>
                </a:path>
                <a:path w="394335" h="2451100">
                  <a:moveTo>
                    <a:pt x="123317" y="2349500"/>
                  </a:moveTo>
                  <a:lnTo>
                    <a:pt x="101727" y="2349500"/>
                  </a:lnTo>
                  <a:lnTo>
                    <a:pt x="103381" y="2362219"/>
                  </a:lnTo>
                  <a:lnTo>
                    <a:pt x="105409" y="2374900"/>
                  </a:lnTo>
                  <a:lnTo>
                    <a:pt x="127253" y="2374900"/>
                  </a:lnTo>
                  <a:lnTo>
                    <a:pt x="125732" y="2362219"/>
                  </a:lnTo>
                  <a:lnTo>
                    <a:pt x="123317" y="2349500"/>
                  </a:lnTo>
                  <a:close/>
                </a:path>
                <a:path w="394335" h="2451100">
                  <a:moveTo>
                    <a:pt x="92456" y="2273300"/>
                  </a:moveTo>
                  <a:lnTo>
                    <a:pt x="91693" y="2286000"/>
                  </a:lnTo>
                  <a:lnTo>
                    <a:pt x="93853" y="2311400"/>
                  </a:lnTo>
                  <a:lnTo>
                    <a:pt x="95503" y="2324100"/>
                  </a:lnTo>
                  <a:lnTo>
                    <a:pt x="98425" y="2336800"/>
                  </a:lnTo>
                  <a:lnTo>
                    <a:pt x="100330" y="2349500"/>
                  </a:lnTo>
                  <a:lnTo>
                    <a:pt x="121793" y="2349500"/>
                  </a:lnTo>
                  <a:lnTo>
                    <a:pt x="120142" y="2336800"/>
                  </a:lnTo>
                  <a:lnTo>
                    <a:pt x="118490" y="2336800"/>
                  </a:lnTo>
                  <a:lnTo>
                    <a:pt x="115813" y="2325158"/>
                  </a:lnTo>
                  <a:lnTo>
                    <a:pt x="114300" y="2311400"/>
                  </a:lnTo>
                  <a:lnTo>
                    <a:pt x="112140" y="2286000"/>
                  </a:lnTo>
                  <a:lnTo>
                    <a:pt x="92456" y="2286000"/>
                  </a:lnTo>
                  <a:lnTo>
                    <a:pt x="92456" y="2273300"/>
                  </a:lnTo>
                  <a:close/>
                </a:path>
                <a:path w="394335" h="2451100">
                  <a:moveTo>
                    <a:pt x="81534" y="1028700"/>
                  </a:moveTo>
                  <a:lnTo>
                    <a:pt x="66167" y="1028700"/>
                  </a:lnTo>
                  <a:lnTo>
                    <a:pt x="68325" y="1054100"/>
                  </a:lnTo>
                  <a:lnTo>
                    <a:pt x="70612" y="1079500"/>
                  </a:lnTo>
                  <a:lnTo>
                    <a:pt x="73406" y="1104900"/>
                  </a:lnTo>
                  <a:lnTo>
                    <a:pt x="75946" y="1130300"/>
                  </a:lnTo>
                  <a:lnTo>
                    <a:pt x="78867" y="1155700"/>
                  </a:lnTo>
                  <a:lnTo>
                    <a:pt x="82931" y="1193800"/>
                  </a:lnTo>
                  <a:lnTo>
                    <a:pt x="86868" y="1219200"/>
                  </a:lnTo>
                  <a:lnTo>
                    <a:pt x="90169" y="1244600"/>
                  </a:lnTo>
                  <a:lnTo>
                    <a:pt x="93472" y="1282700"/>
                  </a:lnTo>
                  <a:lnTo>
                    <a:pt x="96393" y="1320800"/>
                  </a:lnTo>
                  <a:lnTo>
                    <a:pt x="96265" y="1320800"/>
                  </a:lnTo>
                  <a:lnTo>
                    <a:pt x="98171" y="1346200"/>
                  </a:lnTo>
                  <a:lnTo>
                    <a:pt x="100965" y="1409700"/>
                  </a:lnTo>
                  <a:lnTo>
                    <a:pt x="101727" y="1435100"/>
                  </a:lnTo>
                  <a:lnTo>
                    <a:pt x="102743" y="1460500"/>
                  </a:lnTo>
                  <a:lnTo>
                    <a:pt x="103632" y="1485909"/>
                  </a:lnTo>
                  <a:lnTo>
                    <a:pt x="104775" y="1511300"/>
                  </a:lnTo>
                  <a:lnTo>
                    <a:pt x="105790" y="1536700"/>
                  </a:lnTo>
                  <a:lnTo>
                    <a:pt x="107061" y="1562100"/>
                  </a:lnTo>
                  <a:lnTo>
                    <a:pt x="109855" y="1612900"/>
                  </a:lnTo>
                  <a:lnTo>
                    <a:pt x="111378" y="1638300"/>
                  </a:lnTo>
                  <a:lnTo>
                    <a:pt x="112775" y="1651000"/>
                  </a:lnTo>
                  <a:lnTo>
                    <a:pt x="113792" y="1689100"/>
                  </a:lnTo>
                  <a:lnTo>
                    <a:pt x="114934" y="1714500"/>
                  </a:lnTo>
                  <a:lnTo>
                    <a:pt x="114808" y="1866900"/>
                  </a:lnTo>
                  <a:lnTo>
                    <a:pt x="114427" y="1892300"/>
                  </a:lnTo>
                  <a:lnTo>
                    <a:pt x="113665" y="1917700"/>
                  </a:lnTo>
                  <a:lnTo>
                    <a:pt x="113284" y="1943100"/>
                  </a:lnTo>
                  <a:lnTo>
                    <a:pt x="112649" y="1968500"/>
                  </a:lnTo>
                  <a:lnTo>
                    <a:pt x="111506" y="1993900"/>
                  </a:lnTo>
                  <a:lnTo>
                    <a:pt x="111125" y="2019300"/>
                  </a:lnTo>
                  <a:lnTo>
                    <a:pt x="109728" y="2070100"/>
                  </a:lnTo>
                  <a:lnTo>
                    <a:pt x="107568" y="2120900"/>
                  </a:lnTo>
                  <a:lnTo>
                    <a:pt x="105083" y="2155371"/>
                  </a:lnTo>
                  <a:lnTo>
                    <a:pt x="102615" y="2184400"/>
                  </a:lnTo>
                  <a:lnTo>
                    <a:pt x="100456" y="2197100"/>
                  </a:lnTo>
                  <a:lnTo>
                    <a:pt x="98297" y="2222500"/>
                  </a:lnTo>
                  <a:lnTo>
                    <a:pt x="94615" y="2247900"/>
                  </a:lnTo>
                  <a:lnTo>
                    <a:pt x="93344" y="2263775"/>
                  </a:lnTo>
                  <a:lnTo>
                    <a:pt x="92456" y="2286000"/>
                  </a:lnTo>
                  <a:lnTo>
                    <a:pt x="111378" y="2286000"/>
                  </a:lnTo>
                  <a:lnTo>
                    <a:pt x="111378" y="2273300"/>
                  </a:lnTo>
                  <a:lnTo>
                    <a:pt x="111950" y="2273300"/>
                  </a:lnTo>
                  <a:lnTo>
                    <a:pt x="112522" y="2260600"/>
                  </a:lnTo>
                  <a:lnTo>
                    <a:pt x="113537" y="2247900"/>
                  </a:lnTo>
                  <a:lnTo>
                    <a:pt x="117093" y="2222500"/>
                  </a:lnTo>
                  <a:lnTo>
                    <a:pt x="119253" y="2209800"/>
                  </a:lnTo>
                  <a:lnTo>
                    <a:pt x="123697" y="2159010"/>
                  </a:lnTo>
                  <a:lnTo>
                    <a:pt x="126492" y="2120900"/>
                  </a:lnTo>
                  <a:lnTo>
                    <a:pt x="128650" y="2070100"/>
                  </a:lnTo>
                  <a:lnTo>
                    <a:pt x="130175" y="2019300"/>
                  </a:lnTo>
                  <a:lnTo>
                    <a:pt x="130428" y="2006600"/>
                  </a:lnTo>
                  <a:lnTo>
                    <a:pt x="132334" y="1943100"/>
                  </a:lnTo>
                  <a:lnTo>
                    <a:pt x="132587" y="1917700"/>
                  </a:lnTo>
                  <a:lnTo>
                    <a:pt x="133350" y="1892300"/>
                  </a:lnTo>
                  <a:lnTo>
                    <a:pt x="133731" y="1866900"/>
                  </a:lnTo>
                  <a:lnTo>
                    <a:pt x="133731" y="1765300"/>
                  </a:lnTo>
                  <a:lnTo>
                    <a:pt x="132206" y="1714500"/>
                  </a:lnTo>
                  <a:lnTo>
                    <a:pt x="131064" y="1689100"/>
                  </a:lnTo>
                  <a:lnTo>
                    <a:pt x="129921" y="1651000"/>
                  </a:lnTo>
                  <a:lnTo>
                    <a:pt x="128524" y="1625600"/>
                  </a:lnTo>
                  <a:lnTo>
                    <a:pt x="127127" y="1612900"/>
                  </a:lnTo>
                  <a:lnTo>
                    <a:pt x="125603" y="1587500"/>
                  </a:lnTo>
                  <a:lnTo>
                    <a:pt x="124206" y="1562100"/>
                  </a:lnTo>
                  <a:lnTo>
                    <a:pt x="122783" y="1541780"/>
                  </a:lnTo>
                  <a:lnTo>
                    <a:pt x="121412" y="1511300"/>
                  </a:lnTo>
                  <a:lnTo>
                    <a:pt x="120541" y="1489528"/>
                  </a:lnTo>
                  <a:lnTo>
                    <a:pt x="118364" y="1460500"/>
                  </a:lnTo>
                  <a:lnTo>
                    <a:pt x="117347" y="1435100"/>
                  </a:lnTo>
                  <a:lnTo>
                    <a:pt x="115062" y="1371600"/>
                  </a:lnTo>
                  <a:lnTo>
                    <a:pt x="111887" y="1320800"/>
                  </a:lnTo>
                  <a:lnTo>
                    <a:pt x="108965" y="1282700"/>
                  </a:lnTo>
                  <a:lnTo>
                    <a:pt x="105790" y="1244600"/>
                  </a:lnTo>
                  <a:lnTo>
                    <a:pt x="102615" y="1219200"/>
                  </a:lnTo>
                  <a:lnTo>
                    <a:pt x="98552" y="1181100"/>
                  </a:lnTo>
                  <a:lnTo>
                    <a:pt x="94742" y="1155700"/>
                  </a:lnTo>
                  <a:lnTo>
                    <a:pt x="91947" y="1130300"/>
                  </a:lnTo>
                  <a:lnTo>
                    <a:pt x="89408" y="1104900"/>
                  </a:lnTo>
                  <a:lnTo>
                    <a:pt x="86359" y="1079500"/>
                  </a:lnTo>
                  <a:lnTo>
                    <a:pt x="83693" y="1054100"/>
                  </a:lnTo>
                  <a:lnTo>
                    <a:pt x="81534" y="1028700"/>
                  </a:lnTo>
                  <a:close/>
                </a:path>
                <a:path w="394335" h="2451100">
                  <a:moveTo>
                    <a:pt x="111378" y="2273300"/>
                  </a:moveTo>
                  <a:lnTo>
                    <a:pt x="111378" y="2286000"/>
                  </a:lnTo>
                  <a:lnTo>
                    <a:pt x="111705" y="2278742"/>
                  </a:lnTo>
                  <a:lnTo>
                    <a:pt x="111378" y="2273300"/>
                  </a:lnTo>
                  <a:close/>
                </a:path>
                <a:path w="394335" h="2451100">
                  <a:moveTo>
                    <a:pt x="111705" y="2278742"/>
                  </a:moveTo>
                  <a:lnTo>
                    <a:pt x="111378" y="2286000"/>
                  </a:lnTo>
                  <a:lnTo>
                    <a:pt x="112140" y="2286000"/>
                  </a:lnTo>
                  <a:lnTo>
                    <a:pt x="111705" y="2278742"/>
                  </a:lnTo>
                  <a:close/>
                </a:path>
                <a:path w="394335" h="2451100">
                  <a:moveTo>
                    <a:pt x="111950" y="2273300"/>
                  </a:moveTo>
                  <a:lnTo>
                    <a:pt x="111378" y="2273300"/>
                  </a:lnTo>
                  <a:lnTo>
                    <a:pt x="111705" y="2278742"/>
                  </a:lnTo>
                  <a:lnTo>
                    <a:pt x="111950" y="2273300"/>
                  </a:lnTo>
                  <a:close/>
                </a:path>
                <a:path w="394335" h="2451100">
                  <a:moveTo>
                    <a:pt x="28575" y="76200"/>
                  </a:moveTo>
                  <a:lnTo>
                    <a:pt x="8255" y="76200"/>
                  </a:lnTo>
                  <a:lnTo>
                    <a:pt x="7874" y="101600"/>
                  </a:lnTo>
                  <a:lnTo>
                    <a:pt x="8000" y="114300"/>
                  </a:lnTo>
                  <a:lnTo>
                    <a:pt x="5461" y="139700"/>
                  </a:lnTo>
                  <a:lnTo>
                    <a:pt x="3809" y="165100"/>
                  </a:lnTo>
                  <a:lnTo>
                    <a:pt x="2159" y="177800"/>
                  </a:lnTo>
                  <a:lnTo>
                    <a:pt x="1143" y="203200"/>
                  </a:lnTo>
                  <a:lnTo>
                    <a:pt x="508" y="228600"/>
                  </a:lnTo>
                  <a:lnTo>
                    <a:pt x="508" y="254000"/>
                  </a:lnTo>
                  <a:lnTo>
                    <a:pt x="889" y="279400"/>
                  </a:lnTo>
                  <a:lnTo>
                    <a:pt x="1524" y="304800"/>
                  </a:lnTo>
                  <a:lnTo>
                    <a:pt x="2286" y="330200"/>
                  </a:lnTo>
                  <a:lnTo>
                    <a:pt x="2793" y="381000"/>
                  </a:lnTo>
                  <a:lnTo>
                    <a:pt x="2540" y="393700"/>
                  </a:lnTo>
                  <a:lnTo>
                    <a:pt x="1778" y="444500"/>
                  </a:lnTo>
                  <a:lnTo>
                    <a:pt x="1143" y="469900"/>
                  </a:lnTo>
                  <a:lnTo>
                    <a:pt x="762" y="495300"/>
                  </a:lnTo>
                  <a:lnTo>
                    <a:pt x="0" y="520700"/>
                  </a:lnTo>
                  <a:lnTo>
                    <a:pt x="0" y="558800"/>
                  </a:lnTo>
                  <a:lnTo>
                    <a:pt x="762" y="596900"/>
                  </a:lnTo>
                  <a:lnTo>
                    <a:pt x="7365" y="673100"/>
                  </a:lnTo>
                  <a:lnTo>
                    <a:pt x="22478" y="749300"/>
                  </a:lnTo>
                  <a:lnTo>
                    <a:pt x="33655" y="800100"/>
                  </a:lnTo>
                  <a:lnTo>
                    <a:pt x="38989" y="838200"/>
                  </a:lnTo>
                  <a:lnTo>
                    <a:pt x="42544" y="850900"/>
                  </a:lnTo>
                  <a:lnTo>
                    <a:pt x="46355" y="876300"/>
                  </a:lnTo>
                  <a:lnTo>
                    <a:pt x="50294" y="901719"/>
                  </a:lnTo>
                  <a:lnTo>
                    <a:pt x="53593" y="927100"/>
                  </a:lnTo>
                  <a:lnTo>
                    <a:pt x="57531" y="965200"/>
                  </a:lnTo>
                  <a:lnTo>
                    <a:pt x="60706" y="990600"/>
                  </a:lnTo>
                  <a:lnTo>
                    <a:pt x="63627" y="1016000"/>
                  </a:lnTo>
                  <a:lnTo>
                    <a:pt x="66167" y="1041400"/>
                  </a:lnTo>
                  <a:lnTo>
                    <a:pt x="66167" y="1028700"/>
                  </a:lnTo>
                  <a:lnTo>
                    <a:pt x="81534" y="1028700"/>
                  </a:lnTo>
                  <a:lnTo>
                    <a:pt x="78993" y="1016000"/>
                  </a:lnTo>
                  <a:lnTo>
                    <a:pt x="76200" y="990600"/>
                  </a:lnTo>
                  <a:lnTo>
                    <a:pt x="72897" y="965200"/>
                  </a:lnTo>
                  <a:lnTo>
                    <a:pt x="68961" y="927100"/>
                  </a:lnTo>
                  <a:lnTo>
                    <a:pt x="66315" y="905933"/>
                  </a:lnTo>
                  <a:lnTo>
                    <a:pt x="61721" y="876300"/>
                  </a:lnTo>
                  <a:lnTo>
                    <a:pt x="57658" y="850900"/>
                  </a:lnTo>
                  <a:lnTo>
                    <a:pt x="53975" y="825500"/>
                  </a:lnTo>
                  <a:lnTo>
                    <a:pt x="48514" y="800100"/>
                  </a:lnTo>
                  <a:lnTo>
                    <a:pt x="38100" y="749300"/>
                  </a:lnTo>
                  <a:lnTo>
                    <a:pt x="32765" y="723900"/>
                  </a:lnTo>
                  <a:lnTo>
                    <a:pt x="27431" y="685800"/>
                  </a:lnTo>
                  <a:lnTo>
                    <a:pt x="23749" y="673100"/>
                  </a:lnTo>
                  <a:lnTo>
                    <a:pt x="21336" y="647700"/>
                  </a:lnTo>
                  <a:lnTo>
                    <a:pt x="18796" y="622300"/>
                  </a:lnTo>
                  <a:lnTo>
                    <a:pt x="17399" y="596900"/>
                  </a:lnTo>
                  <a:lnTo>
                    <a:pt x="16637" y="558800"/>
                  </a:lnTo>
                  <a:lnTo>
                    <a:pt x="16637" y="533400"/>
                  </a:lnTo>
                  <a:lnTo>
                    <a:pt x="17399" y="495300"/>
                  </a:lnTo>
                  <a:lnTo>
                    <a:pt x="17653" y="469900"/>
                  </a:lnTo>
                  <a:lnTo>
                    <a:pt x="18415" y="444500"/>
                  </a:lnTo>
                  <a:lnTo>
                    <a:pt x="19177" y="393700"/>
                  </a:lnTo>
                  <a:lnTo>
                    <a:pt x="18415" y="355600"/>
                  </a:lnTo>
                  <a:lnTo>
                    <a:pt x="18034" y="330200"/>
                  </a:lnTo>
                  <a:lnTo>
                    <a:pt x="17906" y="304800"/>
                  </a:lnTo>
                  <a:lnTo>
                    <a:pt x="17906" y="279400"/>
                  </a:lnTo>
                  <a:lnTo>
                    <a:pt x="17525" y="254000"/>
                  </a:lnTo>
                  <a:lnTo>
                    <a:pt x="17653" y="228600"/>
                  </a:lnTo>
                  <a:lnTo>
                    <a:pt x="18415" y="203200"/>
                  </a:lnTo>
                  <a:lnTo>
                    <a:pt x="19558" y="190500"/>
                  </a:lnTo>
                  <a:lnTo>
                    <a:pt x="23494" y="139700"/>
                  </a:lnTo>
                  <a:lnTo>
                    <a:pt x="25908" y="114300"/>
                  </a:lnTo>
                  <a:lnTo>
                    <a:pt x="25781" y="114300"/>
                  </a:lnTo>
                  <a:lnTo>
                    <a:pt x="28067" y="101600"/>
                  </a:lnTo>
                  <a:lnTo>
                    <a:pt x="28321" y="101600"/>
                  </a:lnTo>
                  <a:lnTo>
                    <a:pt x="28575" y="76200"/>
                  </a:lnTo>
                  <a:close/>
                </a:path>
                <a:path w="394335" h="2451100">
                  <a:moveTo>
                    <a:pt x="26049" y="112805"/>
                  </a:moveTo>
                  <a:lnTo>
                    <a:pt x="25781" y="114300"/>
                  </a:lnTo>
                  <a:lnTo>
                    <a:pt x="25908" y="114300"/>
                  </a:lnTo>
                  <a:lnTo>
                    <a:pt x="26049" y="112805"/>
                  </a:lnTo>
                  <a:close/>
                </a:path>
                <a:path w="394335" h="2451100">
                  <a:moveTo>
                    <a:pt x="24256" y="25400"/>
                  </a:moveTo>
                  <a:lnTo>
                    <a:pt x="4953" y="25400"/>
                  </a:lnTo>
                  <a:lnTo>
                    <a:pt x="4953" y="38100"/>
                  </a:lnTo>
                  <a:lnTo>
                    <a:pt x="5715" y="50800"/>
                  </a:lnTo>
                  <a:lnTo>
                    <a:pt x="6477" y="50800"/>
                  </a:lnTo>
                  <a:lnTo>
                    <a:pt x="7874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26796" y="50800"/>
                  </a:lnTo>
                  <a:lnTo>
                    <a:pt x="26034" y="38100"/>
                  </a:lnTo>
                  <a:lnTo>
                    <a:pt x="21081" y="38100"/>
                  </a:lnTo>
                  <a:lnTo>
                    <a:pt x="24256" y="25400"/>
                  </a:lnTo>
                  <a:close/>
                </a:path>
                <a:path w="394335" h="2451100">
                  <a:moveTo>
                    <a:pt x="25400" y="25400"/>
                  </a:moveTo>
                  <a:lnTo>
                    <a:pt x="25146" y="25400"/>
                  </a:lnTo>
                  <a:lnTo>
                    <a:pt x="21081" y="38100"/>
                  </a:lnTo>
                  <a:lnTo>
                    <a:pt x="25400" y="38100"/>
                  </a:lnTo>
                  <a:lnTo>
                    <a:pt x="25400" y="25400"/>
                  </a:lnTo>
                  <a:close/>
                </a:path>
                <a:path w="394335" h="2451100">
                  <a:moveTo>
                    <a:pt x="269494" y="25400"/>
                  </a:moveTo>
                  <a:lnTo>
                    <a:pt x="199771" y="25400"/>
                  </a:lnTo>
                  <a:lnTo>
                    <a:pt x="219328" y="38100"/>
                  </a:lnTo>
                  <a:lnTo>
                    <a:pt x="268986" y="38100"/>
                  </a:lnTo>
                  <a:lnTo>
                    <a:pt x="269494" y="25400"/>
                  </a:lnTo>
                  <a:close/>
                </a:path>
                <a:path w="394335" h="2451100">
                  <a:moveTo>
                    <a:pt x="245237" y="12700"/>
                  </a:moveTo>
                  <a:lnTo>
                    <a:pt x="7874" y="12700"/>
                  </a:lnTo>
                  <a:lnTo>
                    <a:pt x="5842" y="25400"/>
                  </a:lnTo>
                  <a:lnTo>
                    <a:pt x="253237" y="25400"/>
                  </a:lnTo>
                  <a:lnTo>
                    <a:pt x="245237" y="12700"/>
                  </a:lnTo>
                  <a:close/>
                </a:path>
                <a:path w="394335" h="2451100">
                  <a:moveTo>
                    <a:pt x="168909" y="0"/>
                  </a:moveTo>
                  <a:lnTo>
                    <a:pt x="67309" y="0"/>
                  </a:lnTo>
                  <a:lnTo>
                    <a:pt x="50418" y="12700"/>
                  </a:lnTo>
                  <a:lnTo>
                    <a:pt x="179705" y="12700"/>
                  </a:lnTo>
                  <a:lnTo>
                    <a:pt x="168909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0546" y="1103502"/>
              <a:ext cx="600265" cy="281939"/>
            </a:xfrm>
            <a:prstGeom prst="rect">
              <a:avLst/>
            </a:prstGeom>
          </p:spPr>
        </p:pic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3245">
              <a:lnSpc>
                <a:spcPct val="100000"/>
              </a:lnSpc>
              <a:spcBef>
                <a:spcPts val="105"/>
              </a:spcBef>
            </a:pPr>
            <a:r>
              <a:rPr dirty="0"/>
              <a:t>Clustering:</a:t>
            </a:r>
            <a:r>
              <a:rPr spc="-165" dirty="0"/>
              <a:t> </a:t>
            </a:r>
            <a:r>
              <a:rPr dirty="0"/>
              <a:t>Google</a:t>
            </a:r>
            <a:r>
              <a:rPr spc="10" dirty="0"/>
              <a:t> </a:t>
            </a:r>
            <a:r>
              <a:rPr spc="-20" dirty="0"/>
              <a:t>news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8445">
              <a:lnSpc>
                <a:spcPct val="100000"/>
              </a:lnSpc>
              <a:spcBef>
                <a:spcPts val="105"/>
              </a:spcBef>
            </a:pPr>
            <a:r>
              <a:rPr dirty="0"/>
              <a:t>Clustering:</a:t>
            </a:r>
            <a:r>
              <a:rPr spc="-135" dirty="0"/>
              <a:t> </a:t>
            </a:r>
            <a:r>
              <a:rPr dirty="0"/>
              <a:t>DNA</a:t>
            </a:r>
            <a:r>
              <a:rPr spc="15" dirty="0"/>
              <a:t> </a:t>
            </a:r>
            <a:r>
              <a:rPr spc="-10" dirty="0"/>
              <a:t>microarray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075" y="1228725"/>
            <a:ext cx="5838825" cy="23145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29050" y="3653790"/>
            <a:ext cx="1870710" cy="640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latin typeface="Verdana"/>
                <a:cs typeface="Verdana"/>
              </a:rPr>
              <a:t>individuals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(each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column)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947" y="969263"/>
            <a:ext cx="1419225" cy="640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latin typeface="Verdana"/>
                <a:cs typeface="Verdana"/>
              </a:rPr>
              <a:t>genes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(each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row)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3206" y="750762"/>
            <a:ext cx="5889625" cy="3469004"/>
            <a:chOff x="863206" y="750762"/>
            <a:chExt cx="5889625" cy="346900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6918" y="3505073"/>
              <a:ext cx="459069" cy="7140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3066" y="1791334"/>
              <a:ext cx="834228" cy="2684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1209" y="2367153"/>
              <a:ext cx="458320" cy="12573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8357" y="2280412"/>
              <a:ext cx="183324" cy="32372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88256" y="830072"/>
              <a:ext cx="879474" cy="3812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96914" y="828040"/>
              <a:ext cx="955611" cy="3799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61389" y="3129533"/>
              <a:ext cx="297561" cy="12573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14047" y="750762"/>
              <a:ext cx="725292" cy="46704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20437" y="3323611"/>
              <a:ext cx="157018" cy="5783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3206" y="2968498"/>
              <a:ext cx="377532" cy="317500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37781" y="2133726"/>
            <a:ext cx="205270" cy="47650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0781" y="2836798"/>
            <a:ext cx="470395" cy="665988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75055">
              <a:lnSpc>
                <a:spcPct val="100000"/>
              </a:lnSpc>
              <a:spcBef>
                <a:spcPts val="105"/>
              </a:spcBef>
            </a:pPr>
            <a:r>
              <a:rPr dirty="0"/>
              <a:t>Clustering:</a:t>
            </a:r>
            <a:r>
              <a:rPr spc="-210" dirty="0"/>
              <a:t> </a:t>
            </a:r>
            <a:r>
              <a:rPr dirty="0"/>
              <a:t>Grouping</a:t>
            </a:r>
            <a:r>
              <a:rPr spc="-50" dirty="0"/>
              <a:t> </a:t>
            </a:r>
            <a:r>
              <a:rPr spc="-10" dirty="0"/>
              <a:t>customers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14575" y="1019175"/>
            <a:ext cx="3585845" cy="2474595"/>
            <a:chOff x="2314575" y="1019175"/>
            <a:chExt cx="3585845" cy="2474595"/>
          </a:xfrm>
        </p:grpSpPr>
        <p:sp>
          <p:nvSpPr>
            <p:cNvPr id="4" name="object 4"/>
            <p:cNvSpPr/>
            <p:nvPr/>
          </p:nvSpPr>
          <p:spPr>
            <a:xfrm>
              <a:off x="2314575" y="1019174"/>
              <a:ext cx="3585845" cy="2474595"/>
            </a:xfrm>
            <a:custGeom>
              <a:avLst/>
              <a:gdLst/>
              <a:ahLst/>
              <a:cxnLst/>
              <a:rect l="l" t="t" r="r" b="b"/>
              <a:pathLst>
                <a:path w="3585845" h="2474595">
                  <a:moveTo>
                    <a:pt x="3585845" y="2228850"/>
                  </a:moveTo>
                  <a:lnTo>
                    <a:pt x="3562985" y="2209800"/>
                  </a:lnTo>
                  <a:lnTo>
                    <a:pt x="3454019" y="2118995"/>
                  </a:lnTo>
                  <a:lnTo>
                    <a:pt x="3447326" y="2115401"/>
                  </a:lnTo>
                  <a:lnTo>
                    <a:pt x="3422777" y="2135340"/>
                  </a:lnTo>
                  <a:lnTo>
                    <a:pt x="3424809" y="2142325"/>
                  </a:lnTo>
                  <a:lnTo>
                    <a:pt x="3429508" y="2148205"/>
                  </a:lnTo>
                  <a:lnTo>
                    <a:pt x="3503422" y="2209800"/>
                  </a:lnTo>
                  <a:lnTo>
                    <a:pt x="295275" y="2209800"/>
                  </a:lnTo>
                  <a:lnTo>
                    <a:pt x="295275" y="82296"/>
                  </a:lnTo>
                  <a:lnTo>
                    <a:pt x="356870" y="156210"/>
                  </a:lnTo>
                  <a:lnTo>
                    <a:pt x="362750" y="160972"/>
                  </a:lnTo>
                  <a:lnTo>
                    <a:pt x="369735" y="162991"/>
                  </a:lnTo>
                  <a:lnTo>
                    <a:pt x="376986" y="162229"/>
                  </a:lnTo>
                  <a:lnTo>
                    <a:pt x="383667" y="158623"/>
                  </a:lnTo>
                  <a:lnTo>
                    <a:pt x="388416" y="152742"/>
                  </a:lnTo>
                  <a:lnTo>
                    <a:pt x="390436" y="145757"/>
                  </a:lnTo>
                  <a:lnTo>
                    <a:pt x="389674" y="138506"/>
                  </a:lnTo>
                  <a:lnTo>
                    <a:pt x="386080" y="131826"/>
                  </a:lnTo>
                  <a:lnTo>
                    <a:pt x="300990" y="29718"/>
                  </a:lnTo>
                  <a:lnTo>
                    <a:pt x="276225" y="0"/>
                  </a:lnTo>
                  <a:lnTo>
                    <a:pt x="166370" y="131826"/>
                  </a:lnTo>
                  <a:lnTo>
                    <a:pt x="162763" y="138506"/>
                  </a:lnTo>
                  <a:lnTo>
                    <a:pt x="162001" y="145757"/>
                  </a:lnTo>
                  <a:lnTo>
                    <a:pt x="164020" y="152742"/>
                  </a:lnTo>
                  <a:lnTo>
                    <a:pt x="168783" y="158623"/>
                  </a:lnTo>
                  <a:lnTo>
                    <a:pt x="175450" y="162229"/>
                  </a:lnTo>
                  <a:lnTo>
                    <a:pt x="182702" y="162991"/>
                  </a:lnTo>
                  <a:lnTo>
                    <a:pt x="189687" y="160972"/>
                  </a:lnTo>
                  <a:lnTo>
                    <a:pt x="195580" y="156210"/>
                  </a:lnTo>
                  <a:lnTo>
                    <a:pt x="257175" y="82296"/>
                  </a:lnTo>
                  <a:lnTo>
                    <a:pt x="257175" y="2209800"/>
                  </a:lnTo>
                  <a:lnTo>
                    <a:pt x="0" y="2209800"/>
                  </a:lnTo>
                  <a:lnTo>
                    <a:pt x="0" y="2247900"/>
                  </a:lnTo>
                  <a:lnTo>
                    <a:pt x="257175" y="2247900"/>
                  </a:lnTo>
                  <a:lnTo>
                    <a:pt x="257175" y="2474468"/>
                  </a:lnTo>
                  <a:lnTo>
                    <a:pt x="295275" y="2474468"/>
                  </a:lnTo>
                  <a:lnTo>
                    <a:pt x="295275" y="2247900"/>
                  </a:lnTo>
                  <a:lnTo>
                    <a:pt x="3503422" y="2247900"/>
                  </a:lnTo>
                  <a:lnTo>
                    <a:pt x="3429508" y="2309495"/>
                  </a:lnTo>
                  <a:lnTo>
                    <a:pt x="3424809" y="2315387"/>
                  </a:lnTo>
                  <a:lnTo>
                    <a:pt x="3422777" y="2322372"/>
                  </a:lnTo>
                  <a:lnTo>
                    <a:pt x="3423501" y="2329624"/>
                  </a:lnTo>
                  <a:lnTo>
                    <a:pt x="3427095" y="2336292"/>
                  </a:lnTo>
                  <a:lnTo>
                    <a:pt x="3432987" y="2341054"/>
                  </a:lnTo>
                  <a:lnTo>
                    <a:pt x="3440023" y="2343073"/>
                  </a:lnTo>
                  <a:lnTo>
                    <a:pt x="3447326" y="2342311"/>
                  </a:lnTo>
                  <a:lnTo>
                    <a:pt x="3454019" y="2338705"/>
                  </a:lnTo>
                  <a:lnTo>
                    <a:pt x="3562985" y="2247900"/>
                  </a:lnTo>
                  <a:lnTo>
                    <a:pt x="3585845" y="22288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7300" y="1676400"/>
              <a:ext cx="447675" cy="4476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6375" y="1895475"/>
              <a:ext cx="447675" cy="4476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0" y="2009775"/>
              <a:ext cx="447675" cy="4476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600" y="2190750"/>
              <a:ext cx="447675" cy="4476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8525" y="1409700"/>
              <a:ext cx="447675" cy="4476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9500" y="1704975"/>
              <a:ext cx="447675" cy="4476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3275" y="1752600"/>
              <a:ext cx="447675" cy="4476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4675" y="1628775"/>
              <a:ext cx="447675" cy="4476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5150" y="2000250"/>
              <a:ext cx="447675" cy="4476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2450" y="1171575"/>
              <a:ext cx="447675" cy="4476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6675" y="2771775"/>
              <a:ext cx="447675" cy="4476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8625" y="2790825"/>
              <a:ext cx="447675" cy="4476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2850" y="2705100"/>
              <a:ext cx="447675" cy="457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7175" y="2590800"/>
              <a:ext cx="447675" cy="4476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0875" y="1276350"/>
              <a:ext cx="447675" cy="4476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6375" y="1514475"/>
              <a:ext cx="447675" cy="4476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6750" y="2619375"/>
              <a:ext cx="447675" cy="44767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61950" y="1633219"/>
            <a:ext cx="1960245" cy="640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FF9300"/>
                </a:solidFill>
                <a:latin typeface="Verdana"/>
                <a:cs typeface="Verdana"/>
              </a:rPr>
              <a:t>growing</a:t>
            </a:r>
            <a:r>
              <a:rPr sz="2000" spc="-60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9300"/>
                </a:solidFill>
                <a:latin typeface="Verdana"/>
                <a:cs typeface="Verdana"/>
              </a:rPr>
              <a:t>skills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9300"/>
                </a:solidFill>
                <a:latin typeface="Verdana"/>
                <a:cs typeface="Verdana"/>
              </a:rPr>
              <a:t>and</a:t>
            </a:r>
            <a:r>
              <a:rPr sz="2000" spc="-1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9300"/>
                </a:solidFill>
                <a:latin typeface="Verdana"/>
                <a:cs typeface="Verdana"/>
              </a:rPr>
              <a:t>knowledge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45478" y="1762442"/>
            <a:ext cx="102425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7030A0"/>
                </a:solidFill>
                <a:latin typeface="Verdana"/>
                <a:cs typeface="Verdana"/>
              </a:rPr>
              <a:t>develop</a:t>
            </a:r>
            <a:endParaRPr sz="2000">
              <a:latin typeface="Verdana"/>
              <a:cs typeface="Verdana"/>
            </a:endParaRPr>
          </a:p>
          <a:p>
            <a:pPr marL="98425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7030A0"/>
                </a:solidFill>
                <a:latin typeface="Verdana"/>
                <a:cs typeface="Verdana"/>
              </a:rPr>
              <a:t>career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44189" y="3628072"/>
            <a:ext cx="169989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stay</a:t>
            </a:r>
            <a:r>
              <a:rPr sz="20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updated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with</a:t>
            </a:r>
            <a:r>
              <a:rPr sz="2000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Verdana"/>
                <a:cs typeface="Verdana"/>
              </a:rPr>
              <a:t>AI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7080" y="772922"/>
            <a:ext cx="4279645" cy="2471547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309370" marR="5080" indent="-1258570">
              <a:lnSpc>
                <a:spcPts val="5710"/>
              </a:lnSpc>
              <a:spcBef>
                <a:spcPts val="260"/>
              </a:spcBef>
            </a:pPr>
            <a:r>
              <a:rPr sz="4800" dirty="0">
                <a:solidFill>
                  <a:srgbClr val="0070EA"/>
                </a:solidFill>
              </a:rPr>
              <a:t>Machine</a:t>
            </a:r>
            <a:r>
              <a:rPr sz="4800" spc="-6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Learning Overview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273876" rIns="0" bIns="0" rtlCol="0">
            <a:spAutoFit/>
          </a:bodyPr>
          <a:lstStyle/>
          <a:p>
            <a:pPr marL="2167255" marR="5080" indent="-2155190">
              <a:lnSpc>
                <a:spcPct val="117400"/>
              </a:lnSpc>
              <a:spcBef>
                <a:spcPts val="95"/>
              </a:spcBef>
            </a:pPr>
            <a:r>
              <a:rPr sz="3950" dirty="0">
                <a:latin typeface="Verdana"/>
                <a:cs typeface="Verdana"/>
              </a:rPr>
              <a:t>Unsupervised</a:t>
            </a:r>
            <a:r>
              <a:rPr sz="3950" spc="95" dirty="0">
                <a:latin typeface="Verdana"/>
                <a:cs typeface="Verdana"/>
              </a:rPr>
              <a:t> </a:t>
            </a:r>
            <a:r>
              <a:rPr sz="3950" spc="-10" dirty="0">
                <a:latin typeface="Verdana"/>
                <a:cs typeface="Verdana"/>
              </a:rPr>
              <a:t>Learning </a:t>
            </a:r>
            <a:r>
              <a:rPr sz="3950" dirty="0">
                <a:latin typeface="Verdana"/>
                <a:cs typeface="Verdana"/>
              </a:rPr>
              <a:t>Part</a:t>
            </a:r>
            <a:r>
              <a:rPr sz="3950" spc="55" dirty="0">
                <a:latin typeface="Verdana"/>
                <a:cs typeface="Verdana"/>
              </a:rPr>
              <a:t> </a:t>
            </a:r>
            <a:r>
              <a:rPr sz="3950" spc="-50" dirty="0">
                <a:latin typeface="Verdana"/>
                <a:cs typeface="Verdana"/>
              </a:rPr>
              <a:t>2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3430">
              <a:lnSpc>
                <a:spcPct val="100000"/>
              </a:lnSpc>
              <a:spcBef>
                <a:spcPts val="105"/>
              </a:spcBef>
            </a:pPr>
            <a:r>
              <a:rPr dirty="0"/>
              <a:t>Unsupervised</a:t>
            </a:r>
            <a:r>
              <a:rPr spc="-13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990" y="783336"/>
            <a:ext cx="6993890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Verdana"/>
                <a:cs typeface="Verdana"/>
              </a:rPr>
              <a:t>Data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only</a:t>
            </a:r>
            <a:r>
              <a:rPr sz="2000" spc="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inputs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Cambria Math"/>
                <a:cs typeface="Cambria Math"/>
              </a:rPr>
              <a:t>x,</a:t>
            </a:r>
            <a:r>
              <a:rPr sz="2000" spc="270" dirty="0">
                <a:latin typeface="Cambria Math"/>
                <a:cs typeface="Cambria Math"/>
              </a:rPr>
              <a:t> </a:t>
            </a:r>
            <a:r>
              <a:rPr sz="2000" dirty="0">
                <a:latin typeface="Verdana"/>
                <a:cs typeface="Verdana"/>
              </a:rPr>
              <a:t>but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 output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labels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y</a:t>
            </a:r>
            <a:r>
              <a:rPr sz="2000" spc="-25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Algorithm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has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find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96FF"/>
                </a:solidFill>
                <a:latin typeface="Verdana"/>
                <a:cs typeface="Verdana"/>
              </a:rPr>
              <a:t>structure</a:t>
            </a:r>
            <a:r>
              <a:rPr sz="2000" spc="-220" dirty="0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data.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0232" y="1953831"/>
            <a:ext cx="2399030" cy="945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Clustering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Group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similar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data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points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together.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4335" y="3290315"/>
            <a:ext cx="3260725" cy="640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Anomaly</a:t>
            </a:r>
            <a:r>
              <a:rPr sz="2000" u="heavy" spc="-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detection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Find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unusual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data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points.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32959" y="2035238"/>
            <a:ext cx="3522345" cy="945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Dimensionality</a:t>
            </a:r>
            <a:r>
              <a:rPr sz="2000" u="heavy" spc="-6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reduction</a:t>
            </a:r>
            <a:r>
              <a:rPr sz="2000" u="none" spc="-10" dirty="0">
                <a:latin typeface="Verdana"/>
                <a:cs typeface="Verdana"/>
              </a:rPr>
              <a:t> </a:t>
            </a:r>
            <a:r>
              <a:rPr sz="2000" u="none" dirty="0">
                <a:latin typeface="Verdana"/>
                <a:cs typeface="Verdana"/>
              </a:rPr>
              <a:t>Compress</a:t>
            </a:r>
            <a:r>
              <a:rPr sz="2000" u="none" spc="-60" dirty="0">
                <a:latin typeface="Verdana"/>
                <a:cs typeface="Verdana"/>
              </a:rPr>
              <a:t> </a:t>
            </a:r>
            <a:r>
              <a:rPr sz="2000" u="none" dirty="0">
                <a:latin typeface="Verdana"/>
                <a:cs typeface="Verdana"/>
              </a:rPr>
              <a:t>data</a:t>
            </a:r>
            <a:r>
              <a:rPr sz="2000" u="none" spc="-75" dirty="0">
                <a:latin typeface="Verdana"/>
                <a:cs typeface="Verdana"/>
              </a:rPr>
              <a:t> </a:t>
            </a:r>
            <a:r>
              <a:rPr sz="2000" u="none" dirty="0">
                <a:latin typeface="Verdana"/>
                <a:cs typeface="Verdana"/>
              </a:rPr>
              <a:t>using</a:t>
            </a:r>
            <a:r>
              <a:rPr sz="2000" u="none" spc="35" dirty="0">
                <a:latin typeface="Verdana"/>
                <a:cs typeface="Verdana"/>
              </a:rPr>
              <a:t> </a:t>
            </a:r>
            <a:r>
              <a:rPr sz="2000" u="none" spc="-20" dirty="0">
                <a:latin typeface="Verdana"/>
                <a:cs typeface="Verdana"/>
              </a:rPr>
              <a:t>fewer </a:t>
            </a:r>
            <a:r>
              <a:rPr sz="2000" u="none" spc="-10" dirty="0">
                <a:latin typeface="Verdana"/>
                <a:cs typeface="Verdana"/>
              </a:rPr>
              <a:t>numbers.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925" y="1771650"/>
            <a:ext cx="292100" cy="3238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925" y="2390775"/>
            <a:ext cx="292100" cy="3333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925" y="3019425"/>
            <a:ext cx="292100" cy="323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925" y="3638550"/>
            <a:ext cx="292100" cy="3333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7082" y="685228"/>
            <a:ext cx="7501890" cy="34321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Verdana"/>
                <a:cs typeface="Verdana"/>
              </a:rPr>
              <a:t>Of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following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examples,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would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address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using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an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96FF"/>
                </a:solidFill>
                <a:latin typeface="Verdana"/>
                <a:cs typeface="Verdana"/>
              </a:rPr>
              <a:t>unsupervised</a:t>
            </a:r>
            <a:r>
              <a:rPr sz="2000" spc="-150" dirty="0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learning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algorithm?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2000" dirty="0">
              <a:latin typeface="Verdana"/>
              <a:cs typeface="Verdana"/>
            </a:endParaRPr>
          </a:p>
          <a:p>
            <a:pPr marL="516890">
              <a:lnSpc>
                <a:spcPct val="100000"/>
              </a:lnSpc>
            </a:pPr>
            <a:r>
              <a:rPr sz="1550" dirty="0">
                <a:latin typeface="Verdana"/>
                <a:cs typeface="Verdana"/>
              </a:rPr>
              <a:t>Given</a:t>
            </a:r>
            <a:r>
              <a:rPr sz="1550" spc="18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email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labeled</a:t>
            </a:r>
            <a:r>
              <a:rPr sz="1550" spc="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as</a:t>
            </a:r>
            <a:r>
              <a:rPr sz="1550" spc="1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spam/not</a:t>
            </a:r>
            <a:r>
              <a:rPr sz="1550" spc="1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spam,</a:t>
            </a:r>
            <a:r>
              <a:rPr sz="1550" spc="1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learn</a:t>
            </a:r>
            <a:r>
              <a:rPr sz="1550" spc="10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spam</a:t>
            </a:r>
            <a:r>
              <a:rPr sz="1550" spc="17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filter.</a:t>
            </a:r>
            <a:endParaRPr sz="15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550" dirty="0">
              <a:latin typeface="Verdana"/>
              <a:cs typeface="Verdana"/>
            </a:endParaRPr>
          </a:p>
          <a:p>
            <a:pPr marL="516890">
              <a:lnSpc>
                <a:spcPct val="100000"/>
              </a:lnSpc>
            </a:pPr>
            <a:r>
              <a:rPr sz="1550" dirty="0">
                <a:latin typeface="Verdana"/>
                <a:cs typeface="Verdana"/>
              </a:rPr>
              <a:t>Given</a:t>
            </a:r>
            <a:r>
              <a:rPr sz="1550" spc="1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set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news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articles</a:t>
            </a:r>
            <a:r>
              <a:rPr sz="1550" spc="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found</a:t>
            </a:r>
            <a:r>
              <a:rPr sz="1550" spc="2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on</a:t>
            </a:r>
            <a:r>
              <a:rPr sz="1550" spc="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web,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group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them</a:t>
            </a:r>
            <a:r>
              <a:rPr sz="1550" spc="1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into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sets</a:t>
            </a:r>
            <a:endParaRPr sz="1550" dirty="0">
              <a:latin typeface="Verdana"/>
              <a:cs typeface="Verdana"/>
            </a:endParaRPr>
          </a:p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latin typeface="Verdana"/>
                <a:cs typeface="Verdana"/>
              </a:rPr>
              <a:t>of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articles</a:t>
            </a:r>
            <a:r>
              <a:rPr sz="1550" spc="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about</a:t>
            </a:r>
            <a:r>
              <a:rPr sz="1550" spc="1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same</a:t>
            </a:r>
            <a:r>
              <a:rPr sz="1550" spc="14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story.</a:t>
            </a:r>
            <a:endParaRPr sz="1550" dirty="0">
              <a:latin typeface="Verdana"/>
              <a:cs typeface="Verdana"/>
            </a:endParaRPr>
          </a:p>
          <a:p>
            <a:pPr marL="516890" marR="169545">
              <a:lnSpc>
                <a:spcPct val="105200"/>
              </a:lnSpc>
              <a:spcBef>
                <a:spcPts val="1385"/>
              </a:spcBef>
            </a:pPr>
            <a:r>
              <a:rPr sz="1550" dirty="0">
                <a:latin typeface="Verdana"/>
                <a:cs typeface="Verdana"/>
              </a:rPr>
              <a:t>Given</a:t>
            </a:r>
            <a:r>
              <a:rPr sz="1550" spc="19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database</a:t>
            </a:r>
            <a:r>
              <a:rPr sz="1550" spc="1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customer</a:t>
            </a:r>
            <a:r>
              <a:rPr sz="1550" spc="2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data,</a:t>
            </a:r>
            <a:r>
              <a:rPr sz="1550" spc="1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automatically</a:t>
            </a:r>
            <a:r>
              <a:rPr sz="1550" spc="1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discover</a:t>
            </a:r>
            <a:r>
              <a:rPr sz="1550" spc="22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market </a:t>
            </a:r>
            <a:r>
              <a:rPr sz="1550" dirty="0">
                <a:latin typeface="Verdana"/>
                <a:cs typeface="Verdana"/>
              </a:rPr>
              <a:t>segments</a:t>
            </a:r>
            <a:r>
              <a:rPr sz="1550" spc="1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and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group</a:t>
            </a:r>
            <a:r>
              <a:rPr sz="1550" spc="1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customers</a:t>
            </a:r>
            <a:r>
              <a:rPr sz="1550" spc="2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into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different</a:t>
            </a:r>
            <a:r>
              <a:rPr sz="1550" spc="1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market</a:t>
            </a:r>
            <a:r>
              <a:rPr sz="1550" spc="15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segments.</a:t>
            </a:r>
            <a:endParaRPr sz="1550" dirty="0">
              <a:latin typeface="Verdana"/>
              <a:cs typeface="Verdana"/>
            </a:endParaRPr>
          </a:p>
          <a:p>
            <a:pPr marL="516890" marR="183515">
              <a:lnSpc>
                <a:spcPct val="105100"/>
              </a:lnSpc>
              <a:spcBef>
                <a:spcPts val="1070"/>
              </a:spcBef>
            </a:pPr>
            <a:r>
              <a:rPr sz="1550" dirty="0">
                <a:latin typeface="Verdana"/>
                <a:cs typeface="Verdana"/>
              </a:rPr>
              <a:t>Given</a:t>
            </a:r>
            <a:r>
              <a:rPr sz="1550" spc="19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8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dataset</a:t>
            </a:r>
            <a:r>
              <a:rPr sz="1550" spc="11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patients</a:t>
            </a:r>
            <a:r>
              <a:rPr sz="1550" spc="1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diagnosed</a:t>
            </a:r>
            <a:r>
              <a:rPr sz="1550" spc="21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as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either</a:t>
            </a:r>
            <a:r>
              <a:rPr sz="1550" spc="1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having</a:t>
            </a:r>
            <a:r>
              <a:rPr sz="1550" spc="21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diabetes</a:t>
            </a:r>
            <a:r>
              <a:rPr sz="1550" spc="135" dirty="0">
                <a:latin typeface="Verdana"/>
                <a:cs typeface="Verdana"/>
              </a:rPr>
              <a:t> </a:t>
            </a:r>
            <a:r>
              <a:rPr sz="1550" spc="-25" dirty="0">
                <a:latin typeface="Verdana"/>
                <a:cs typeface="Verdana"/>
              </a:rPr>
              <a:t>or </a:t>
            </a:r>
            <a:r>
              <a:rPr sz="1550" dirty="0">
                <a:latin typeface="Verdana"/>
                <a:cs typeface="Verdana"/>
              </a:rPr>
              <a:t>not,</a:t>
            </a:r>
            <a:r>
              <a:rPr sz="1550" spc="1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learn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classify</a:t>
            </a:r>
            <a:r>
              <a:rPr sz="1550" spc="1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new</a:t>
            </a:r>
            <a:r>
              <a:rPr sz="1550" spc="10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patients</a:t>
            </a:r>
            <a:r>
              <a:rPr sz="1550" spc="20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as</a:t>
            </a:r>
            <a:r>
              <a:rPr sz="1550" spc="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having</a:t>
            </a:r>
            <a:r>
              <a:rPr sz="1550" spc="1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diabetes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or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spc="-25" dirty="0">
                <a:latin typeface="Verdana"/>
                <a:cs typeface="Verdana"/>
              </a:rPr>
              <a:t>not</a:t>
            </a:r>
            <a:endParaRPr sz="1550" dirty="0">
              <a:latin typeface="Verdana"/>
              <a:cs typeface="Verdan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3804539" y="259461"/>
            <a:ext cx="153670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0" dirty="0"/>
              <a:t>Question</a:t>
            </a:r>
            <a:endParaRPr sz="270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2225" marR="5080" indent="-9525">
              <a:lnSpc>
                <a:spcPts val="5710"/>
              </a:lnSpc>
              <a:spcBef>
                <a:spcPts val="260"/>
              </a:spcBef>
            </a:pPr>
            <a:r>
              <a:rPr sz="4800" dirty="0">
                <a:solidFill>
                  <a:srgbClr val="0070EA"/>
                </a:solidFill>
              </a:rPr>
              <a:t>Linear</a:t>
            </a:r>
            <a:r>
              <a:rPr sz="4800" spc="-65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Regression </a:t>
            </a:r>
            <a:r>
              <a:rPr sz="4800" dirty="0">
                <a:solidFill>
                  <a:srgbClr val="0070EA"/>
                </a:solidFill>
              </a:rPr>
              <a:t>with</a:t>
            </a:r>
            <a:r>
              <a:rPr sz="4800" spc="-45" dirty="0">
                <a:solidFill>
                  <a:srgbClr val="0070EA"/>
                </a:solidFill>
              </a:rPr>
              <a:t> </a:t>
            </a:r>
            <a:r>
              <a:rPr sz="4800" dirty="0">
                <a:solidFill>
                  <a:srgbClr val="0070EA"/>
                </a:solidFill>
              </a:rPr>
              <a:t>One</a:t>
            </a:r>
            <a:r>
              <a:rPr sz="4800" spc="-75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Variable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374771" y="3144447"/>
            <a:ext cx="5033010" cy="1570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6760" marR="5080" indent="-734695">
              <a:lnSpc>
                <a:spcPct val="115199"/>
              </a:lnSpc>
              <a:spcBef>
                <a:spcPts val="90"/>
              </a:spcBef>
            </a:pPr>
            <a:r>
              <a:rPr sz="4400" dirty="0">
                <a:latin typeface="Verdana"/>
                <a:cs typeface="Verdana"/>
              </a:rPr>
              <a:t>Linear</a:t>
            </a:r>
            <a:r>
              <a:rPr sz="4400" spc="-85" dirty="0">
                <a:latin typeface="Verdana"/>
                <a:cs typeface="Verdana"/>
              </a:rPr>
              <a:t> </a:t>
            </a:r>
            <a:r>
              <a:rPr sz="4400" spc="-10" dirty="0">
                <a:latin typeface="Verdana"/>
                <a:cs typeface="Verdana"/>
              </a:rPr>
              <a:t>Regression </a:t>
            </a:r>
            <a:r>
              <a:rPr sz="4400" dirty="0">
                <a:latin typeface="Verdana"/>
                <a:cs typeface="Verdana"/>
              </a:rPr>
              <a:t>Model</a:t>
            </a:r>
            <a:r>
              <a:rPr sz="4400" spc="-155" dirty="0">
                <a:latin typeface="Verdana"/>
                <a:cs typeface="Verdana"/>
              </a:rPr>
              <a:t> </a:t>
            </a:r>
            <a:r>
              <a:rPr sz="4400" dirty="0">
                <a:latin typeface="Verdana"/>
                <a:cs typeface="Verdana"/>
              </a:rPr>
              <a:t>Part</a:t>
            </a:r>
            <a:r>
              <a:rPr sz="4400" spc="-20" dirty="0">
                <a:latin typeface="Verdana"/>
                <a:cs typeface="Verdana"/>
              </a:rPr>
              <a:t> </a:t>
            </a:r>
            <a:r>
              <a:rPr sz="4400" spc="-50" dirty="0">
                <a:latin typeface="Verdana"/>
                <a:cs typeface="Verdana"/>
              </a:rPr>
              <a:t>1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6501" y="623951"/>
            <a:ext cx="4419600" cy="2171700"/>
          </a:xfrm>
          <a:custGeom>
            <a:avLst/>
            <a:gdLst/>
            <a:ahLst/>
            <a:cxnLst/>
            <a:rect l="l" t="t" r="r" b="b"/>
            <a:pathLst>
              <a:path w="4419600" h="2171700">
                <a:moveTo>
                  <a:pt x="66675" y="1685925"/>
                </a:moveTo>
                <a:lnTo>
                  <a:pt x="4419600" y="1685925"/>
                </a:lnTo>
              </a:path>
              <a:path w="4419600" h="2171700">
                <a:moveTo>
                  <a:pt x="66675" y="1266825"/>
                </a:moveTo>
                <a:lnTo>
                  <a:pt x="4419600" y="1266825"/>
                </a:lnTo>
              </a:path>
              <a:path w="4419600" h="2171700">
                <a:moveTo>
                  <a:pt x="66675" y="838200"/>
                </a:moveTo>
                <a:lnTo>
                  <a:pt x="4419600" y="838200"/>
                </a:lnTo>
              </a:path>
              <a:path w="4419600" h="2171700">
                <a:moveTo>
                  <a:pt x="66675" y="419100"/>
                </a:moveTo>
                <a:lnTo>
                  <a:pt x="4419600" y="419100"/>
                </a:lnTo>
              </a:path>
              <a:path w="4419600" h="2171700">
                <a:moveTo>
                  <a:pt x="66675" y="0"/>
                </a:moveTo>
                <a:lnTo>
                  <a:pt x="4419600" y="0"/>
                </a:lnTo>
              </a:path>
              <a:path w="4419600" h="2171700">
                <a:moveTo>
                  <a:pt x="66675" y="2105025"/>
                </a:moveTo>
                <a:lnTo>
                  <a:pt x="66675" y="0"/>
                </a:lnTo>
              </a:path>
              <a:path w="4419600" h="2171700">
                <a:moveTo>
                  <a:pt x="0" y="2105025"/>
                </a:moveTo>
                <a:lnTo>
                  <a:pt x="66675" y="2105025"/>
                </a:lnTo>
              </a:path>
              <a:path w="4419600" h="2171700">
                <a:moveTo>
                  <a:pt x="0" y="1685925"/>
                </a:moveTo>
                <a:lnTo>
                  <a:pt x="66675" y="1685925"/>
                </a:lnTo>
              </a:path>
              <a:path w="4419600" h="2171700">
                <a:moveTo>
                  <a:pt x="0" y="1266825"/>
                </a:moveTo>
                <a:lnTo>
                  <a:pt x="66675" y="1266825"/>
                </a:lnTo>
              </a:path>
              <a:path w="4419600" h="2171700">
                <a:moveTo>
                  <a:pt x="0" y="838200"/>
                </a:moveTo>
                <a:lnTo>
                  <a:pt x="66675" y="838200"/>
                </a:lnTo>
              </a:path>
              <a:path w="4419600" h="2171700">
                <a:moveTo>
                  <a:pt x="0" y="419100"/>
                </a:moveTo>
                <a:lnTo>
                  <a:pt x="66675" y="419100"/>
                </a:lnTo>
              </a:path>
              <a:path w="4419600" h="2171700">
                <a:moveTo>
                  <a:pt x="0" y="0"/>
                </a:moveTo>
                <a:lnTo>
                  <a:pt x="66675" y="0"/>
                </a:lnTo>
              </a:path>
              <a:path w="4419600" h="2171700">
                <a:moveTo>
                  <a:pt x="66675" y="2105025"/>
                </a:moveTo>
                <a:lnTo>
                  <a:pt x="4419600" y="2105025"/>
                </a:lnTo>
              </a:path>
              <a:path w="4419600" h="2171700">
                <a:moveTo>
                  <a:pt x="66675" y="2105025"/>
                </a:moveTo>
                <a:lnTo>
                  <a:pt x="66675" y="2171700"/>
                </a:lnTo>
              </a:path>
              <a:path w="4419600" h="2171700">
                <a:moveTo>
                  <a:pt x="1514475" y="2105025"/>
                </a:moveTo>
                <a:lnTo>
                  <a:pt x="1514475" y="2171700"/>
                </a:lnTo>
              </a:path>
              <a:path w="4419600" h="2171700">
                <a:moveTo>
                  <a:pt x="2962275" y="2105025"/>
                </a:moveTo>
                <a:lnTo>
                  <a:pt x="2962275" y="2171700"/>
                </a:lnTo>
              </a:path>
              <a:path w="4419600" h="2171700">
                <a:moveTo>
                  <a:pt x="4419600" y="2105025"/>
                </a:moveTo>
                <a:lnTo>
                  <a:pt x="4419600" y="2171700"/>
                </a:lnTo>
              </a:path>
            </a:pathLst>
          </a:custGeom>
          <a:ln w="9525">
            <a:solidFill>
              <a:srgbClr val="86868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79420" y="115887"/>
            <a:ext cx="29343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/>
              <a:t>House</a:t>
            </a:r>
            <a:r>
              <a:rPr sz="2000" spc="-40" dirty="0"/>
              <a:t> </a:t>
            </a:r>
            <a:r>
              <a:rPr sz="2000" dirty="0"/>
              <a:t>sizes</a:t>
            </a:r>
            <a:r>
              <a:rPr sz="2000" spc="-45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prices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2677160" y="3460115"/>
            <a:ext cx="3091815" cy="577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C00000"/>
                </a:solidFill>
                <a:latin typeface="Verdana"/>
                <a:cs typeface="Verdana"/>
              </a:rPr>
              <a:t>Supervised</a:t>
            </a:r>
            <a:r>
              <a:rPr sz="18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C00000"/>
                </a:solidFill>
                <a:latin typeface="Verdana"/>
                <a:cs typeface="Verdana"/>
              </a:rPr>
              <a:t>learning</a:t>
            </a:r>
            <a:r>
              <a:rPr sz="1800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model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Verdana"/>
                <a:cs typeface="Verdana"/>
              </a:rPr>
              <a:t>Data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"</a:t>
            </a:r>
            <a:r>
              <a:rPr sz="1800" dirty="0">
                <a:solidFill>
                  <a:srgbClr val="C00000"/>
                </a:solidFill>
                <a:latin typeface="Verdana"/>
                <a:cs typeface="Verdana"/>
              </a:rPr>
              <a:t>right</a:t>
            </a:r>
            <a:r>
              <a:rPr sz="18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Verdana"/>
                <a:cs typeface="Verdana"/>
              </a:rPr>
              <a:t>answers</a:t>
            </a:r>
            <a:r>
              <a:rPr sz="1800" spc="-10" dirty="0">
                <a:latin typeface="Verdana"/>
                <a:cs typeface="Verdana"/>
              </a:rPr>
              <a:t>"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375" y="3497643"/>
            <a:ext cx="206184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solidFill>
                  <a:srgbClr val="0070C0"/>
                </a:solidFill>
                <a:latin typeface="Verdana"/>
                <a:cs typeface="Verdana"/>
              </a:rPr>
              <a:t>Regression</a:t>
            </a:r>
            <a:r>
              <a:rPr sz="1800" spc="-80" dirty="0">
                <a:solidFill>
                  <a:srgbClr val="0070C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model </a:t>
            </a:r>
            <a:r>
              <a:rPr sz="1800" dirty="0">
                <a:latin typeface="Verdana"/>
                <a:cs typeface="Verdana"/>
              </a:rPr>
              <a:t>Predicts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Verdana"/>
                <a:cs typeface="Verdana"/>
              </a:rPr>
              <a:t>numbers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082" y="1400492"/>
            <a:ext cx="703580" cy="453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">
              <a:lnSpc>
                <a:spcPts val="1670"/>
              </a:lnSpc>
              <a:spcBef>
                <a:spcPts val="125"/>
              </a:spcBef>
            </a:pPr>
            <a:r>
              <a:rPr sz="1400" dirty="0">
                <a:latin typeface="Verdana"/>
                <a:cs typeface="Verdana"/>
              </a:rPr>
              <a:t>price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in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70"/>
              </a:lnSpc>
            </a:pPr>
            <a:r>
              <a:rPr sz="1400" spc="-10" dirty="0">
                <a:latin typeface="Verdana"/>
                <a:cs typeface="Verdana"/>
              </a:rPr>
              <a:t>$</a:t>
            </a:r>
            <a:r>
              <a:rPr sz="1400" spc="-10" dirty="0">
                <a:latin typeface="Cambria Math"/>
                <a:cs typeface="Cambria Math"/>
              </a:rPr>
              <a:t>1000</a:t>
            </a:r>
            <a:r>
              <a:rPr sz="1400" spc="-10" dirty="0">
                <a:latin typeface="Verdana"/>
                <a:cs typeface="Verdana"/>
              </a:rPr>
              <a:t>'s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62150" y="559816"/>
            <a:ext cx="4448175" cy="2259965"/>
            <a:chOff x="1962150" y="559816"/>
            <a:chExt cx="4448175" cy="2259965"/>
          </a:xfrm>
        </p:grpSpPr>
        <p:sp>
          <p:nvSpPr>
            <p:cNvPr id="8" name="object 8"/>
            <p:cNvSpPr/>
            <p:nvPr/>
          </p:nvSpPr>
          <p:spPr>
            <a:xfrm>
              <a:off x="2043176" y="623951"/>
              <a:ext cx="4352925" cy="1685925"/>
            </a:xfrm>
            <a:custGeom>
              <a:avLst/>
              <a:gdLst/>
              <a:ahLst/>
              <a:cxnLst/>
              <a:rect l="l" t="t" r="r" b="b"/>
              <a:pathLst>
                <a:path w="4352925" h="1685925">
                  <a:moveTo>
                    <a:pt x="0" y="1685925"/>
                  </a:moveTo>
                  <a:lnTo>
                    <a:pt x="4352925" y="1685925"/>
                  </a:lnTo>
                </a:path>
                <a:path w="4352925" h="1685925">
                  <a:moveTo>
                    <a:pt x="0" y="1266825"/>
                  </a:moveTo>
                  <a:lnTo>
                    <a:pt x="4352925" y="1266825"/>
                  </a:lnTo>
                </a:path>
                <a:path w="4352925" h="1685925">
                  <a:moveTo>
                    <a:pt x="0" y="838200"/>
                  </a:moveTo>
                  <a:lnTo>
                    <a:pt x="4352925" y="838200"/>
                  </a:lnTo>
                </a:path>
                <a:path w="4352925" h="1685925">
                  <a:moveTo>
                    <a:pt x="0" y="419100"/>
                  </a:moveTo>
                  <a:lnTo>
                    <a:pt x="4352925" y="419100"/>
                  </a:lnTo>
                </a:path>
                <a:path w="4352925" h="1685925">
                  <a:moveTo>
                    <a:pt x="0" y="0"/>
                  </a:moveTo>
                  <a:lnTo>
                    <a:pt x="4352925" y="0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619125"/>
              <a:ext cx="4410075" cy="2181225"/>
            </a:xfrm>
            <a:custGeom>
              <a:avLst/>
              <a:gdLst/>
              <a:ahLst/>
              <a:cxnLst/>
              <a:rect l="l" t="t" r="r" b="b"/>
              <a:pathLst>
                <a:path w="4410075" h="2181225">
                  <a:moveTo>
                    <a:pt x="57150" y="2114550"/>
                  </a:moveTo>
                  <a:lnTo>
                    <a:pt x="57150" y="0"/>
                  </a:lnTo>
                </a:path>
                <a:path w="4410075" h="2181225">
                  <a:moveTo>
                    <a:pt x="0" y="2114550"/>
                  </a:moveTo>
                  <a:lnTo>
                    <a:pt x="123825" y="2114550"/>
                  </a:lnTo>
                </a:path>
                <a:path w="4410075" h="2181225">
                  <a:moveTo>
                    <a:pt x="0" y="1695450"/>
                  </a:moveTo>
                  <a:lnTo>
                    <a:pt x="123825" y="1695450"/>
                  </a:lnTo>
                </a:path>
                <a:path w="4410075" h="2181225">
                  <a:moveTo>
                    <a:pt x="0" y="1266825"/>
                  </a:moveTo>
                  <a:lnTo>
                    <a:pt x="123825" y="1266825"/>
                  </a:lnTo>
                </a:path>
                <a:path w="4410075" h="2181225">
                  <a:moveTo>
                    <a:pt x="0" y="847725"/>
                  </a:moveTo>
                  <a:lnTo>
                    <a:pt x="123825" y="847725"/>
                  </a:lnTo>
                </a:path>
                <a:path w="4410075" h="2181225">
                  <a:moveTo>
                    <a:pt x="0" y="428625"/>
                  </a:moveTo>
                  <a:lnTo>
                    <a:pt x="123825" y="428625"/>
                  </a:lnTo>
                </a:path>
                <a:path w="4410075" h="2181225">
                  <a:moveTo>
                    <a:pt x="0" y="0"/>
                  </a:moveTo>
                  <a:lnTo>
                    <a:pt x="123825" y="0"/>
                  </a:lnTo>
                </a:path>
                <a:path w="4410075" h="2181225">
                  <a:moveTo>
                    <a:pt x="57150" y="2114550"/>
                  </a:moveTo>
                  <a:lnTo>
                    <a:pt x="4410075" y="2114550"/>
                  </a:lnTo>
                </a:path>
                <a:path w="4410075" h="2181225">
                  <a:moveTo>
                    <a:pt x="57150" y="2047875"/>
                  </a:moveTo>
                  <a:lnTo>
                    <a:pt x="57150" y="2181225"/>
                  </a:lnTo>
                </a:path>
                <a:path w="4410075" h="2181225">
                  <a:moveTo>
                    <a:pt x="1514475" y="2047875"/>
                  </a:moveTo>
                  <a:lnTo>
                    <a:pt x="1514475" y="2181225"/>
                  </a:lnTo>
                </a:path>
                <a:path w="4410075" h="2181225">
                  <a:moveTo>
                    <a:pt x="2962275" y="2047875"/>
                  </a:moveTo>
                  <a:lnTo>
                    <a:pt x="2962275" y="2181225"/>
                  </a:lnTo>
                </a:path>
                <a:path w="4410075" h="2181225">
                  <a:moveTo>
                    <a:pt x="4410075" y="2047875"/>
                  </a:moveTo>
                  <a:lnTo>
                    <a:pt x="4410075" y="218122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9991" y="572516"/>
              <a:ext cx="2686050" cy="1495425"/>
            </a:xfrm>
            <a:custGeom>
              <a:avLst/>
              <a:gdLst/>
              <a:ahLst/>
              <a:cxnLst/>
              <a:rect l="l" t="t" r="r" b="b"/>
              <a:pathLst>
                <a:path w="2686050" h="1495425">
                  <a:moveTo>
                    <a:pt x="1914524" y="523875"/>
                  </a:moveTo>
                  <a:lnTo>
                    <a:pt x="1809749" y="419100"/>
                  </a:lnTo>
                </a:path>
                <a:path w="2686050" h="1495425">
                  <a:moveTo>
                    <a:pt x="1809749" y="523875"/>
                  </a:moveTo>
                  <a:lnTo>
                    <a:pt x="1914524" y="419100"/>
                  </a:lnTo>
                </a:path>
                <a:path w="2686050" h="1495425">
                  <a:moveTo>
                    <a:pt x="1190624" y="819150"/>
                  </a:moveTo>
                  <a:lnTo>
                    <a:pt x="1085849" y="714375"/>
                  </a:lnTo>
                </a:path>
                <a:path w="2686050" h="1495425">
                  <a:moveTo>
                    <a:pt x="1085849" y="819150"/>
                  </a:moveTo>
                  <a:lnTo>
                    <a:pt x="1190624" y="714375"/>
                  </a:lnTo>
                </a:path>
                <a:path w="2686050" h="1495425">
                  <a:moveTo>
                    <a:pt x="2343149" y="657225"/>
                  </a:moveTo>
                  <a:lnTo>
                    <a:pt x="2238374" y="552450"/>
                  </a:lnTo>
                </a:path>
                <a:path w="2686050" h="1495425">
                  <a:moveTo>
                    <a:pt x="2238374" y="657225"/>
                  </a:moveTo>
                  <a:lnTo>
                    <a:pt x="2343149" y="552450"/>
                  </a:lnTo>
                </a:path>
                <a:path w="2686050" h="1495425">
                  <a:moveTo>
                    <a:pt x="923924" y="1238250"/>
                  </a:moveTo>
                  <a:lnTo>
                    <a:pt x="819149" y="1133475"/>
                  </a:lnTo>
                </a:path>
                <a:path w="2686050" h="1495425">
                  <a:moveTo>
                    <a:pt x="819149" y="1238250"/>
                  </a:moveTo>
                  <a:lnTo>
                    <a:pt x="923924" y="1133475"/>
                  </a:lnTo>
                </a:path>
                <a:path w="2686050" h="1495425">
                  <a:moveTo>
                    <a:pt x="1743074" y="942975"/>
                  </a:moveTo>
                  <a:lnTo>
                    <a:pt x="1638299" y="838200"/>
                  </a:lnTo>
                </a:path>
                <a:path w="2686050" h="1495425">
                  <a:moveTo>
                    <a:pt x="1638299" y="942975"/>
                  </a:moveTo>
                  <a:lnTo>
                    <a:pt x="1743074" y="838200"/>
                  </a:lnTo>
                </a:path>
                <a:path w="2686050" h="1495425">
                  <a:moveTo>
                    <a:pt x="1095374" y="885825"/>
                  </a:moveTo>
                  <a:lnTo>
                    <a:pt x="990599" y="781050"/>
                  </a:lnTo>
                </a:path>
                <a:path w="2686050" h="1495425">
                  <a:moveTo>
                    <a:pt x="990599" y="885825"/>
                  </a:moveTo>
                  <a:lnTo>
                    <a:pt x="1095374" y="781050"/>
                  </a:lnTo>
                </a:path>
                <a:path w="2686050" h="1495425">
                  <a:moveTo>
                    <a:pt x="933449" y="1371600"/>
                  </a:moveTo>
                  <a:lnTo>
                    <a:pt x="828674" y="1266825"/>
                  </a:lnTo>
                </a:path>
                <a:path w="2686050" h="1495425">
                  <a:moveTo>
                    <a:pt x="828674" y="1371600"/>
                  </a:moveTo>
                  <a:lnTo>
                    <a:pt x="933449" y="1266825"/>
                  </a:lnTo>
                </a:path>
                <a:path w="2686050" h="1495425">
                  <a:moveTo>
                    <a:pt x="866774" y="1314450"/>
                  </a:moveTo>
                  <a:lnTo>
                    <a:pt x="761999" y="1209675"/>
                  </a:lnTo>
                </a:path>
                <a:path w="2686050" h="1495425">
                  <a:moveTo>
                    <a:pt x="761999" y="1314450"/>
                  </a:moveTo>
                  <a:lnTo>
                    <a:pt x="866774" y="1209675"/>
                  </a:lnTo>
                </a:path>
                <a:path w="2686050" h="1495425">
                  <a:moveTo>
                    <a:pt x="1028699" y="1190625"/>
                  </a:moveTo>
                  <a:lnTo>
                    <a:pt x="923924" y="1085850"/>
                  </a:lnTo>
                </a:path>
                <a:path w="2686050" h="1495425">
                  <a:moveTo>
                    <a:pt x="923924" y="1190625"/>
                  </a:moveTo>
                  <a:lnTo>
                    <a:pt x="1028699" y="1085850"/>
                  </a:lnTo>
                </a:path>
                <a:path w="2686050" h="1495425">
                  <a:moveTo>
                    <a:pt x="1676399" y="1200150"/>
                  </a:moveTo>
                  <a:lnTo>
                    <a:pt x="1571624" y="1095375"/>
                  </a:lnTo>
                </a:path>
                <a:path w="2686050" h="1495425">
                  <a:moveTo>
                    <a:pt x="1571624" y="1200150"/>
                  </a:moveTo>
                  <a:lnTo>
                    <a:pt x="1676399" y="1095375"/>
                  </a:lnTo>
                </a:path>
                <a:path w="2686050" h="1495425">
                  <a:moveTo>
                    <a:pt x="1762124" y="752475"/>
                  </a:moveTo>
                  <a:lnTo>
                    <a:pt x="1657349" y="647700"/>
                  </a:lnTo>
                </a:path>
                <a:path w="2686050" h="1495425">
                  <a:moveTo>
                    <a:pt x="1657349" y="752475"/>
                  </a:moveTo>
                  <a:lnTo>
                    <a:pt x="1762124" y="647700"/>
                  </a:lnTo>
                </a:path>
                <a:path w="2686050" h="1495425">
                  <a:moveTo>
                    <a:pt x="1609724" y="819150"/>
                  </a:moveTo>
                  <a:lnTo>
                    <a:pt x="1504949" y="714375"/>
                  </a:lnTo>
                </a:path>
                <a:path w="2686050" h="1495425">
                  <a:moveTo>
                    <a:pt x="1504949" y="819150"/>
                  </a:moveTo>
                  <a:lnTo>
                    <a:pt x="1609724" y="714375"/>
                  </a:lnTo>
                </a:path>
                <a:path w="2686050" h="1495425">
                  <a:moveTo>
                    <a:pt x="704849" y="1114425"/>
                  </a:moveTo>
                  <a:lnTo>
                    <a:pt x="600074" y="1009650"/>
                  </a:lnTo>
                </a:path>
                <a:path w="2686050" h="1495425">
                  <a:moveTo>
                    <a:pt x="600074" y="1114425"/>
                  </a:moveTo>
                  <a:lnTo>
                    <a:pt x="704849" y="1009650"/>
                  </a:lnTo>
                </a:path>
                <a:path w="2686050" h="1495425">
                  <a:moveTo>
                    <a:pt x="2200274" y="314325"/>
                  </a:moveTo>
                  <a:lnTo>
                    <a:pt x="2095499" y="209550"/>
                  </a:lnTo>
                </a:path>
                <a:path w="2686050" h="1495425">
                  <a:moveTo>
                    <a:pt x="2095499" y="314325"/>
                  </a:moveTo>
                  <a:lnTo>
                    <a:pt x="2200274" y="209550"/>
                  </a:lnTo>
                </a:path>
                <a:path w="2686050" h="1495425">
                  <a:moveTo>
                    <a:pt x="781049" y="942975"/>
                  </a:moveTo>
                  <a:lnTo>
                    <a:pt x="676274" y="838200"/>
                  </a:lnTo>
                </a:path>
                <a:path w="2686050" h="1495425">
                  <a:moveTo>
                    <a:pt x="676274" y="942975"/>
                  </a:moveTo>
                  <a:lnTo>
                    <a:pt x="781049" y="838200"/>
                  </a:lnTo>
                </a:path>
                <a:path w="2686050" h="1495425">
                  <a:moveTo>
                    <a:pt x="657224" y="1371600"/>
                  </a:moveTo>
                  <a:lnTo>
                    <a:pt x="552449" y="1266825"/>
                  </a:lnTo>
                </a:path>
                <a:path w="2686050" h="1495425">
                  <a:moveTo>
                    <a:pt x="552449" y="1371600"/>
                  </a:moveTo>
                  <a:lnTo>
                    <a:pt x="657224" y="1266825"/>
                  </a:lnTo>
                </a:path>
                <a:path w="2686050" h="1495425">
                  <a:moveTo>
                    <a:pt x="2647949" y="104775"/>
                  </a:moveTo>
                  <a:lnTo>
                    <a:pt x="2543174" y="0"/>
                  </a:lnTo>
                </a:path>
                <a:path w="2686050" h="1495425">
                  <a:moveTo>
                    <a:pt x="2543174" y="104775"/>
                  </a:moveTo>
                  <a:lnTo>
                    <a:pt x="2647949" y="0"/>
                  </a:lnTo>
                </a:path>
                <a:path w="2686050" h="1495425">
                  <a:moveTo>
                    <a:pt x="1428749" y="1143000"/>
                  </a:moveTo>
                  <a:lnTo>
                    <a:pt x="1323974" y="1038225"/>
                  </a:lnTo>
                </a:path>
                <a:path w="2686050" h="1495425">
                  <a:moveTo>
                    <a:pt x="1323974" y="1143000"/>
                  </a:moveTo>
                  <a:lnTo>
                    <a:pt x="1428749" y="1038225"/>
                  </a:lnTo>
                </a:path>
                <a:path w="2686050" h="1495425">
                  <a:moveTo>
                    <a:pt x="1600199" y="1133475"/>
                  </a:moveTo>
                  <a:lnTo>
                    <a:pt x="1495424" y="1028700"/>
                  </a:lnTo>
                </a:path>
                <a:path w="2686050" h="1495425">
                  <a:moveTo>
                    <a:pt x="1495424" y="1133475"/>
                  </a:moveTo>
                  <a:lnTo>
                    <a:pt x="1600199" y="1028700"/>
                  </a:lnTo>
                </a:path>
                <a:path w="2686050" h="1495425">
                  <a:moveTo>
                    <a:pt x="1190624" y="1190625"/>
                  </a:moveTo>
                  <a:lnTo>
                    <a:pt x="1085849" y="1085850"/>
                  </a:lnTo>
                </a:path>
                <a:path w="2686050" h="1495425">
                  <a:moveTo>
                    <a:pt x="1085849" y="1190625"/>
                  </a:moveTo>
                  <a:lnTo>
                    <a:pt x="1190624" y="1085850"/>
                  </a:lnTo>
                </a:path>
                <a:path w="2686050" h="1495425">
                  <a:moveTo>
                    <a:pt x="1714499" y="1114425"/>
                  </a:moveTo>
                  <a:lnTo>
                    <a:pt x="1609724" y="1009650"/>
                  </a:lnTo>
                </a:path>
                <a:path w="2686050" h="1495425">
                  <a:moveTo>
                    <a:pt x="1609724" y="1114425"/>
                  </a:moveTo>
                  <a:lnTo>
                    <a:pt x="1714499" y="1009650"/>
                  </a:lnTo>
                </a:path>
                <a:path w="2686050" h="1495425">
                  <a:moveTo>
                    <a:pt x="457199" y="1162050"/>
                  </a:moveTo>
                  <a:lnTo>
                    <a:pt x="352424" y="1057275"/>
                  </a:lnTo>
                </a:path>
                <a:path w="2686050" h="1495425">
                  <a:moveTo>
                    <a:pt x="352424" y="1162050"/>
                  </a:moveTo>
                  <a:lnTo>
                    <a:pt x="457199" y="1057275"/>
                  </a:lnTo>
                </a:path>
                <a:path w="2686050" h="1495425">
                  <a:moveTo>
                    <a:pt x="981074" y="257175"/>
                  </a:moveTo>
                  <a:lnTo>
                    <a:pt x="876299" y="152400"/>
                  </a:lnTo>
                </a:path>
                <a:path w="2686050" h="1495425">
                  <a:moveTo>
                    <a:pt x="876299" y="257175"/>
                  </a:moveTo>
                  <a:lnTo>
                    <a:pt x="981074" y="152400"/>
                  </a:lnTo>
                </a:path>
                <a:path w="2686050" h="1495425">
                  <a:moveTo>
                    <a:pt x="2533649" y="238125"/>
                  </a:moveTo>
                  <a:lnTo>
                    <a:pt x="2428874" y="133350"/>
                  </a:lnTo>
                </a:path>
                <a:path w="2686050" h="1495425">
                  <a:moveTo>
                    <a:pt x="2428874" y="238125"/>
                  </a:moveTo>
                  <a:lnTo>
                    <a:pt x="2533649" y="133350"/>
                  </a:lnTo>
                </a:path>
                <a:path w="2686050" h="1495425">
                  <a:moveTo>
                    <a:pt x="2057399" y="209550"/>
                  </a:moveTo>
                  <a:lnTo>
                    <a:pt x="1952624" y="104775"/>
                  </a:lnTo>
                </a:path>
                <a:path w="2686050" h="1495425">
                  <a:moveTo>
                    <a:pt x="1952624" y="209550"/>
                  </a:moveTo>
                  <a:lnTo>
                    <a:pt x="2057399" y="104775"/>
                  </a:lnTo>
                </a:path>
                <a:path w="2686050" h="1495425">
                  <a:moveTo>
                    <a:pt x="2686049" y="942975"/>
                  </a:moveTo>
                  <a:lnTo>
                    <a:pt x="2581274" y="838200"/>
                  </a:lnTo>
                </a:path>
                <a:path w="2686050" h="1495425">
                  <a:moveTo>
                    <a:pt x="2581274" y="942975"/>
                  </a:moveTo>
                  <a:lnTo>
                    <a:pt x="2686049" y="838200"/>
                  </a:lnTo>
                </a:path>
                <a:path w="2686050" h="1495425">
                  <a:moveTo>
                    <a:pt x="1533524" y="733425"/>
                  </a:moveTo>
                  <a:lnTo>
                    <a:pt x="1428749" y="628650"/>
                  </a:lnTo>
                </a:path>
                <a:path w="2686050" h="1495425">
                  <a:moveTo>
                    <a:pt x="1428749" y="733425"/>
                  </a:moveTo>
                  <a:lnTo>
                    <a:pt x="1533524" y="628650"/>
                  </a:lnTo>
                </a:path>
                <a:path w="2686050" h="1495425">
                  <a:moveTo>
                    <a:pt x="314324" y="1495425"/>
                  </a:moveTo>
                  <a:lnTo>
                    <a:pt x="209549" y="1390650"/>
                  </a:lnTo>
                </a:path>
                <a:path w="2686050" h="1495425">
                  <a:moveTo>
                    <a:pt x="209549" y="1495425"/>
                  </a:moveTo>
                  <a:lnTo>
                    <a:pt x="314324" y="1390650"/>
                  </a:lnTo>
                </a:path>
                <a:path w="2686050" h="1495425">
                  <a:moveTo>
                    <a:pt x="1828799" y="885825"/>
                  </a:moveTo>
                  <a:lnTo>
                    <a:pt x="1724024" y="781050"/>
                  </a:lnTo>
                </a:path>
                <a:path w="2686050" h="1495425">
                  <a:moveTo>
                    <a:pt x="1724024" y="885825"/>
                  </a:moveTo>
                  <a:lnTo>
                    <a:pt x="1828799" y="781050"/>
                  </a:lnTo>
                </a:path>
                <a:path w="2686050" h="1495425">
                  <a:moveTo>
                    <a:pt x="1495424" y="1009650"/>
                  </a:moveTo>
                  <a:lnTo>
                    <a:pt x="1390649" y="904875"/>
                  </a:lnTo>
                </a:path>
                <a:path w="2686050" h="1495425">
                  <a:moveTo>
                    <a:pt x="1390649" y="1009650"/>
                  </a:moveTo>
                  <a:lnTo>
                    <a:pt x="1495424" y="904875"/>
                  </a:lnTo>
                </a:path>
                <a:path w="2686050" h="1495425">
                  <a:moveTo>
                    <a:pt x="952499" y="1162050"/>
                  </a:moveTo>
                  <a:lnTo>
                    <a:pt x="847724" y="1057275"/>
                  </a:lnTo>
                </a:path>
                <a:path w="2686050" h="1495425">
                  <a:moveTo>
                    <a:pt x="847724" y="1162050"/>
                  </a:moveTo>
                  <a:lnTo>
                    <a:pt x="952499" y="1057275"/>
                  </a:lnTo>
                </a:path>
                <a:path w="2686050" h="1495425">
                  <a:moveTo>
                    <a:pt x="666749" y="1247775"/>
                  </a:moveTo>
                  <a:lnTo>
                    <a:pt x="561974" y="1143000"/>
                  </a:lnTo>
                </a:path>
                <a:path w="2686050" h="1495425">
                  <a:moveTo>
                    <a:pt x="561974" y="1247775"/>
                  </a:moveTo>
                  <a:lnTo>
                    <a:pt x="666749" y="1143000"/>
                  </a:lnTo>
                </a:path>
                <a:path w="2686050" h="1495425">
                  <a:moveTo>
                    <a:pt x="1962149" y="752475"/>
                  </a:moveTo>
                  <a:lnTo>
                    <a:pt x="1857374" y="647700"/>
                  </a:lnTo>
                </a:path>
                <a:path w="2686050" h="1495425">
                  <a:moveTo>
                    <a:pt x="1857374" y="752475"/>
                  </a:moveTo>
                  <a:lnTo>
                    <a:pt x="1962149" y="647700"/>
                  </a:lnTo>
                </a:path>
                <a:path w="2686050" h="1495425">
                  <a:moveTo>
                    <a:pt x="2000249" y="1000125"/>
                  </a:moveTo>
                  <a:lnTo>
                    <a:pt x="1895474" y="895350"/>
                  </a:lnTo>
                </a:path>
                <a:path w="2686050" h="1495425">
                  <a:moveTo>
                    <a:pt x="1895474" y="1000125"/>
                  </a:moveTo>
                  <a:lnTo>
                    <a:pt x="2000249" y="895350"/>
                  </a:lnTo>
                </a:path>
                <a:path w="2686050" h="1495425">
                  <a:moveTo>
                    <a:pt x="1276349" y="657225"/>
                  </a:moveTo>
                  <a:lnTo>
                    <a:pt x="1171574" y="552450"/>
                  </a:lnTo>
                </a:path>
                <a:path w="2686050" h="1495425">
                  <a:moveTo>
                    <a:pt x="1171574" y="657225"/>
                  </a:moveTo>
                  <a:lnTo>
                    <a:pt x="1276349" y="552450"/>
                  </a:lnTo>
                </a:path>
                <a:path w="2686050" h="1495425">
                  <a:moveTo>
                    <a:pt x="2114549" y="819150"/>
                  </a:moveTo>
                  <a:lnTo>
                    <a:pt x="2009774" y="714375"/>
                  </a:lnTo>
                </a:path>
                <a:path w="2686050" h="1495425">
                  <a:moveTo>
                    <a:pt x="2009774" y="819150"/>
                  </a:moveTo>
                  <a:lnTo>
                    <a:pt x="2114549" y="714375"/>
                  </a:lnTo>
                </a:path>
                <a:path w="2686050" h="1495425">
                  <a:moveTo>
                    <a:pt x="2590799" y="885825"/>
                  </a:moveTo>
                  <a:lnTo>
                    <a:pt x="2486024" y="781050"/>
                  </a:lnTo>
                </a:path>
                <a:path w="2686050" h="1495425">
                  <a:moveTo>
                    <a:pt x="2486024" y="885825"/>
                  </a:moveTo>
                  <a:lnTo>
                    <a:pt x="2590799" y="781050"/>
                  </a:lnTo>
                </a:path>
                <a:path w="2686050" h="1495425">
                  <a:moveTo>
                    <a:pt x="609599" y="952500"/>
                  </a:moveTo>
                  <a:lnTo>
                    <a:pt x="504824" y="847725"/>
                  </a:lnTo>
                </a:path>
                <a:path w="2686050" h="1495425">
                  <a:moveTo>
                    <a:pt x="504824" y="952500"/>
                  </a:moveTo>
                  <a:lnTo>
                    <a:pt x="609599" y="847725"/>
                  </a:lnTo>
                </a:path>
                <a:path w="2686050" h="1495425">
                  <a:moveTo>
                    <a:pt x="104774" y="1457325"/>
                  </a:moveTo>
                  <a:lnTo>
                    <a:pt x="0" y="1352550"/>
                  </a:lnTo>
                </a:path>
                <a:path w="2686050" h="1495425">
                  <a:moveTo>
                    <a:pt x="0" y="1457325"/>
                  </a:moveTo>
                  <a:lnTo>
                    <a:pt x="104774" y="1352550"/>
                  </a:lnTo>
                </a:path>
                <a:path w="2686050" h="1495425">
                  <a:moveTo>
                    <a:pt x="1552574" y="942975"/>
                  </a:moveTo>
                  <a:lnTo>
                    <a:pt x="1447799" y="838200"/>
                  </a:lnTo>
                </a:path>
                <a:path w="2686050" h="1495425">
                  <a:moveTo>
                    <a:pt x="1447799" y="942975"/>
                  </a:moveTo>
                  <a:lnTo>
                    <a:pt x="1552574" y="838200"/>
                  </a:lnTo>
                </a:path>
                <a:path w="2686050" h="1495425">
                  <a:moveTo>
                    <a:pt x="609599" y="1200150"/>
                  </a:moveTo>
                  <a:lnTo>
                    <a:pt x="504824" y="1095375"/>
                  </a:lnTo>
                </a:path>
                <a:path w="2686050" h="1495425">
                  <a:moveTo>
                    <a:pt x="504824" y="1200150"/>
                  </a:moveTo>
                  <a:lnTo>
                    <a:pt x="609599" y="1095375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36089" y="2587561"/>
            <a:ext cx="1365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Cambria Math"/>
                <a:cs typeface="Cambria Math"/>
              </a:rPr>
              <a:t>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10664" y="2164778"/>
            <a:ext cx="3683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100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0664" y="1741741"/>
            <a:ext cx="3683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200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0664" y="1318260"/>
            <a:ext cx="36830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Cambria Math"/>
                <a:cs typeface="Cambria Math"/>
              </a:rPr>
              <a:t>300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75866" y="2844736"/>
            <a:ext cx="1365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Cambria Math"/>
                <a:cs typeface="Cambria Math"/>
              </a:rPr>
              <a:t>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33039" y="2712812"/>
            <a:ext cx="1508760" cy="73469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65"/>
              </a:spcBef>
            </a:pPr>
            <a:r>
              <a:rPr sz="1550" spc="-20" dirty="0">
                <a:latin typeface="Cambria Math"/>
                <a:cs typeface="Cambria Math"/>
              </a:rPr>
              <a:t>1000</a:t>
            </a:r>
            <a:endParaRPr sz="1550">
              <a:latin typeface="Cambria Math"/>
              <a:cs typeface="Cambria Math"/>
            </a:endParaRPr>
          </a:p>
          <a:p>
            <a:pPr marL="434340">
              <a:lnSpc>
                <a:spcPct val="100000"/>
              </a:lnSpc>
              <a:spcBef>
                <a:spcPts val="975"/>
              </a:spcBef>
            </a:pPr>
            <a:r>
              <a:rPr sz="1400" dirty="0">
                <a:latin typeface="Verdana"/>
                <a:cs typeface="Verdana"/>
              </a:rPr>
              <a:t>size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</a:t>
            </a:r>
            <a:r>
              <a:rPr sz="1400" spc="4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feet</a:t>
            </a:r>
            <a:r>
              <a:rPr sz="1350" spc="-30" baseline="27777" dirty="0">
                <a:latin typeface="Cambria Math"/>
                <a:cs typeface="Cambria Math"/>
              </a:rPr>
              <a:t>2</a:t>
            </a:r>
            <a:endParaRPr sz="1350" baseline="2777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10176" y="2844736"/>
            <a:ext cx="47053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0" dirty="0">
                <a:latin typeface="Cambria Math"/>
                <a:cs typeface="Cambria Math"/>
              </a:rPr>
              <a:t>2000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62040" y="2844736"/>
            <a:ext cx="4699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0" dirty="0">
                <a:latin typeface="Cambria Math"/>
                <a:cs typeface="Cambria Math"/>
              </a:rPr>
              <a:t>3000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66459" y="3493071"/>
            <a:ext cx="2310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030A0"/>
                </a:solidFill>
                <a:latin typeface="Verdana"/>
                <a:cs typeface="Verdana"/>
              </a:rPr>
              <a:t>Classification</a:t>
            </a:r>
            <a:r>
              <a:rPr sz="1800" spc="-5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model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66459" y="3769359"/>
            <a:ext cx="218440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Verdana"/>
                <a:cs typeface="Verdana"/>
              </a:rPr>
              <a:t>Predicts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7030A0"/>
                </a:solidFill>
                <a:latin typeface="Verdana"/>
                <a:cs typeface="Verdana"/>
              </a:rPr>
              <a:t>categories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2261" y="3168269"/>
            <a:ext cx="710196" cy="223519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065132" y="685037"/>
            <a:ext cx="5252085" cy="2633980"/>
            <a:chOff x="1065132" y="685037"/>
            <a:chExt cx="5252085" cy="2633980"/>
          </a:xfrm>
        </p:grpSpPr>
        <p:sp>
          <p:nvSpPr>
            <p:cNvPr id="23" name="object 23"/>
            <p:cNvSpPr/>
            <p:nvPr/>
          </p:nvSpPr>
          <p:spPr>
            <a:xfrm>
              <a:off x="3122422" y="700912"/>
              <a:ext cx="3178810" cy="1511300"/>
            </a:xfrm>
            <a:custGeom>
              <a:avLst/>
              <a:gdLst/>
              <a:ahLst/>
              <a:cxnLst/>
              <a:rect l="l" t="t" r="r" b="b"/>
              <a:pathLst>
                <a:path w="3178810" h="1511300">
                  <a:moveTo>
                    <a:pt x="0" y="1511045"/>
                  </a:moveTo>
                  <a:lnTo>
                    <a:pt x="3178429" y="0"/>
                  </a:lnTo>
                </a:path>
              </a:pathLst>
            </a:custGeom>
            <a:ln w="3175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5132" y="1559559"/>
              <a:ext cx="3571785" cy="175945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10664" y="472757"/>
            <a:ext cx="2327910" cy="688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83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500</a:t>
            </a:r>
            <a:endParaRPr sz="1550">
              <a:latin typeface="Cambria Math"/>
              <a:cs typeface="Cambria Math"/>
            </a:endParaRPr>
          </a:p>
          <a:p>
            <a:pPr marL="612775">
              <a:lnSpc>
                <a:spcPts val="1664"/>
              </a:lnSpc>
            </a:pPr>
            <a:r>
              <a:rPr sz="1550" dirty="0">
                <a:solidFill>
                  <a:srgbClr val="0070C0"/>
                </a:solidFill>
                <a:latin typeface="Verdana"/>
                <a:cs typeface="Verdana"/>
              </a:rPr>
              <a:t>linear</a:t>
            </a:r>
            <a:r>
              <a:rPr sz="1550" spc="120" dirty="0">
                <a:solidFill>
                  <a:srgbClr val="0070C0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0070C0"/>
                </a:solidFill>
                <a:latin typeface="Verdana"/>
                <a:cs typeface="Verdana"/>
              </a:rPr>
              <a:t>regression</a:t>
            </a:r>
            <a:endParaRPr sz="1550">
              <a:latin typeface="Verdana"/>
              <a:cs typeface="Verdana"/>
            </a:endParaRPr>
          </a:p>
          <a:p>
            <a:pPr marL="12700">
              <a:lnSpc>
                <a:spcPts val="1695"/>
              </a:lnSpc>
            </a:pPr>
            <a:r>
              <a:rPr sz="1550" spc="-25" dirty="0">
                <a:latin typeface="Cambria Math"/>
                <a:cs typeface="Cambria Math"/>
              </a:rPr>
              <a:t>400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645915" y="3458083"/>
            <a:ext cx="550545" cy="27940"/>
          </a:xfrm>
          <a:custGeom>
            <a:avLst/>
            <a:gdLst/>
            <a:ahLst/>
            <a:cxnLst/>
            <a:rect l="l" t="t" r="r" b="b"/>
            <a:pathLst>
              <a:path w="550545" h="27939">
                <a:moveTo>
                  <a:pt x="542520" y="19431"/>
                </a:moveTo>
                <a:lnTo>
                  <a:pt x="33697" y="19431"/>
                </a:lnTo>
                <a:lnTo>
                  <a:pt x="26416" y="19939"/>
                </a:lnTo>
                <a:lnTo>
                  <a:pt x="207645" y="19939"/>
                </a:lnTo>
                <a:lnTo>
                  <a:pt x="296799" y="21463"/>
                </a:lnTo>
                <a:lnTo>
                  <a:pt x="365511" y="23761"/>
                </a:lnTo>
                <a:lnTo>
                  <a:pt x="365124" y="23761"/>
                </a:lnTo>
                <a:lnTo>
                  <a:pt x="387604" y="24892"/>
                </a:lnTo>
                <a:lnTo>
                  <a:pt x="445643" y="27051"/>
                </a:lnTo>
                <a:lnTo>
                  <a:pt x="446024" y="27178"/>
                </a:lnTo>
                <a:lnTo>
                  <a:pt x="461518" y="27178"/>
                </a:lnTo>
                <a:lnTo>
                  <a:pt x="509354" y="27813"/>
                </a:lnTo>
                <a:lnTo>
                  <a:pt x="537591" y="27813"/>
                </a:lnTo>
                <a:lnTo>
                  <a:pt x="541147" y="25781"/>
                </a:lnTo>
                <a:lnTo>
                  <a:pt x="543051" y="22606"/>
                </a:lnTo>
                <a:lnTo>
                  <a:pt x="544370" y="20320"/>
                </a:lnTo>
                <a:lnTo>
                  <a:pt x="541955" y="20320"/>
                </a:lnTo>
                <a:lnTo>
                  <a:pt x="542520" y="19431"/>
                </a:lnTo>
                <a:close/>
              </a:path>
              <a:path w="550545" h="27939">
                <a:moveTo>
                  <a:pt x="226187" y="381"/>
                </a:moveTo>
                <a:lnTo>
                  <a:pt x="69850" y="381"/>
                </a:lnTo>
                <a:lnTo>
                  <a:pt x="51054" y="635"/>
                </a:lnTo>
                <a:lnTo>
                  <a:pt x="43434" y="635"/>
                </a:lnTo>
                <a:lnTo>
                  <a:pt x="36575" y="1016"/>
                </a:lnTo>
                <a:lnTo>
                  <a:pt x="30607" y="1016"/>
                </a:lnTo>
                <a:lnTo>
                  <a:pt x="23495" y="1524"/>
                </a:lnTo>
                <a:lnTo>
                  <a:pt x="24257" y="1524"/>
                </a:lnTo>
                <a:lnTo>
                  <a:pt x="8000" y="4699"/>
                </a:lnTo>
                <a:lnTo>
                  <a:pt x="3175" y="5588"/>
                </a:lnTo>
                <a:lnTo>
                  <a:pt x="0" y="10287"/>
                </a:lnTo>
                <a:lnTo>
                  <a:pt x="795" y="14605"/>
                </a:lnTo>
                <a:lnTo>
                  <a:pt x="1570" y="19431"/>
                </a:lnTo>
                <a:lnTo>
                  <a:pt x="1650" y="19939"/>
                </a:lnTo>
                <a:lnTo>
                  <a:pt x="6223" y="23241"/>
                </a:lnTo>
                <a:lnTo>
                  <a:pt x="19431" y="21209"/>
                </a:lnTo>
                <a:lnTo>
                  <a:pt x="26820" y="19939"/>
                </a:lnTo>
                <a:lnTo>
                  <a:pt x="265049" y="19939"/>
                </a:lnTo>
                <a:lnTo>
                  <a:pt x="542520" y="19431"/>
                </a:lnTo>
                <a:lnTo>
                  <a:pt x="543975" y="17145"/>
                </a:lnTo>
                <a:lnTo>
                  <a:pt x="544189" y="17145"/>
                </a:lnTo>
                <a:lnTo>
                  <a:pt x="543104" y="11938"/>
                </a:lnTo>
                <a:lnTo>
                  <a:pt x="524637" y="11938"/>
                </a:lnTo>
                <a:lnTo>
                  <a:pt x="524763" y="11684"/>
                </a:lnTo>
                <a:lnTo>
                  <a:pt x="526796" y="9017"/>
                </a:lnTo>
                <a:lnTo>
                  <a:pt x="527431" y="8509"/>
                </a:lnTo>
                <a:lnTo>
                  <a:pt x="529082" y="7112"/>
                </a:lnTo>
                <a:lnTo>
                  <a:pt x="529952" y="6731"/>
                </a:lnTo>
                <a:lnTo>
                  <a:pt x="452754" y="6731"/>
                </a:lnTo>
                <a:lnTo>
                  <a:pt x="388493" y="4445"/>
                </a:lnTo>
                <a:lnTo>
                  <a:pt x="368398" y="3429"/>
                </a:lnTo>
                <a:lnTo>
                  <a:pt x="370535" y="3429"/>
                </a:lnTo>
                <a:lnTo>
                  <a:pt x="297307" y="1270"/>
                </a:lnTo>
                <a:lnTo>
                  <a:pt x="226187" y="381"/>
                </a:lnTo>
                <a:close/>
              </a:path>
              <a:path w="550545" h="27939">
                <a:moveTo>
                  <a:pt x="544703" y="16002"/>
                </a:moveTo>
                <a:lnTo>
                  <a:pt x="541955" y="20320"/>
                </a:lnTo>
                <a:lnTo>
                  <a:pt x="542344" y="19939"/>
                </a:lnTo>
                <a:lnTo>
                  <a:pt x="544040" y="18542"/>
                </a:lnTo>
                <a:lnTo>
                  <a:pt x="544173" y="17907"/>
                </a:lnTo>
                <a:lnTo>
                  <a:pt x="544189" y="17145"/>
                </a:lnTo>
                <a:lnTo>
                  <a:pt x="544417" y="17145"/>
                </a:lnTo>
                <a:lnTo>
                  <a:pt x="544703" y="16002"/>
                </a:lnTo>
                <a:close/>
              </a:path>
              <a:path w="550545" h="27939">
                <a:moveTo>
                  <a:pt x="544957" y="17907"/>
                </a:moveTo>
                <a:lnTo>
                  <a:pt x="544703" y="17907"/>
                </a:lnTo>
                <a:lnTo>
                  <a:pt x="544040" y="18542"/>
                </a:lnTo>
                <a:lnTo>
                  <a:pt x="541881" y="20320"/>
                </a:lnTo>
                <a:lnTo>
                  <a:pt x="544370" y="20320"/>
                </a:lnTo>
                <a:lnTo>
                  <a:pt x="544883" y="19431"/>
                </a:lnTo>
                <a:lnTo>
                  <a:pt x="544957" y="17907"/>
                </a:lnTo>
                <a:close/>
              </a:path>
              <a:path w="550545" h="27939">
                <a:moveTo>
                  <a:pt x="22478" y="19431"/>
                </a:moveTo>
                <a:lnTo>
                  <a:pt x="18668" y="19431"/>
                </a:lnTo>
                <a:lnTo>
                  <a:pt x="265049" y="19939"/>
                </a:lnTo>
                <a:lnTo>
                  <a:pt x="22478" y="19431"/>
                </a:lnTo>
                <a:close/>
              </a:path>
              <a:path w="550545" h="27939">
                <a:moveTo>
                  <a:pt x="33697" y="19431"/>
                </a:moveTo>
                <a:lnTo>
                  <a:pt x="22478" y="19431"/>
                </a:lnTo>
                <a:lnTo>
                  <a:pt x="261239" y="19939"/>
                </a:lnTo>
                <a:lnTo>
                  <a:pt x="26416" y="19939"/>
                </a:lnTo>
                <a:lnTo>
                  <a:pt x="33697" y="19431"/>
                </a:lnTo>
                <a:close/>
              </a:path>
              <a:path w="550545" h="27939">
                <a:moveTo>
                  <a:pt x="544957" y="16002"/>
                </a:moveTo>
                <a:lnTo>
                  <a:pt x="544703" y="16002"/>
                </a:lnTo>
                <a:lnTo>
                  <a:pt x="544417" y="17145"/>
                </a:lnTo>
                <a:lnTo>
                  <a:pt x="544251" y="17441"/>
                </a:lnTo>
                <a:lnTo>
                  <a:pt x="544226" y="17907"/>
                </a:lnTo>
                <a:lnTo>
                  <a:pt x="544068" y="18542"/>
                </a:lnTo>
                <a:lnTo>
                  <a:pt x="544703" y="17907"/>
                </a:lnTo>
                <a:lnTo>
                  <a:pt x="544957" y="17907"/>
                </a:lnTo>
                <a:lnTo>
                  <a:pt x="544957" y="16002"/>
                </a:lnTo>
                <a:close/>
              </a:path>
              <a:path w="550545" h="27939">
                <a:moveTo>
                  <a:pt x="549986" y="11684"/>
                </a:moveTo>
                <a:lnTo>
                  <a:pt x="543051" y="11684"/>
                </a:lnTo>
                <a:lnTo>
                  <a:pt x="544888" y="15113"/>
                </a:lnTo>
                <a:lnTo>
                  <a:pt x="544957" y="17907"/>
                </a:lnTo>
                <a:lnTo>
                  <a:pt x="544576" y="17907"/>
                </a:lnTo>
                <a:lnTo>
                  <a:pt x="545528" y="17145"/>
                </a:lnTo>
                <a:lnTo>
                  <a:pt x="545719" y="17145"/>
                </a:lnTo>
                <a:lnTo>
                  <a:pt x="549401" y="14605"/>
                </a:lnTo>
                <a:lnTo>
                  <a:pt x="549935" y="11938"/>
                </a:lnTo>
                <a:lnTo>
                  <a:pt x="549986" y="11684"/>
                </a:lnTo>
                <a:close/>
              </a:path>
              <a:path w="550545" h="27939">
                <a:moveTo>
                  <a:pt x="545226" y="17441"/>
                </a:moveTo>
                <a:lnTo>
                  <a:pt x="544576" y="17907"/>
                </a:lnTo>
                <a:lnTo>
                  <a:pt x="544703" y="17907"/>
                </a:lnTo>
                <a:lnTo>
                  <a:pt x="545226" y="17441"/>
                </a:lnTo>
                <a:close/>
              </a:path>
              <a:path w="550545" h="27939">
                <a:moveTo>
                  <a:pt x="545719" y="17145"/>
                </a:moveTo>
                <a:lnTo>
                  <a:pt x="545560" y="17145"/>
                </a:lnTo>
                <a:lnTo>
                  <a:pt x="545226" y="17441"/>
                </a:lnTo>
                <a:lnTo>
                  <a:pt x="545719" y="17145"/>
                </a:lnTo>
                <a:close/>
              </a:path>
              <a:path w="550545" h="27939">
                <a:moveTo>
                  <a:pt x="543188" y="11938"/>
                </a:moveTo>
                <a:lnTo>
                  <a:pt x="543660" y="14605"/>
                </a:lnTo>
                <a:lnTo>
                  <a:pt x="544189" y="17145"/>
                </a:lnTo>
                <a:lnTo>
                  <a:pt x="543975" y="17145"/>
                </a:lnTo>
                <a:lnTo>
                  <a:pt x="544703" y="16002"/>
                </a:lnTo>
                <a:lnTo>
                  <a:pt x="544957" y="16002"/>
                </a:lnTo>
                <a:lnTo>
                  <a:pt x="544888" y="15113"/>
                </a:lnTo>
                <a:lnTo>
                  <a:pt x="543188" y="11938"/>
                </a:lnTo>
                <a:close/>
              </a:path>
              <a:path w="550545" h="27939">
                <a:moveTo>
                  <a:pt x="533287" y="6038"/>
                </a:moveTo>
                <a:lnTo>
                  <a:pt x="531535" y="6038"/>
                </a:lnTo>
                <a:lnTo>
                  <a:pt x="529082" y="7112"/>
                </a:lnTo>
                <a:lnTo>
                  <a:pt x="527431" y="8509"/>
                </a:lnTo>
                <a:lnTo>
                  <a:pt x="526796" y="9017"/>
                </a:lnTo>
                <a:lnTo>
                  <a:pt x="524763" y="11684"/>
                </a:lnTo>
                <a:lnTo>
                  <a:pt x="524637" y="11938"/>
                </a:lnTo>
                <a:lnTo>
                  <a:pt x="531867" y="7620"/>
                </a:lnTo>
                <a:lnTo>
                  <a:pt x="531495" y="7620"/>
                </a:lnTo>
                <a:lnTo>
                  <a:pt x="533287" y="6038"/>
                </a:lnTo>
                <a:close/>
              </a:path>
              <a:path w="550545" h="27939">
                <a:moveTo>
                  <a:pt x="548005" y="5715"/>
                </a:moveTo>
                <a:lnTo>
                  <a:pt x="535939" y="5715"/>
                </a:lnTo>
                <a:lnTo>
                  <a:pt x="532717" y="7112"/>
                </a:lnTo>
                <a:lnTo>
                  <a:pt x="524637" y="11938"/>
                </a:lnTo>
                <a:lnTo>
                  <a:pt x="543104" y="11938"/>
                </a:lnTo>
                <a:lnTo>
                  <a:pt x="543051" y="11684"/>
                </a:lnTo>
                <a:lnTo>
                  <a:pt x="549986" y="11684"/>
                </a:lnTo>
                <a:lnTo>
                  <a:pt x="550418" y="9525"/>
                </a:lnTo>
                <a:lnTo>
                  <a:pt x="548005" y="5715"/>
                </a:lnTo>
                <a:close/>
              </a:path>
              <a:path w="550545" h="27939">
                <a:moveTo>
                  <a:pt x="535939" y="5715"/>
                </a:moveTo>
                <a:lnTo>
                  <a:pt x="533287" y="6038"/>
                </a:lnTo>
                <a:lnTo>
                  <a:pt x="531495" y="7620"/>
                </a:lnTo>
                <a:lnTo>
                  <a:pt x="532680" y="7112"/>
                </a:lnTo>
                <a:lnTo>
                  <a:pt x="533355" y="6731"/>
                </a:lnTo>
                <a:lnTo>
                  <a:pt x="533569" y="6731"/>
                </a:lnTo>
                <a:lnTo>
                  <a:pt x="535939" y="5715"/>
                </a:lnTo>
                <a:close/>
              </a:path>
              <a:path w="550545" h="27939">
                <a:moveTo>
                  <a:pt x="532717" y="7112"/>
                </a:moveTo>
                <a:lnTo>
                  <a:pt x="531495" y="7620"/>
                </a:lnTo>
                <a:lnTo>
                  <a:pt x="531867" y="7620"/>
                </a:lnTo>
                <a:lnTo>
                  <a:pt x="532717" y="7112"/>
                </a:lnTo>
                <a:close/>
              </a:path>
              <a:path w="550545" h="27939">
                <a:moveTo>
                  <a:pt x="533569" y="6731"/>
                </a:moveTo>
                <a:lnTo>
                  <a:pt x="533355" y="6731"/>
                </a:lnTo>
                <a:lnTo>
                  <a:pt x="532717" y="7112"/>
                </a:lnTo>
                <a:lnTo>
                  <a:pt x="533569" y="6731"/>
                </a:lnTo>
                <a:close/>
              </a:path>
              <a:path w="550545" h="27939">
                <a:moveTo>
                  <a:pt x="499960" y="6038"/>
                </a:moveTo>
                <a:lnTo>
                  <a:pt x="438177" y="6038"/>
                </a:lnTo>
                <a:lnTo>
                  <a:pt x="490347" y="6731"/>
                </a:lnTo>
                <a:lnTo>
                  <a:pt x="414782" y="6731"/>
                </a:lnTo>
                <a:lnTo>
                  <a:pt x="499960" y="6038"/>
                </a:lnTo>
                <a:close/>
              </a:path>
              <a:path w="550545" h="27939">
                <a:moveTo>
                  <a:pt x="540908" y="1016"/>
                </a:moveTo>
                <a:lnTo>
                  <a:pt x="540073" y="1016"/>
                </a:lnTo>
                <a:lnTo>
                  <a:pt x="536575" y="3429"/>
                </a:lnTo>
                <a:lnTo>
                  <a:pt x="535432" y="4191"/>
                </a:lnTo>
                <a:lnTo>
                  <a:pt x="534162" y="5207"/>
                </a:lnTo>
                <a:lnTo>
                  <a:pt x="533330" y="6038"/>
                </a:lnTo>
                <a:lnTo>
                  <a:pt x="535939" y="5715"/>
                </a:lnTo>
                <a:lnTo>
                  <a:pt x="548005" y="5715"/>
                </a:lnTo>
                <a:lnTo>
                  <a:pt x="545464" y="1905"/>
                </a:lnTo>
                <a:lnTo>
                  <a:pt x="540908" y="1016"/>
                </a:lnTo>
                <a:close/>
              </a:path>
              <a:path w="550545" h="27939">
                <a:moveTo>
                  <a:pt x="255524" y="0"/>
                </a:moveTo>
                <a:lnTo>
                  <a:pt x="201675" y="0"/>
                </a:lnTo>
                <a:lnTo>
                  <a:pt x="226187" y="381"/>
                </a:lnTo>
                <a:lnTo>
                  <a:pt x="28829" y="381"/>
                </a:lnTo>
                <a:lnTo>
                  <a:pt x="255524" y="0"/>
                </a:lnTo>
                <a:close/>
              </a:path>
            </a:pathLst>
          </a:custGeom>
          <a:solidFill>
            <a:srgbClr val="FFA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6793" y="1610867"/>
            <a:ext cx="574675" cy="66040"/>
          </a:xfrm>
          <a:custGeom>
            <a:avLst/>
            <a:gdLst/>
            <a:ahLst/>
            <a:cxnLst/>
            <a:rect l="l" t="t" r="r" b="b"/>
            <a:pathLst>
              <a:path w="574675" h="66039">
                <a:moveTo>
                  <a:pt x="559681" y="21016"/>
                </a:moveTo>
                <a:lnTo>
                  <a:pt x="360698" y="21016"/>
                </a:lnTo>
                <a:lnTo>
                  <a:pt x="300609" y="26289"/>
                </a:lnTo>
                <a:lnTo>
                  <a:pt x="232070" y="31799"/>
                </a:lnTo>
                <a:lnTo>
                  <a:pt x="207340" y="33274"/>
                </a:lnTo>
                <a:lnTo>
                  <a:pt x="169046" y="35062"/>
                </a:lnTo>
                <a:lnTo>
                  <a:pt x="137109" y="35814"/>
                </a:lnTo>
                <a:lnTo>
                  <a:pt x="95777" y="37465"/>
                </a:lnTo>
                <a:lnTo>
                  <a:pt x="82499" y="37465"/>
                </a:lnTo>
                <a:lnTo>
                  <a:pt x="67741" y="38227"/>
                </a:lnTo>
                <a:lnTo>
                  <a:pt x="54241" y="38227"/>
                </a:lnTo>
                <a:lnTo>
                  <a:pt x="43129" y="39011"/>
                </a:lnTo>
                <a:lnTo>
                  <a:pt x="33985" y="39370"/>
                </a:lnTo>
                <a:lnTo>
                  <a:pt x="32143" y="39624"/>
                </a:lnTo>
                <a:lnTo>
                  <a:pt x="20281" y="42545"/>
                </a:lnTo>
                <a:lnTo>
                  <a:pt x="7353" y="46862"/>
                </a:lnTo>
                <a:lnTo>
                  <a:pt x="2590" y="48514"/>
                </a:lnTo>
                <a:lnTo>
                  <a:pt x="0" y="53594"/>
                </a:lnTo>
                <a:lnTo>
                  <a:pt x="3098" y="63119"/>
                </a:lnTo>
                <a:lnTo>
                  <a:pt x="8204" y="65786"/>
                </a:lnTo>
                <a:lnTo>
                  <a:pt x="24645" y="60646"/>
                </a:lnTo>
                <a:lnTo>
                  <a:pt x="24902" y="60646"/>
                </a:lnTo>
                <a:lnTo>
                  <a:pt x="35496" y="58039"/>
                </a:lnTo>
                <a:lnTo>
                  <a:pt x="34683" y="58039"/>
                </a:lnTo>
                <a:lnTo>
                  <a:pt x="36550" y="57785"/>
                </a:lnTo>
                <a:lnTo>
                  <a:pt x="44691" y="57785"/>
                </a:lnTo>
                <a:lnTo>
                  <a:pt x="53697" y="57150"/>
                </a:lnTo>
                <a:lnTo>
                  <a:pt x="68668" y="57150"/>
                </a:lnTo>
                <a:lnTo>
                  <a:pt x="80966" y="56515"/>
                </a:lnTo>
                <a:lnTo>
                  <a:pt x="99542" y="56515"/>
                </a:lnTo>
                <a:lnTo>
                  <a:pt x="117551" y="55753"/>
                </a:lnTo>
                <a:lnTo>
                  <a:pt x="137655" y="55118"/>
                </a:lnTo>
                <a:lnTo>
                  <a:pt x="169938" y="54483"/>
                </a:lnTo>
                <a:lnTo>
                  <a:pt x="234010" y="51308"/>
                </a:lnTo>
                <a:lnTo>
                  <a:pt x="234276" y="51308"/>
                </a:lnTo>
                <a:lnTo>
                  <a:pt x="260553" y="49022"/>
                </a:lnTo>
                <a:lnTo>
                  <a:pt x="302247" y="45974"/>
                </a:lnTo>
                <a:lnTo>
                  <a:pt x="334416" y="43053"/>
                </a:lnTo>
                <a:lnTo>
                  <a:pt x="364591" y="40640"/>
                </a:lnTo>
                <a:lnTo>
                  <a:pt x="364782" y="40640"/>
                </a:lnTo>
                <a:lnTo>
                  <a:pt x="542804" y="22385"/>
                </a:lnTo>
                <a:lnTo>
                  <a:pt x="542370" y="22385"/>
                </a:lnTo>
                <a:lnTo>
                  <a:pt x="559681" y="21016"/>
                </a:lnTo>
                <a:close/>
              </a:path>
              <a:path w="574675" h="66039">
                <a:moveTo>
                  <a:pt x="24904" y="60646"/>
                </a:moveTo>
                <a:lnTo>
                  <a:pt x="24645" y="60646"/>
                </a:lnTo>
                <a:lnTo>
                  <a:pt x="23657" y="60953"/>
                </a:lnTo>
                <a:lnTo>
                  <a:pt x="24904" y="60646"/>
                </a:lnTo>
                <a:close/>
              </a:path>
              <a:path w="574675" h="66039">
                <a:moveTo>
                  <a:pt x="36550" y="57785"/>
                </a:moveTo>
                <a:lnTo>
                  <a:pt x="34683" y="58039"/>
                </a:lnTo>
                <a:lnTo>
                  <a:pt x="35493" y="58039"/>
                </a:lnTo>
                <a:lnTo>
                  <a:pt x="36550" y="57785"/>
                </a:lnTo>
                <a:close/>
              </a:path>
              <a:path w="574675" h="66039">
                <a:moveTo>
                  <a:pt x="44399" y="57785"/>
                </a:moveTo>
                <a:lnTo>
                  <a:pt x="36550" y="57785"/>
                </a:lnTo>
                <a:lnTo>
                  <a:pt x="35493" y="58039"/>
                </a:lnTo>
                <a:lnTo>
                  <a:pt x="34683" y="58039"/>
                </a:lnTo>
                <a:lnTo>
                  <a:pt x="44399" y="57785"/>
                </a:lnTo>
                <a:close/>
              </a:path>
              <a:path w="574675" h="66039">
                <a:moveTo>
                  <a:pt x="565533" y="21016"/>
                </a:moveTo>
                <a:lnTo>
                  <a:pt x="559681" y="21016"/>
                </a:lnTo>
                <a:lnTo>
                  <a:pt x="563740" y="21336"/>
                </a:lnTo>
                <a:lnTo>
                  <a:pt x="564222" y="21336"/>
                </a:lnTo>
                <a:lnTo>
                  <a:pt x="565533" y="21016"/>
                </a:lnTo>
                <a:close/>
              </a:path>
              <a:path w="574675" h="66039">
                <a:moveTo>
                  <a:pt x="364625" y="20629"/>
                </a:moveTo>
                <a:lnTo>
                  <a:pt x="363868" y="20629"/>
                </a:lnTo>
                <a:lnTo>
                  <a:pt x="361841" y="21016"/>
                </a:lnTo>
                <a:lnTo>
                  <a:pt x="360948" y="21016"/>
                </a:lnTo>
                <a:lnTo>
                  <a:pt x="364625" y="20629"/>
                </a:lnTo>
                <a:close/>
              </a:path>
              <a:path w="574675" h="66039">
                <a:moveTo>
                  <a:pt x="555108" y="6494"/>
                </a:moveTo>
                <a:lnTo>
                  <a:pt x="499403" y="6494"/>
                </a:lnTo>
                <a:lnTo>
                  <a:pt x="466470" y="9779"/>
                </a:lnTo>
                <a:lnTo>
                  <a:pt x="466331" y="9779"/>
                </a:lnTo>
                <a:lnTo>
                  <a:pt x="428090" y="14097"/>
                </a:lnTo>
                <a:lnTo>
                  <a:pt x="427839" y="14097"/>
                </a:lnTo>
                <a:lnTo>
                  <a:pt x="360948" y="21016"/>
                </a:lnTo>
                <a:lnTo>
                  <a:pt x="565964" y="21016"/>
                </a:lnTo>
                <a:lnTo>
                  <a:pt x="566666" y="20629"/>
                </a:lnTo>
                <a:lnTo>
                  <a:pt x="563038" y="20629"/>
                </a:lnTo>
                <a:lnTo>
                  <a:pt x="561970" y="19939"/>
                </a:lnTo>
                <a:lnTo>
                  <a:pt x="554202" y="19939"/>
                </a:lnTo>
                <a:lnTo>
                  <a:pt x="552440" y="18164"/>
                </a:lnTo>
                <a:lnTo>
                  <a:pt x="552424" y="15240"/>
                </a:lnTo>
                <a:lnTo>
                  <a:pt x="553779" y="12665"/>
                </a:lnTo>
                <a:lnTo>
                  <a:pt x="553822" y="12530"/>
                </a:lnTo>
                <a:lnTo>
                  <a:pt x="553682" y="12530"/>
                </a:lnTo>
                <a:lnTo>
                  <a:pt x="554409" y="11304"/>
                </a:lnTo>
                <a:lnTo>
                  <a:pt x="554518" y="9779"/>
                </a:lnTo>
                <a:lnTo>
                  <a:pt x="554628" y="8255"/>
                </a:lnTo>
                <a:lnTo>
                  <a:pt x="554710" y="7112"/>
                </a:lnTo>
                <a:lnTo>
                  <a:pt x="555025" y="6622"/>
                </a:lnTo>
                <a:lnTo>
                  <a:pt x="555108" y="6494"/>
                </a:lnTo>
                <a:close/>
              </a:path>
              <a:path w="574675" h="66039">
                <a:moveTo>
                  <a:pt x="570178" y="18669"/>
                </a:moveTo>
                <a:lnTo>
                  <a:pt x="560006" y="18669"/>
                </a:lnTo>
                <a:lnTo>
                  <a:pt x="563038" y="20629"/>
                </a:lnTo>
                <a:lnTo>
                  <a:pt x="566666" y="20629"/>
                </a:lnTo>
                <a:lnTo>
                  <a:pt x="570178" y="18669"/>
                </a:lnTo>
                <a:close/>
              </a:path>
              <a:path w="574675" h="66039">
                <a:moveTo>
                  <a:pt x="553779" y="12665"/>
                </a:moveTo>
                <a:lnTo>
                  <a:pt x="552424" y="15240"/>
                </a:lnTo>
                <a:lnTo>
                  <a:pt x="552440" y="18164"/>
                </a:lnTo>
                <a:lnTo>
                  <a:pt x="554202" y="19939"/>
                </a:lnTo>
                <a:lnTo>
                  <a:pt x="558571" y="19939"/>
                </a:lnTo>
                <a:lnTo>
                  <a:pt x="559832" y="18669"/>
                </a:lnTo>
                <a:lnTo>
                  <a:pt x="558516" y="18669"/>
                </a:lnTo>
                <a:lnTo>
                  <a:pt x="558784" y="18164"/>
                </a:lnTo>
                <a:lnTo>
                  <a:pt x="558862" y="18017"/>
                </a:lnTo>
                <a:lnTo>
                  <a:pt x="558444" y="17780"/>
                </a:lnTo>
                <a:lnTo>
                  <a:pt x="557999" y="17399"/>
                </a:lnTo>
                <a:lnTo>
                  <a:pt x="555904" y="16002"/>
                </a:lnTo>
                <a:lnTo>
                  <a:pt x="554215" y="14732"/>
                </a:lnTo>
                <a:lnTo>
                  <a:pt x="553866" y="13081"/>
                </a:lnTo>
                <a:lnTo>
                  <a:pt x="553779" y="12665"/>
                </a:lnTo>
                <a:close/>
              </a:path>
              <a:path w="574675" h="66039">
                <a:moveTo>
                  <a:pt x="574567" y="8255"/>
                </a:moveTo>
                <a:lnTo>
                  <a:pt x="558088" y="8255"/>
                </a:lnTo>
                <a:lnTo>
                  <a:pt x="561784" y="10033"/>
                </a:lnTo>
                <a:lnTo>
                  <a:pt x="562250" y="11304"/>
                </a:lnTo>
                <a:lnTo>
                  <a:pt x="562374" y="11641"/>
                </a:lnTo>
                <a:lnTo>
                  <a:pt x="562494" y="11969"/>
                </a:lnTo>
                <a:lnTo>
                  <a:pt x="562552" y="12127"/>
                </a:lnTo>
                <a:lnTo>
                  <a:pt x="562700" y="12127"/>
                </a:lnTo>
                <a:lnTo>
                  <a:pt x="561136" y="16002"/>
                </a:lnTo>
                <a:lnTo>
                  <a:pt x="560336" y="16967"/>
                </a:lnTo>
                <a:lnTo>
                  <a:pt x="560333" y="18164"/>
                </a:lnTo>
                <a:lnTo>
                  <a:pt x="558404" y="18669"/>
                </a:lnTo>
                <a:lnTo>
                  <a:pt x="559832" y="18669"/>
                </a:lnTo>
                <a:lnTo>
                  <a:pt x="558571" y="19939"/>
                </a:lnTo>
                <a:lnTo>
                  <a:pt x="561970" y="19939"/>
                </a:lnTo>
                <a:lnTo>
                  <a:pt x="560006" y="18669"/>
                </a:lnTo>
                <a:lnTo>
                  <a:pt x="559119" y="18164"/>
                </a:lnTo>
                <a:lnTo>
                  <a:pt x="570178" y="18669"/>
                </a:lnTo>
                <a:lnTo>
                  <a:pt x="572453" y="17399"/>
                </a:lnTo>
                <a:lnTo>
                  <a:pt x="572605" y="17399"/>
                </a:lnTo>
                <a:lnTo>
                  <a:pt x="574184" y="14732"/>
                </a:lnTo>
                <a:lnTo>
                  <a:pt x="574528" y="14097"/>
                </a:lnTo>
                <a:lnTo>
                  <a:pt x="574567" y="8255"/>
                </a:lnTo>
                <a:close/>
              </a:path>
              <a:path w="574675" h="66039">
                <a:moveTo>
                  <a:pt x="558862" y="18017"/>
                </a:moveTo>
                <a:lnTo>
                  <a:pt x="558516" y="18669"/>
                </a:lnTo>
                <a:lnTo>
                  <a:pt x="559119" y="18164"/>
                </a:lnTo>
                <a:lnTo>
                  <a:pt x="558862" y="18017"/>
                </a:lnTo>
                <a:close/>
              </a:path>
              <a:path w="574675" h="66039">
                <a:moveTo>
                  <a:pt x="560336" y="16967"/>
                </a:moveTo>
                <a:lnTo>
                  <a:pt x="559663" y="17780"/>
                </a:lnTo>
                <a:lnTo>
                  <a:pt x="559119" y="18164"/>
                </a:lnTo>
                <a:lnTo>
                  <a:pt x="560006" y="18669"/>
                </a:lnTo>
                <a:lnTo>
                  <a:pt x="559832" y="18669"/>
                </a:lnTo>
                <a:lnTo>
                  <a:pt x="560333" y="18164"/>
                </a:lnTo>
                <a:lnTo>
                  <a:pt x="560336" y="16967"/>
                </a:lnTo>
                <a:close/>
              </a:path>
              <a:path w="574675" h="66039">
                <a:moveTo>
                  <a:pt x="560336" y="15240"/>
                </a:moveTo>
                <a:lnTo>
                  <a:pt x="558988" y="17780"/>
                </a:lnTo>
                <a:lnTo>
                  <a:pt x="558862" y="18017"/>
                </a:lnTo>
                <a:lnTo>
                  <a:pt x="559119" y="18164"/>
                </a:lnTo>
                <a:lnTo>
                  <a:pt x="559663" y="17780"/>
                </a:lnTo>
                <a:lnTo>
                  <a:pt x="560336" y="16967"/>
                </a:lnTo>
                <a:lnTo>
                  <a:pt x="560336" y="15240"/>
                </a:lnTo>
                <a:close/>
              </a:path>
              <a:path w="574675" h="66039">
                <a:moveTo>
                  <a:pt x="562250" y="11304"/>
                </a:moveTo>
                <a:lnTo>
                  <a:pt x="555169" y="11304"/>
                </a:lnTo>
                <a:lnTo>
                  <a:pt x="554221" y="12530"/>
                </a:lnTo>
                <a:lnTo>
                  <a:pt x="554117" y="12665"/>
                </a:lnTo>
                <a:lnTo>
                  <a:pt x="553866" y="13081"/>
                </a:lnTo>
                <a:lnTo>
                  <a:pt x="554215" y="14732"/>
                </a:lnTo>
                <a:lnTo>
                  <a:pt x="555904" y="16002"/>
                </a:lnTo>
                <a:lnTo>
                  <a:pt x="557999" y="17399"/>
                </a:lnTo>
                <a:lnTo>
                  <a:pt x="558444" y="17780"/>
                </a:lnTo>
                <a:lnTo>
                  <a:pt x="558862" y="18017"/>
                </a:lnTo>
                <a:lnTo>
                  <a:pt x="560336" y="15240"/>
                </a:lnTo>
                <a:lnTo>
                  <a:pt x="561444" y="15240"/>
                </a:lnTo>
                <a:lnTo>
                  <a:pt x="562700" y="12127"/>
                </a:lnTo>
                <a:lnTo>
                  <a:pt x="562552" y="12127"/>
                </a:lnTo>
                <a:lnTo>
                  <a:pt x="562494" y="11969"/>
                </a:lnTo>
                <a:lnTo>
                  <a:pt x="562374" y="11641"/>
                </a:lnTo>
                <a:lnTo>
                  <a:pt x="562250" y="11304"/>
                </a:lnTo>
                <a:close/>
              </a:path>
              <a:path w="574675" h="66039">
                <a:moveTo>
                  <a:pt x="561444" y="15240"/>
                </a:moveTo>
                <a:lnTo>
                  <a:pt x="560336" y="15240"/>
                </a:lnTo>
                <a:lnTo>
                  <a:pt x="560336" y="16967"/>
                </a:lnTo>
                <a:lnTo>
                  <a:pt x="561136" y="16002"/>
                </a:lnTo>
                <a:lnTo>
                  <a:pt x="561444" y="15240"/>
                </a:lnTo>
                <a:close/>
              </a:path>
              <a:path w="574675" h="66039">
                <a:moveTo>
                  <a:pt x="554186" y="11969"/>
                </a:moveTo>
                <a:lnTo>
                  <a:pt x="553953" y="12127"/>
                </a:lnTo>
                <a:lnTo>
                  <a:pt x="553866" y="13081"/>
                </a:lnTo>
                <a:lnTo>
                  <a:pt x="553989" y="12530"/>
                </a:lnTo>
                <a:lnTo>
                  <a:pt x="554131" y="12127"/>
                </a:lnTo>
                <a:lnTo>
                  <a:pt x="554186" y="11969"/>
                </a:lnTo>
                <a:close/>
              </a:path>
              <a:path w="574675" h="66039">
                <a:moveTo>
                  <a:pt x="554257" y="12127"/>
                </a:moveTo>
                <a:lnTo>
                  <a:pt x="553989" y="12530"/>
                </a:lnTo>
                <a:lnTo>
                  <a:pt x="553796" y="13081"/>
                </a:lnTo>
                <a:lnTo>
                  <a:pt x="554117" y="12665"/>
                </a:lnTo>
                <a:lnTo>
                  <a:pt x="554221" y="12530"/>
                </a:lnTo>
                <a:lnTo>
                  <a:pt x="554257" y="12127"/>
                </a:lnTo>
                <a:close/>
              </a:path>
              <a:path w="574675" h="66039">
                <a:moveTo>
                  <a:pt x="553953" y="12127"/>
                </a:moveTo>
                <a:lnTo>
                  <a:pt x="553682" y="12530"/>
                </a:lnTo>
                <a:lnTo>
                  <a:pt x="553822" y="12530"/>
                </a:lnTo>
                <a:lnTo>
                  <a:pt x="553953" y="12127"/>
                </a:lnTo>
                <a:close/>
              </a:path>
              <a:path w="574675" h="66039">
                <a:moveTo>
                  <a:pt x="555169" y="11304"/>
                </a:moveTo>
                <a:lnTo>
                  <a:pt x="554610" y="11641"/>
                </a:lnTo>
                <a:lnTo>
                  <a:pt x="554145" y="11969"/>
                </a:lnTo>
                <a:lnTo>
                  <a:pt x="554399" y="11969"/>
                </a:lnTo>
                <a:lnTo>
                  <a:pt x="554308" y="12530"/>
                </a:lnTo>
                <a:lnTo>
                  <a:pt x="554533" y="12127"/>
                </a:lnTo>
                <a:lnTo>
                  <a:pt x="555169" y="11304"/>
                </a:lnTo>
                <a:close/>
              </a:path>
              <a:path w="574675" h="66039">
                <a:moveTo>
                  <a:pt x="558088" y="8255"/>
                </a:moveTo>
                <a:lnTo>
                  <a:pt x="555840" y="8890"/>
                </a:lnTo>
                <a:lnTo>
                  <a:pt x="555163" y="10033"/>
                </a:lnTo>
                <a:lnTo>
                  <a:pt x="554507" y="11304"/>
                </a:lnTo>
                <a:lnTo>
                  <a:pt x="554399" y="11969"/>
                </a:lnTo>
                <a:lnTo>
                  <a:pt x="554015" y="11969"/>
                </a:lnTo>
                <a:lnTo>
                  <a:pt x="553921" y="12127"/>
                </a:lnTo>
                <a:lnTo>
                  <a:pt x="554145" y="11969"/>
                </a:lnTo>
                <a:lnTo>
                  <a:pt x="554301" y="11641"/>
                </a:lnTo>
                <a:lnTo>
                  <a:pt x="554610" y="11641"/>
                </a:lnTo>
                <a:lnTo>
                  <a:pt x="555086" y="11304"/>
                </a:lnTo>
                <a:lnTo>
                  <a:pt x="562250" y="11304"/>
                </a:lnTo>
                <a:lnTo>
                  <a:pt x="561784" y="10033"/>
                </a:lnTo>
                <a:lnTo>
                  <a:pt x="558088" y="8255"/>
                </a:lnTo>
                <a:close/>
              </a:path>
              <a:path w="574675" h="66039">
                <a:moveTo>
                  <a:pt x="554452" y="11641"/>
                </a:moveTo>
                <a:lnTo>
                  <a:pt x="554272" y="11969"/>
                </a:lnTo>
                <a:lnTo>
                  <a:pt x="554257" y="12127"/>
                </a:lnTo>
                <a:lnTo>
                  <a:pt x="554399" y="11969"/>
                </a:lnTo>
                <a:lnTo>
                  <a:pt x="554452" y="11641"/>
                </a:lnTo>
                <a:close/>
              </a:path>
              <a:path w="574675" h="66039">
                <a:moveTo>
                  <a:pt x="566915" y="635"/>
                </a:moveTo>
                <a:lnTo>
                  <a:pt x="562952" y="635"/>
                </a:lnTo>
                <a:lnTo>
                  <a:pt x="560006" y="2412"/>
                </a:lnTo>
                <a:lnTo>
                  <a:pt x="558444" y="3429"/>
                </a:lnTo>
                <a:lnTo>
                  <a:pt x="556183" y="4826"/>
                </a:lnTo>
                <a:lnTo>
                  <a:pt x="554710" y="7112"/>
                </a:lnTo>
                <a:lnTo>
                  <a:pt x="554628" y="8255"/>
                </a:lnTo>
                <a:lnTo>
                  <a:pt x="554518" y="9779"/>
                </a:lnTo>
                <a:lnTo>
                  <a:pt x="554409" y="11304"/>
                </a:lnTo>
                <a:lnTo>
                  <a:pt x="555840" y="8890"/>
                </a:lnTo>
                <a:lnTo>
                  <a:pt x="558088" y="8255"/>
                </a:lnTo>
                <a:lnTo>
                  <a:pt x="574567" y="8255"/>
                </a:lnTo>
                <a:lnTo>
                  <a:pt x="574560" y="7112"/>
                </a:lnTo>
                <a:lnTo>
                  <a:pt x="573261" y="4826"/>
                </a:lnTo>
                <a:lnTo>
                  <a:pt x="572737" y="3970"/>
                </a:lnTo>
                <a:lnTo>
                  <a:pt x="568134" y="1397"/>
                </a:lnTo>
                <a:lnTo>
                  <a:pt x="566915" y="635"/>
                </a:lnTo>
                <a:close/>
              </a:path>
              <a:path w="574675" h="66039">
                <a:moveTo>
                  <a:pt x="562127" y="0"/>
                </a:moveTo>
                <a:lnTo>
                  <a:pt x="559054" y="0"/>
                </a:lnTo>
                <a:lnTo>
                  <a:pt x="558749" y="254"/>
                </a:lnTo>
                <a:lnTo>
                  <a:pt x="539505" y="1778"/>
                </a:lnTo>
                <a:lnTo>
                  <a:pt x="540791" y="1778"/>
                </a:lnTo>
                <a:lnTo>
                  <a:pt x="498117" y="6622"/>
                </a:lnTo>
                <a:lnTo>
                  <a:pt x="499403" y="6494"/>
                </a:lnTo>
                <a:lnTo>
                  <a:pt x="555108" y="6494"/>
                </a:lnTo>
                <a:lnTo>
                  <a:pt x="556183" y="4826"/>
                </a:lnTo>
                <a:lnTo>
                  <a:pt x="558444" y="3429"/>
                </a:lnTo>
                <a:lnTo>
                  <a:pt x="560006" y="2412"/>
                </a:lnTo>
                <a:lnTo>
                  <a:pt x="562952" y="635"/>
                </a:lnTo>
                <a:lnTo>
                  <a:pt x="566915" y="635"/>
                </a:lnTo>
                <a:lnTo>
                  <a:pt x="566305" y="254"/>
                </a:lnTo>
                <a:lnTo>
                  <a:pt x="555675" y="254"/>
                </a:lnTo>
                <a:lnTo>
                  <a:pt x="562127" y="0"/>
                </a:lnTo>
                <a:close/>
              </a:path>
              <a:path w="574675" h="66039">
                <a:moveTo>
                  <a:pt x="566868" y="635"/>
                </a:moveTo>
                <a:lnTo>
                  <a:pt x="568134" y="1397"/>
                </a:lnTo>
                <a:lnTo>
                  <a:pt x="572737" y="3970"/>
                </a:lnTo>
                <a:lnTo>
                  <a:pt x="571899" y="3429"/>
                </a:lnTo>
                <a:lnTo>
                  <a:pt x="569658" y="2159"/>
                </a:lnTo>
                <a:lnTo>
                  <a:pt x="566868" y="635"/>
                </a:lnTo>
                <a:close/>
              </a:path>
              <a:path w="574675" h="66039">
                <a:moveTo>
                  <a:pt x="564917" y="0"/>
                </a:moveTo>
                <a:lnTo>
                  <a:pt x="562127" y="0"/>
                </a:lnTo>
                <a:lnTo>
                  <a:pt x="555675" y="254"/>
                </a:lnTo>
                <a:lnTo>
                  <a:pt x="566305" y="254"/>
                </a:lnTo>
                <a:lnTo>
                  <a:pt x="56491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158104" y="4038600"/>
            <a:ext cx="3891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030A0"/>
                </a:solidFill>
                <a:latin typeface="Verdana"/>
                <a:cs typeface="Verdana"/>
              </a:rPr>
              <a:t>Small</a:t>
            </a:r>
            <a:r>
              <a:rPr sz="1800" spc="7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7030A0"/>
                </a:solidFill>
                <a:latin typeface="Verdana"/>
                <a:cs typeface="Verdana"/>
              </a:rPr>
              <a:t>number</a:t>
            </a:r>
            <a:r>
              <a:rPr sz="1800" spc="-4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7030A0"/>
                </a:solidFill>
                <a:latin typeface="Verdana"/>
                <a:cs typeface="Verdana"/>
              </a:rPr>
              <a:t>of</a:t>
            </a:r>
            <a:r>
              <a:rPr sz="1800" spc="-5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7030A0"/>
                </a:solidFill>
                <a:latin typeface="Verdana"/>
                <a:cs typeface="Verdana"/>
              </a:rPr>
              <a:t>possible</a:t>
            </a:r>
            <a:r>
              <a:rPr sz="1800" spc="-5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7030A0"/>
                </a:solidFill>
                <a:latin typeface="Verdana"/>
                <a:cs typeface="Verdana"/>
              </a:rPr>
              <a:t>outputs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6375" y="4059554"/>
            <a:ext cx="3724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70C0"/>
                </a:solidFill>
                <a:latin typeface="Verdana"/>
                <a:cs typeface="Verdana"/>
              </a:rPr>
              <a:t>Infinitely</a:t>
            </a:r>
            <a:r>
              <a:rPr sz="1800" spc="120" dirty="0">
                <a:solidFill>
                  <a:srgbClr val="0070C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70C0"/>
                </a:solidFill>
                <a:latin typeface="Verdana"/>
                <a:cs typeface="Verdana"/>
              </a:rPr>
              <a:t>many</a:t>
            </a:r>
            <a:r>
              <a:rPr sz="1800" spc="-10" dirty="0">
                <a:solidFill>
                  <a:srgbClr val="0070C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70C0"/>
                </a:solidFill>
                <a:latin typeface="Verdana"/>
                <a:cs typeface="Verdana"/>
              </a:rPr>
              <a:t>possible</a:t>
            </a:r>
            <a:r>
              <a:rPr sz="1800" spc="-75" dirty="0">
                <a:solidFill>
                  <a:srgbClr val="0070C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Verdana"/>
                <a:cs typeface="Verdana"/>
              </a:rPr>
              <a:t>outputs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6479" y="1167764"/>
            <a:ext cx="214884" cy="17145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44001" y="2112772"/>
            <a:ext cx="277368" cy="215391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638009" y="2626360"/>
            <a:ext cx="36830" cy="232410"/>
          </a:xfrm>
          <a:custGeom>
            <a:avLst/>
            <a:gdLst/>
            <a:ahLst/>
            <a:cxnLst/>
            <a:rect l="l" t="t" r="r" b="b"/>
            <a:pathLst>
              <a:path w="36829" h="232410">
                <a:moveTo>
                  <a:pt x="36487" y="222884"/>
                </a:moveTo>
                <a:lnTo>
                  <a:pt x="16941" y="222884"/>
                </a:lnTo>
                <a:lnTo>
                  <a:pt x="17271" y="224535"/>
                </a:lnTo>
                <a:lnTo>
                  <a:pt x="17130" y="224535"/>
                </a:lnTo>
                <a:lnTo>
                  <a:pt x="17551" y="228219"/>
                </a:lnTo>
                <a:lnTo>
                  <a:pt x="21729" y="231901"/>
                </a:lnTo>
                <a:lnTo>
                  <a:pt x="31686" y="231901"/>
                </a:lnTo>
                <a:lnTo>
                  <a:pt x="35864" y="228219"/>
                </a:lnTo>
                <a:lnTo>
                  <a:pt x="36289" y="224535"/>
                </a:lnTo>
                <a:lnTo>
                  <a:pt x="17271" y="224535"/>
                </a:lnTo>
                <a:lnTo>
                  <a:pt x="17038" y="223730"/>
                </a:lnTo>
                <a:lnTo>
                  <a:pt x="36382" y="223730"/>
                </a:lnTo>
                <a:lnTo>
                  <a:pt x="36487" y="222884"/>
                </a:lnTo>
                <a:close/>
              </a:path>
              <a:path w="36829" h="232410">
                <a:moveTo>
                  <a:pt x="520" y="11048"/>
                </a:moveTo>
                <a:lnTo>
                  <a:pt x="457" y="19176"/>
                </a:lnTo>
                <a:lnTo>
                  <a:pt x="1456" y="26737"/>
                </a:lnTo>
                <a:lnTo>
                  <a:pt x="1862" y="31811"/>
                </a:lnTo>
                <a:lnTo>
                  <a:pt x="1950" y="32892"/>
                </a:lnTo>
                <a:lnTo>
                  <a:pt x="1991" y="33400"/>
                </a:lnTo>
                <a:lnTo>
                  <a:pt x="2095" y="34416"/>
                </a:lnTo>
                <a:lnTo>
                  <a:pt x="4257" y="51688"/>
                </a:lnTo>
                <a:lnTo>
                  <a:pt x="4495" y="53339"/>
                </a:lnTo>
                <a:lnTo>
                  <a:pt x="5045" y="63753"/>
                </a:lnTo>
                <a:lnTo>
                  <a:pt x="5105" y="64896"/>
                </a:lnTo>
                <a:lnTo>
                  <a:pt x="6812" y="90804"/>
                </a:lnTo>
                <a:lnTo>
                  <a:pt x="6857" y="103123"/>
                </a:lnTo>
                <a:lnTo>
                  <a:pt x="7217" y="123825"/>
                </a:lnTo>
                <a:lnTo>
                  <a:pt x="7552" y="132841"/>
                </a:lnTo>
                <a:lnTo>
                  <a:pt x="7891" y="144144"/>
                </a:lnTo>
                <a:lnTo>
                  <a:pt x="7962" y="145922"/>
                </a:lnTo>
                <a:lnTo>
                  <a:pt x="9385" y="161416"/>
                </a:lnTo>
                <a:lnTo>
                  <a:pt x="10109" y="168656"/>
                </a:lnTo>
                <a:lnTo>
                  <a:pt x="10172" y="169290"/>
                </a:lnTo>
                <a:lnTo>
                  <a:pt x="11188" y="175640"/>
                </a:lnTo>
                <a:lnTo>
                  <a:pt x="12611" y="188340"/>
                </a:lnTo>
                <a:lnTo>
                  <a:pt x="12712" y="188975"/>
                </a:lnTo>
                <a:lnTo>
                  <a:pt x="13257" y="191896"/>
                </a:lnTo>
                <a:lnTo>
                  <a:pt x="13677" y="193928"/>
                </a:lnTo>
                <a:lnTo>
                  <a:pt x="14744" y="204088"/>
                </a:lnTo>
                <a:lnTo>
                  <a:pt x="15101" y="206628"/>
                </a:lnTo>
                <a:lnTo>
                  <a:pt x="15430" y="208787"/>
                </a:lnTo>
                <a:lnTo>
                  <a:pt x="16027" y="216534"/>
                </a:lnTo>
                <a:lnTo>
                  <a:pt x="16128" y="219201"/>
                </a:lnTo>
                <a:lnTo>
                  <a:pt x="16535" y="221995"/>
                </a:lnTo>
                <a:lnTo>
                  <a:pt x="16793" y="222884"/>
                </a:lnTo>
                <a:lnTo>
                  <a:pt x="16903" y="223265"/>
                </a:lnTo>
                <a:lnTo>
                  <a:pt x="16941" y="222884"/>
                </a:lnTo>
                <a:lnTo>
                  <a:pt x="36487" y="222884"/>
                </a:lnTo>
                <a:lnTo>
                  <a:pt x="36204" y="219201"/>
                </a:lnTo>
                <a:lnTo>
                  <a:pt x="35852" y="219201"/>
                </a:lnTo>
                <a:lnTo>
                  <a:pt x="35716" y="218185"/>
                </a:lnTo>
                <a:lnTo>
                  <a:pt x="35615" y="217423"/>
                </a:lnTo>
                <a:lnTo>
                  <a:pt x="35496" y="216534"/>
                </a:lnTo>
                <a:lnTo>
                  <a:pt x="35816" y="216534"/>
                </a:lnTo>
                <a:lnTo>
                  <a:pt x="35269" y="209422"/>
                </a:lnTo>
                <a:lnTo>
                  <a:pt x="35220" y="208787"/>
                </a:lnTo>
                <a:lnTo>
                  <a:pt x="35102" y="207263"/>
                </a:lnTo>
                <a:lnTo>
                  <a:pt x="35039" y="206628"/>
                </a:lnTo>
                <a:lnTo>
                  <a:pt x="34357" y="201929"/>
                </a:lnTo>
                <a:lnTo>
                  <a:pt x="34302" y="201548"/>
                </a:lnTo>
                <a:lnTo>
                  <a:pt x="33261" y="191896"/>
                </a:lnTo>
                <a:lnTo>
                  <a:pt x="33146" y="191134"/>
                </a:lnTo>
                <a:lnTo>
                  <a:pt x="32197" y="186054"/>
                </a:lnTo>
                <a:lnTo>
                  <a:pt x="32076" y="185459"/>
                </a:lnTo>
                <a:lnTo>
                  <a:pt x="30708" y="173481"/>
                </a:lnTo>
                <a:lnTo>
                  <a:pt x="30645" y="172973"/>
                </a:lnTo>
                <a:lnTo>
                  <a:pt x="29647" y="166750"/>
                </a:lnTo>
                <a:lnTo>
                  <a:pt x="29565" y="166242"/>
                </a:lnTo>
                <a:lnTo>
                  <a:pt x="27138" y="133603"/>
                </a:lnTo>
                <a:lnTo>
                  <a:pt x="26766" y="124332"/>
                </a:lnTo>
                <a:lnTo>
                  <a:pt x="26397" y="103123"/>
                </a:lnTo>
                <a:lnTo>
                  <a:pt x="26365" y="90804"/>
                </a:lnTo>
                <a:lnTo>
                  <a:pt x="24613" y="64896"/>
                </a:lnTo>
                <a:lnTo>
                  <a:pt x="23846" y="54101"/>
                </a:lnTo>
                <a:lnTo>
                  <a:pt x="23792" y="53339"/>
                </a:lnTo>
                <a:lnTo>
                  <a:pt x="23710" y="52196"/>
                </a:lnTo>
                <a:lnTo>
                  <a:pt x="23660" y="51688"/>
                </a:lnTo>
                <a:lnTo>
                  <a:pt x="21571" y="35559"/>
                </a:lnTo>
                <a:lnTo>
                  <a:pt x="10871" y="35559"/>
                </a:lnTo>
                <a:lnTo>
                  <a:pt x="6248" y="32892"/>
                </a:lnTo>
                <a:lnTo>
                  <a:pt x="4953" y="28320"/>
                </a:lnTo>
                <a:lnTo>
                  <a:pt x="2308" y="19176"/>
                </a:lnTo>
                <a:lnTo>
                  <a:pt x="2235" y="18922"/>
                </a:lnTo>
                <a:lnTo>
                  <a:pt x="698" y="12064"/>
                </a:lnTo>
                <a:lnTo>
                  <a:pt x="584" y="11429"/>
                </a:lnTo>
                <a:lnTo>
                  <a:pt x="520" y="11048"/>
                </a:lnTo>
                <a:close/>
              </a:path>
              <a:path w="36829" h="232410">
                <a:moveTo>
                  <a:pt x="35950" y="218185"/>
                </a:moveTo>
                <a:lnTo>
                  <a:pt x="35852" y="219201"/>
                </a:lnTo>
                <a:lnTo>
                  <a:pt x="36229" y="219201"/>
                </a:lnTo>
                <a:lnTo>
                  <a:pt x="35950" y="218185"/>
                </a:lnTo>
                <a:close/>
              </a:path>
              <a:path w="36829" h="232410">
                <a:moveTo>
                  <a:pt x="35816" y="216534"/>
                </a:moveTo>
                <a:lnTo>
                  <a:pt x="35496" y="216534"/>
                </a:lnTo>
                <a:lnTo>
                  <a:pt x="35740" y="217423"/>
                </a:lnTo>
                <a:lnTo>
                  <a:pt x="35816" y="216534"/>
                </a:lnTo>
                <a:close/>
              </a:path>
              <a:path w="36829" h="232410">
                <a:moveTo>
                  <a:pt x="11516" y="0"/>
                </a:moveTo>
                <a:lnTo>
                  <a:pt x="8066" y="0"/>
                </a:lnTo>
                <a:lnTo>
                  <a:pt x="4810" y="1720"/>
                </a:lnTo>
                <a:lnTo>
                  <a:pt x="1858" y="3801"/>
                </a:lnTo>
                <a:lnTo>
                  <a:pt x="937" y="5376"/>
                </a:lnTo>
                <a:lnTo>
                  <a:pt x="374" y="6745"/>
                </a:lnTo>
                <a:lnTo>
                  <a:pt x="333" y="9813"/>
                </a:lnTo>
                <a:lnTo>
                  <a:pt x="462" y="10667"/>
                </a:lnTo>
                <a:lnTo>
                  <a:pt x="584" y="11429"/>
                </a:lnTo>
                <a:lnTo>
                  <a:pt x="698" y="12064"/>
                </a:lnTo>
                <a:lnTo>
                  <a:pt x="2235" y="18922"/>
                </a:lnTo>
                <a:lnTo>
                  <a:pt x="4875" y="28053"/>
                </a:lnTo>
                <a:lnTo>
                  <a:pt x="6248" y="32892"/>
                </a:lnTo>
                <a:lnTo>
                  <a:pt x="10871" y="35559"/>
                </a:lnTo>
                <a:lnTo>
                  <a:pt x="15443" y="34416"/>
                </a:lnTo>
                <a:lnTo>
                  <a:pt x="20002" y="33400"/>
                </a:lnTo>
                <a:lnTo>
                  <a:pt x="21013" y="31811"/>
                </a:lnTo>
                <a:lnTo>
                  <a:pt x="20700" y="28828"/>
                </a:lnTo>
                <a:lnTo>
                  <a:pt x="20599" y="28053"/>
                </a:lnTo>
                <a:lnTo>
                  <a:pt x="20243" y="24764"/>
                </a:lnTo>
                <a:lnTo>
                  <a:pt x="19290" y="17906"/>
                </a:lnTo>
                <a:lnTo>
                  <a:pt x="19154" y="17215"/>
                </a:lnTo>
                <a:lnTo>
                  <a:pt x="19145" y="11429"/>
                </a:lnTo>
                <a:lnTo>
                  <a:pt x="18999" y="11429"/>
                </a:lnTo>
                <a:lnTo>
                  <a:pt x="18935" y="8254"/>
                </a:lnTo>
                <a:lnTo>
                  <a:pt x="19183" y="8254"/>
                </a:lnTo>
                <a:lnTo>
                  <a:pt x="19208" y="6745"/>
                </a:lnTo>
                <a:lnTo>
                  <a:pt x="18641" y="5376"/>
                </a:lnTo>
                <a:lnTo>
                  <a:pt x="17725" y="3801"/>
                </a:lnTo>
                <a:lnTo>
                  <a:pt x="14772" y="1720"/>
                </a:lnTo>
                <a:lnTo>
                  <a:pt x="11516" y="0"/>
                </a:lnTo>
                <a:close/>
              </a:path>
              <a:path w="36829" h="232410">
                <a:moveTo>
                  <a:pt x="21086" y="31811"/>
                </a:moveTo>
                <a:lnTo>
                  <a:pt x="20325" y="32892"/>
                </a:lnTo>
                <a:lnTo>
                  <a:pt x="20002" y="33400"/>
                </a:lnTo>
                <a:lnTo>
                  <a:pt x="15443" y="34416"/>
                </a:lnTo>
                <a:lnTo>
                  <a:pt x="10871" y="35559"/>
                </a:lnTo>
                <a:lnTo>
                  <a:pt x="21571" y="35559"/>
                </a:lnTo>
                <a:lnTo>
                  <a:pt x="21086" y="31811"/>
                </a:lnTo>
                <a:close/>
              </a:path>
              <a:path w="36829" h="232410">
                <a:moveTo>
                  <a:pt x="19241" y="9813"/>
                </a:moveTo>
                <a:lnTo>
                  <a:pt x="19290" y="17906"/>
                </a:lnTo>
                <a:lnTo>
                  <a:pt x="20173" y="24256"/>
                </a:lnTo>
                <a:lnTo>
                  <a:pt x="20457" y="26737"/>
                </a:lnTo>
                <a:lnTo>
                  <a:pt x="20504" y="27177"/>
                </a:lnTo>
                <a:lnTo>
                  <a:pt x="20599" y="28053"/>
                </a:lnTo>
                <a:lnTo>
                  <a:pt x="21086" y="31811"/>
                </a:lnTo>
                <a:lnTo>
                  <a:pt x="22910" y="28828"/>
                </a:lnTo>
                <a:lnTo>
                  <a:pt x="19241" y="9813"/>
                </a:lnTo>
                <a:close/>
              </a:path>
              <a:path w="36829" h="232410">
                <a:moveTo>
                  <a:pt x="19142" y="11048"/>
                </a:moveTo>
                <a:lnTo>
                  <a:pt x="18999" y="11429"/>
                </a:lnTo>
                <a:lnTo>
                  <a:pt x="19145" y="11429"/>
                </a:lnTo>
                <a:lnTo>
                  <a:pt x="19142" y="11048"/>
                </a:lnTo>
                <a:close/>
              </a:path>
              <a:path w="36829" h="232410">
                <a:moveTo>
                  <a:pt x="18935" y="8254"/>
                </a:moveTo>
                <a:lnTo>
                  <a:pt x="18991" y="11048"/>
                </a:lnTo>
                <a:lnTo>
                  <a:pt x="19113" y="10667"/>
                </a:lnTo>
                <a:lnTo>
                  <a:pt x="19163" y="9417"/>
                </a:lnTo>
                <a:lnTo>
                  <a:pt x="18935" y="8254"/>
                </a:lnTo>
                <a:close/>
              </a:path>
              <a:path w="36829" h="232410">
                <a:moveTo>
                  <a:pt x="374" y="6745"/>
                </a:moveTo>
                <a:lnTo>
                  <a:pt x="0" y="7619"/>
                </a:lnTo>
                <a:lnTo>
                  <a:pt x="273" y="9417"/>
                </a:lnTo>
                <a:lnTo>
                  <a:pt x="333" y="9813"/>
                </a:lnTo>
                <a:lnTo>
                  <a:pt x="374" y="6745"/>
                </a:lnTo>
                <a:close/>
              </a:path>
              <a:path w="36829" h="232410">
                <a:moveTo>
                  <a:pt x="19208" y="6745"/>
                </a:moveTo>
                <a:lnTo>
                  <a:pt x="19241" y="9813"/>
                </a:lnTo>
                <a:lnTo>
                  <a:pt x="19475" y="8254"/>
                </a:lnTo>
                <a:lnTo>
                  <a:pt x="19570" y="7619"/>
                </a:lnTo>
                <a:lnTo>
                  <a:pt x="19208" y="6745"/>
                </a:lnTo>
                <a:close/>
              </a:path>
              <a:path w="36829" h="232410">
                <a:moveTo>
                  <a:pt x="19183" y="8254"/>
                </a:moveTo>
                <a:lnTo>
                  <a:pt x="18935" y="8254"/>
                </a:lnTo>
                <a:lnTo>
                  <a:pt x="19163" y="9417"/>
                </a:lnTo>
                <a:lnTo>
                  <a:pt x="19183" y="8254"/>
                </a:lnTo>
                <a:close/>
              </a:path>
              <a:path w="36829" h="232410">
                <a:moveTo>
                  <a:pt x="937" y="5376"/>
                </a:moveTo>
                <a:lnTo>
                  <a:pt x="368" y="6350"/>
                </a:lnTo>
                <a:lnTo>
                  <a:pt x="374" y="6745"/>
                </a:lnTo>
                <a:lnTo>
                  <a:pt x="937" y="5376"/>
                </a:lnTo>
                <a:close/>
              </a:path>
              <a:path w="36829" h="232410">
                <a:moveTo>
                  <a:pt x="18645" y="5376"/>
                </a:moveTo>
                <a:lnTo>
                  <a:pt x="19208" y="6745"/>
                </a:lnTo>
                <a:lnTo>
                  <a:pt x="19215" y="6350"/>
                </a:lnTo>
                <a:lnTo>
                  <a:pt x="18645" y="5376"/>
                </a:lnTo>
                <a:close/>
              </a:path>
              <a:path w="36829" h="232410">
                <a:moveTo>
                  <a:pt x="1858" y="3801"/>
                </a:moveTo>
                <a:lnTo>
                  <a:pt x="1485" y="4063"/>
                </a:lnTo>
                <a:lnTo>
                  <a:pt x="937" y="5376"/>
                </a:lnTo>
                <a:lnTo>
                  <a:pt x="1858" y="3801"/>
                </a:lnTo>
                <a:close/>
              </a:path>
              <a:path w="36829" h="232410">
                <a:moveTo>
                  <a:pt x="17725" y="3801"/>
                </a:moveTo>
                <a:lnTo>
                  <a:pt x="18645" y="5376"/>
                </a:lnTo>
                <a:lnTo>
                  <a:pt x="18097" y="4063"/>
                </a:lnTo>
                <a:lnTo>
                  <a:pt x="17725" y="3801"/>
                </a:lnTo>
                <a:close/>
              </a:path>
              <a:path w="36829" h="232410">
                <a:moveTo>
                  <a:pt x="4810" y="1720"/>
                </a:moveTo>
                <a:lnTo>
                  <a:pt x="2298" y="3047"/>
                </a:lnTo>
                <a:lnTo>
                  <a:pt x="1858" y="3801"/>
                </a:lnTo>
                <a:lnTo>
                  <a:pt x="4810" y="1720"/>
                </a:lnTo>
                <a:close/>
              </a:path>
              <a:path w="36829" h="232410">
                <a:moveTo>
                  <a:pt x="14772" y="1720"/>
                </a:moveTo>
                <a:lnTo>
                  <a:pt x="17725" y="3801"/>
                </a:lnTo>
                <a:lnTo>
                  <a:pt x="17284" y="3047"/>
                </a:lnTo>
                <a:lnTo>
                  <a:pt x="14772" y="1720"/>
                </a:lnTo>
                <a:close/>
              </a:path>
              <a:path w="36829" h="232410">
                <a:moveTo>
                  <a:pt x="8066" y="0"/>
                </a:moveTo>
                <a:lnTo>
                  <a:pt x="7251" y="0"/>
                </a:lnTo>
                <a:lnTo>
                  <a:pt x="4810" y="1720"/>
                </a:lnTo>
                <a:lnTo>
                  <a:pt x="8066" y="0"/>
                </a:lnTo>
                <a:close/>
              </a:path>
              <a:path w="36829" h="232410">
                <a:moveTo>
                  <a:pt x="12331" y="0"/>
                </a:moveTo>
                <a:lnTo>
                  <a:pt x="11516" y="0"/>
                </a:lnTo>
                <a:lnTo>
                  <a:pt x="14772" y="1720"/>
                </a:lnTo>
                <a:lnTo>
                  <a:pt x="12331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6824" y="3102101"/>
            <a:ext cx="196215" cy="35560"/>
          </a:xfrm>
          <a:custGeom>
            <a:avLst/>
            <a:gdLst/>
            <a:ahLst/>
            <a:cxnLst/>
            <a:rect l="l" t="t" r="r" b="b"/>
            <a:pathLst>
              <a:path w="196215" h="35560">
                <a:moveTo>
                  <a:pt x="188670" y="2412"/>
                </a:moveTo>
                <a:lnTo>
                  <a:pt x="187185" y="2412"/>
                </a:lnTo>
                <a:lnTo>
                  <a:pt x="183489" y="2793"/>
                </a:lnTo>
                <a:lnTo>
                  <a:pt x="21285" y="2793"/>
                </a:lnTo>
                <a:lnTo>
                  <a:pt x="14808" y="3175"/>
                </a:lnTo>
                <a:lnTo>
                  <a:pt x="16271" y="3175"/>
                </a:lnTo>
                <a:lnTo>
                  <a:pt x="13487" y="3683"/>
                </a:lnTo>
                <a:lnTo>
                  <a:pt x="11696" y="4445"/>
                </a:lnTo>
                <a:lnTo>
                  <a:pt x="10909" y="4825"/>
                </a:lnTo>
                <a:lnTo>
                  <a:pt x="9486" y="5587"/>
                </a:lnTo>
                <a:lnTo>
                  <a:pt x="7378" y="6604"/>
                </a:lnTo>
                <a:lnTo>
                  <a:pt x="5753" y="8509"/>
                </a:lnTo>
                <a:lnTo>
                  <a:pt x="4965" y="10795"/>
                </a:lnTo>
                <a:lnTo>
                  <a:pt x="3187" y="15748"/>
                </a:lnTo>
                <a:lnTo>
                  <a:pt x="0" y="27431"/>
                </a:lnTo>
                <a:lnTo>
                  <a:pt x="2806" y="32385"/>
                </a:lnTo>
                <a:lnTo>
                  <a:pt x="7619" y="33909"/>
                </a:lnTo>
                <a:lnTo>
                  <a:pt x="12420" y="35306"/>
                </a:lnTo>
                <a:lnTo>
                  <a:pt x="17487" y="32639"/>
                </a:lnTo>
                <a:lnTo>
                  <a:pt x="20688" y="22479"/>
                </a:lnTo>
                <a:lnTo>
                  <a:pt x="17755" y="22479"/>
                </a:lnTo>
                <a:lnTo>
                  <a:pt x="18322" y="21843"/>
                </a:lnTo>
                <a:lnTo>
                  <a:pt x="28879" y="21843"/>
                </a:lnTo>
                <a:lnTo>
                  <a:pt x="13716" y="21081"/>
                </a:lnTo>
                <a:lnTo>
                  <a:pt x="19002" y="21081"/>
                </a:lnTo>
                <a:lnTo>
                  <a:pt x="22631" y="17018"/>
                </a:lnTo>
                <a:lnTo>
                  <a:pt x="194207" y="17018"/>
                </a:lnTo>
                <a:lnTo>
                  <a:pt x="195833" y="14350"/>
                </a:lnTo>
                <a:lnTo>
                  <a:pt x="195833" y="10414"/>
                </a:lnTo>
                <a:lnTo>
                  <a:pt x="191960" y="4064"/>
                </a:lnTo>
                <a:lnTo>
                  <a:pt x="188670" y="2412"/>
                </a:lnTo>
                <a:close/>
              </a:path>
              <a:path w="196215" h="35560">
                <a:moveTo>
                  <a:pt x="22631" y="17018"/>
                </a:moveTo>
                <a:lnTo>
                  <a:pt x="17755" y="22479"/>
                </a:lnTo>
                <a:lnTo>
                  <a:pt x="17625" y="22479"/>
                </a:lnTo>
                <a:lnTo>
                  <a:pt x="18842" y="21843"/>
                </a:lnTo>
                <a:lnTo>
                  <a:pt x="18681" y="21843"/>
                </a:lnTo>
                <a:lnTo>
                  <a:pt x="20845" y="21081"/>
                </a:lnTo>
                <a:lnTo>
                  <a:pt x="21168" y="21081"/>
                </a:lnTo>
                <a:lnTo>
                  <a:pt x="22631" y="17018"/>
                </a:lnTo>
                <a:close/>
              </a:path>
              <a:path w="196215" h="35560">
                <a:moveTo>
                  <a:pt x="21168" y="21081"/>
                </a:moveTo>
                <a:lnTo>
                  <a:pt x="16967" y="21843"/>
                </a:lnTo>
                <a:lnTo>
                  <a:pt x="18842" y="21843"/>
                </a:lnTo>
                <a:lnTo>
                  <a:pt x="17625" y="22479"/>
                </a:lnTo>
                <a:lnTo>
                  <a:pt x="20688" y="22479"/>
                </a:lnTo>
                <a:lnTo>
                  <a:pt x="21168" y="21081"/>
                </a:lnTo>
                <a:close/>
              </a:path>
              <a:path w="196215" h="35560">
                <a:moveTo>
                  <a:pt x="192890" y="19177"/>
                </a:moveTo>
                <a:lnTo>
                  <a:pt x="80225" y="19177"/>
                </a:lnTo>
                <a:lnTo>
                  <a:pt x="92824" y="19939"/>
                </a:lnTo>
                <a:lnTo>
                  <a:pt x="99910" y="20216"/>
                </a:lnTo>
                <a:lnTo>
                  <a:pt x="99311" y="20216"/>
                </a:lnTo>
                <a:lnTo>
                  <a:pt x="109132" y="21081"/>
                </a:lnTo>
                <a:lnTo>
                  <a:pt x="113851" y="21081"/>
                </a:lnTo>
                <a:lnTo>
                  <a:pt x="127541" y="21843"/>
                </a:lnTo>
                <a:lnTo>
                  <a:pt x="126919" y="21843"/>
                </a:lnTo>
                <a:lnTo>
                  <a:pt x="132317" y="22225"/>
                </a:lnTo>
                <a:lnTo>
                  <a:pt x="184721" y="22225"/>
                </a:lnTo>
                <a:lnTo>
                  <a:pt x="188417" y="22479"/>
                </a:lnTo>
                <a:lnTo>
                  <a:pt x="191960" y="20700"/>
                </a:lnTo>
                <a:lnTo>
                  <a:pt x="192890" y="19177"/>
                </a:lnTo>
                <a:close/>
              </a:path>
              <a:path w="196215" h="35560">
                <a:moveTo>
                  <a:pt x="19002" y="21081"/>
                </a:moveTo>
                <a:lnTo>
                  <a:pt x="13716" y="21081"/>
                </a:lnTo>
                <a:lnTo>
                  <a:pt x="28879" y="21843"/>
                </a:lnTo>
                <a:lnTo>
                  <a:pt x="18322" y="21843"/>
                </a:lnTo>
                <a:lnTo>
                  <a:pt x="19002" y="21081"/>
                </a:lnTo>
                <a:close/>
              </a:path>
              <a:path w="196215" h="35560">
                <a:moveTo>
                  <a:pt x="21188" y="21081"/>
                </a:moveTo>
                <a:lnTo>
                  <a:pt x="20845" y="21081"/>
                </a:lnTo>
                <a:lnTo>
                  <a:pt x="18681" y="21843"/>
                </a:lnTo>
                <a:lnTo>
                  <a:pt x="16967" y="21843"/>
                </a:lnTo>
                <a:lnTo>
                  <a:pt x="21188" y="21081"/>
                </a:lnTo>
                <a:close/>
              </a:path>
              <a:path w="196215" h="35560">
                <a:moveTo>
                  <a:pt x="194207" y="17018"/>
                </a:moveTo>
                <a:lnTo>
                  <a:pt x="22631" y="17018"/>
                </a:lnTo>
                <a:lnTo>
                  <a:pt x="20894" y="21843"/>
                </a:lnTo>
                <a:lnTo>
                  <a:pt x="19596" y="21843"/>
                </a:lnTo>
                <a:lnTo>
                  <a:pt x="26073" y="21081"/>
                </a:lnTo>
                <a:lnTo>
                  <a:pt x="32873" y="21081"/>
                </a:lnTo>
                <a:lnTo>
                  <a:pt x="44137" y="19939"/>
                </a:lnTo>
                <a:lnTo>
                  <a:pt x="40106" y="19939"/>
                </a:lnTo>
                <a:lnTo>
                  <a:pt x="58343" y="19431"/>
                </a:lnTo>
                <a:lnTo>
                  <a:pt x="58648" y="19431"/>
                </a:lnTo>
                <a:lnTo>
                  <a:pt x="62483" y="19177"/>
                </a:lnTo>
                <a:lnTo>
                  <a:pt x="192890" y="19177"/>
                </a:lnTo>
                <a:lnTo>
                  <a:pt x="194207" y="17018"/>
                </a:lnTo>
                <a:close/>
              </a:path>
              <a:path w="196215" h="35560">
                <a:moveTo>
                  <a:pt x="27647" y="21081"/>
                </a:moveTo>
                <a:lnTo>
                  <a:pt x="26073" y="21081"/>
                </a:lnTo>
                <a:lnTo>
                  <a:pt x="19596" y="21843"/>
                </a:lnTo>
                <a:lnTo>
                  <a:pt x="22618" y="21843"/>
                </a:lnTo>
                <a:lnTo>
                  <a:pt x="27647" y="21081"/>
                </a:lnTo>
                <a:close/>
              </a:path>
              <a:path w="196215" h="35560">
                <a:moveTo>
                  <a:pt x="29057" y="21081"/>
                </a:moveTo>
                <a:lnTo>
                  <a:pt x="27647" y="21081"/>
                </a:lnTo>
                <a:lnTo>
                  <a:pt x="22618" y="21843"/>
                </a:lnTo>
                <a:lnTo>
                  <a:pt x="21209" y="21843"/>
                </a:lnTo>
                <a:lnTo>
                  <a:pt x="29057" y="21081"/>
                </a:lnTo>
                <a:close/>
              </a:path>
              <a:path w="196215" h="35560">
                <a:moveTo>
                  <a:pt x="24117" y="2412"/>
                </a:moveTo>
                <a:lnTo>
                  <a:pt x="22085" y="2412"/>
                </a:lnTo>
                <a:lnTo>
                  <a:pt x="19723" y="2793"/>
                </a:lnTo>
                <a:lnTo>
                  <a:pt x="17564" y="3175"/>
                </a:lnTo>
                <a:lnTo>
                  <a:pt x="19907" y="2793"/>
                </a:lnTo>
                <a:lnTo>
                  <a:pt x="21602" y="2793"/>
                </a:lnTo>
                <a:lnTo>
                  <a:pt x="24117" y="2412"/>
                </a:lnTo>
                <a:close/>
              </a:path>
              <a:path w="196215" h="35560">
                <a:moveTo>
                  <a:pt x="25209" y="2412"/>
                </a:moveTo>
                <a:lnTo>
                  <a:pt x="24117" y="2412"/>
                </a:lnTo>
                <a:lnTo>
                  <a:pt x="21602" y="2793"/>
                </a:lnTo>
                <a:lnTo>
                  <a:pt x="21056" y="2793"/>
                </a:lnTo>
                <a:lnTo>
                  <a:pt x="25209" y="2412"/>
                </a:lnTo>
                <a:close/>
              </a:path>
              <a:path w="196215" h="35560">
                <a:moveTo>
                  <a:pt x="126403" y="2412"/>
                </a:moveTo>
                <a:lnTo>
                  <a:pt x="25209" y="2412"/>
                </a:lnTo>
                <a:lnTo>
                  <a:pt x="21056" y="2793"/>
                </a:lnTo>
                <a:lnTo>
                  <a:pt x="131800" y="2793"/>
                </a:lnTo>
                <a:lnTo>
                  <a:pt x="126403" y="2412"/>
                </a:lnTo>
                <a:close/>
              </a:path>
              <a:path w="196215" h="35560">
                <a:moveTo>
                  <a:pt x="83436" y="0"/>
                </a:moveTo>
                <a:lnTo>
                  <a:pt x="63207" y="0"/>
                </a:lnTo>
                <a:lnTo>
                  <a:pt x="57178" y="399"/>
                </a:lnTo>
                <a:lnTo>
                  <a:pt x="44157" y="762"/>
                </a:lnTo>
                <a:lnTo>
                  <a:pt x="43345" y="762"/>
                </a:lnTo>
                <a:lnTo>
                  <a:pt x="36868" y="1524"/>
                </a:lnTo>
                <a:lnTo>
                  <a:pt x="26946" y="2412"/>
                </a:lnTo>
                <a:lnTo>
                  <a:pt x="118471" y="2412"/>
                </a:lnTo>
                <a:lnTo>
                  <a:pt x="100660" y="1016"/>
                </a:lnTo>
                <a:lnTo>
                  <a:pt x="100380" y="1016"/>
                </a:lnTo>
                <a:lnTo>
                  <a:pt x="83436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38873" y="1052067"/>
            <a:ext cx="471170" cy="17691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11315" y="1572767"/>
            <a:ext cx="406273" cy="23672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6825" y="1662557"/>
            <a:ext cx="519603" cy="439420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248627" y="1849247"/>
            <a:ext cx="802005" cy="1385570"/>
            <a:chOff x="248627" y="1849247"/>
            <a:chExt cx="802005" cy="1385570"/>
          </a:xfrm>
        </p:grpSpPr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1210" y="2582545"/>
              <a:ext cx="309067" cy="27178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3912" y="2996057"/>
              <a:ext cx="375716" cy="23876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8627" y="1849247"/>
              <a:ext cx="504939" cy="273811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42249" y="2127757"/>
            <a:ext cx="1085065" cy="221234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12354" y="1989708"/>
            <a:ext cx="433720" cy="40258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738804" y="613663"/>
            <a:ext cx="1488001" cy="29895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372477" y="966216"/>
            <a:ext cx="194437" cy="896619"/>
          </a:xfrm>
          <a:prstGeom prst="rect">
            <a:avLst/>
          </a:prstGeom>
        </p:spPr>
      </p:pic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7700" y="756666"/>
            <a:ext cx="4448175" cy="2263140"/>
            <a:chOff x="647700" y="756666"/>
            <a:chExt cx="4448175" cy="2263140"/>
          </a:xfrm>
        </p:grpSpPr>
        <p:sp>
          <p:nvSpPr>
            <p:cNvPr id="3" name="object 3"/>
            <p:cNvSpPr/>
            <p:nvPr/>
          </p:nvSpPr>
          <p:spPr>
            <a:xfrm>
              <a:off x="661987" y="823976"/>
              <a:ext cx="4420235" cy="2181225"/>
            </a:xfrm>
            <a:custGeom>
              <a:avLst/>
              <a:gdLst/>
              <a:ahLst/>
              <a:cxnLst/>
              <a:rect l="l" t="t" r="r" b="b"/>
              <a:pathLst>
                <a:path w="4420235" h="2181225">
                  <a:moveTo>
                    <a:pt x="66675" y="1695450"/>
                  </a:moveTo>
                  <a:lnTo>
                    <a:pt x="4419663" y="1695450"/>
                  </a:lnTo>
                </a:path>
                <a:path w="4420235" h="2181225">
                  <a:moveTo>
                    <a:pt x="66675" y="1266825"/>
                  </a:moveTo>
                  <a:lnTo>
                    <a:pt x="4419663" y="1266825"/>
                  </a:lnTo>
                </a:path>
                <a:path w="4420235" h="2181225">
                  <a:moveTo>
                    <a:pt x="66675" y="847725"/>
                  </a:moveTo>
                  <a:lnTo>
                    <a:pt x="4419663" y="847725"/>
                  </a:lnTo>
                </a:path>
                <a:path w="4420235" h="2181225">
                  <a:moveTo>
                    <a:pt x="66675" y="428625"/>
                  </a:moveTo>
                  <a:lnTo>
                    <a:pt x="4419663" y="428625"/>
                  </a:lnTo>
                </a:path>
                <a:path w="4420235" h="2181225">
                  <a:moveTo>
                    <a:pt x="66675" y="0"/>
                  </a:moveTo>
                  <a:lnTo>
                    <a:pt x="4419663" y="0"/>
                  </a:lnTo>
                </a:path>
                <a:path w="4420235" h="2181225">
                  <a:moveTo>
                    <a:pt x="66675" y="2114550"/>
                  </a:moveTo>
                  <a:lnTo>
                    <a:pt x="66675" y="0"/>
                  </a:lnTo>
                </a:path>
                <a:path w="4420235" h="2181225">
                  <a:moveTo>
                    <a:pt x="0" y="2114550"/>
                  </a:moveTo>
                  <a:lnTo>
                    <a:pt x="66675" y="2114550"/>
                  </a:lnTo>
                </a:path>
                <a:path w="4420235" h="2181225">
                  <a:moveTo>
                    <a:pt x="0" y="1695450"/>
                  </a:moveTo>
                  <a:lnTo>
                    <a:pt x="66675" y="1695450"/>
                  </a:lnTo>
                </a:path>
                <a:path w="4420235" h="2181225">
                  <a:moveTo>
                    <a:pt x="0" y="1266825"/>
                  </a:moveTo>
                  <a:lnTo>
                    <a:pt x="66675" y="1266825"/>
                  </a:lnTo>
                </a:path>
                <a:path w="4420235" h="2181225">
                  <a:moveTo>
                    <a:pt x="0" y="847725"/>
                  </a:moveTo>
                  <a:lnTo>
                    <a:pt x="66675" y="847725"/>
                  </a:lnTo>
                </a:path>
                <a:path w="4420235" h="2181225">
                  <a:moveTo>
                    <a:pt x="0" y="428625"/>
                  </a:moveTo>
                  <a:lnTo>
                    <a:pt x="66675" y="428625"/>
                  </a:lnTo>
                </a:path>
                <a:path w="4420235" h="2181225">
                  <a:moveTo>
                    <a:pt x="0" y="0"/>
                  </a:moveTo>
                  <a:lnTo>
                    <a:pt x="66675" y="0"/>
                  </a:lnTo>
                </a:path>
                <a:path w="4420235" h="2181225">
                  <a:moveTo>
                    <a:pt x="66675" y="2114550"/>
                  </a:moveTo>
                  <a:lnTo>
                    <a:pt x="4419663" y="2114550"/>
                  </a:lnTo>
                </a:path>
                <a:path w="4420235" h="2181225">
                  <a:moveTo>
                    <a:pt x="66675" y="2114550"/>
                  </a:moveTo>
                  <a:lnTo>
                    <a:pt x="66675" y="2181225"/>
                  </a:lnTo>
                </a:path>
                <a:path w="4420235" h="2181225">
                  <a:moveTo>
                    <a:pt x="1514538" y="2114550"/>
                  </a:moveTo>
                  <a:lnTo>
                    <a:pt x="1514538" y="2181225"/>
                  </a:lnTo>
                </a:path>
                <a:path w="4420235" h="2181225">
                  <a:moveTo>
                    <a:pt x="2962338" y="2114550"/>
                  </a:moveTo>
                  <a:lnTo>
                    <a:pt x="2962338" y="2181225"/>
                  </a:lnTo>
                </a:path>
                <a:path w="4420235" h="2181225">
                  <a:moveTo>
                    <a:pt x="4419663" y="2114550"/>
                  </a:moveTo>
                  <a:lnTo>
                    <a:pt x="4419663" y="2181225"/>
                  </a:lnTo>
                </a:path>
                <a:path w="4420235" h="2181225">
                  <a:moveTo>
                    <a:pt x="66675" y="1695450"/>
                  </a:moveTo>
                  <a:lnTo>
                    <a:pt x="4419663" y="1695450"/>
                  </a:lnTo>
                </a:path>
                <a:path w="4420235" h="2181225">
                  <a:moveTo>
                    <a:pt x="66675" y="1266825"/>
                  </a:moveTo>
                  <a:lnTo>
                    <a:pt x="4419663" y="1266825"/>
                  </a:lnTo>
                </a:path>
                <a:path w="4420235" h="2181225">
                  <a:moveTo>
                    <a:pt x="66675" y="847725"/>
                  </a:moveTo>
                  <a:lnTo>
                    <a:pt x="4419663" y="847725"/>
                  </a:lnTo>
                </a:path>
                <a:path w="4420235" h="2181225">
                  <a:moveTo>
                    <a:pt x="66675" y="428625"/>
                  </a:moveTo>
                  <a:lnTo>
                    <a:pt x="4419663" y="428625"/>
                  </a:lnTo>
                </a:path>
                <a:path w="4420235" h="2181225">
                  <a:moveTo>
                    <a:pt x="66675" y="0"/>
                  </a:moveTo>
                  <a:lnTo>
                    <a:pt x="4419663" y="0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6750" y="828675"/>
              <a:ext cx="4410075" cy="2171700"/>
            </a:xfrm>
            <a:custGeom>
              <a:avLst/>
              <a:gdLst/>
              <a:ahLst/>
              <a:cxnLst/>
              <a:rect l="l" t="t" r="r" b="b"/>
              <a:pathLst>
                <a:path w="4410075" h="2171700">
                  <a:moveTo>
                    <a:pt x="57150" y="2114550"/>
                  </a:moveTo>
                  <a:lnTo>
                    <a:pt x="57150" y="0"/>
                  </a:lnTo>
                </a:path>
                <a:path w="4410075" h="2171700">
                  <a:moveTo>
                    <a:pt x="0" y="2114550"/>
                  </a:moveTo>
                  <a:lnTo>
                    <a:pt x="123825" y="2114550"/>
                  </a:lnTo>
                </a:path>
                <a:path w="4410075" h="2171700">
                  <a:moveTo>
                    <a:pt x="0" y="1685925"/>
                  </a:moveTo>
                  <a:lnTo>
                    <a:pt x="123825" y="1685925"/>
                  </a:lnTo>
                </a:path>
                <a:path w="4410075" h="2171700">
                  <a:moveTo>
                    <a:pt x="0" y="1266825"/>
                  </a:moveTo>
                  <a:lnTo>
                    <a:pt x="123825" y="1266825"/>
                  </a:lnTo>
                </a:path>
                <a:path w="4410075" h="2171700">
                  <a:moveTo>
                    <a:pt x="0" y="847725"/>
                  </a:moveTo>
                  <a:lnTo>
                    <a:pt x="123825" y="847725"/>
                  </a:lnTo>
                </a:path>
                <a:path w="4410075" h="2171700">
                  <a:moveTo>
                    <a:pt x="0" y="0"/>
                  </a:moveTo>
                  <a:lnTo>
                    <a:pt x="123825" y="0"/>
                  </a:lnTo>
                </a:path>
                <a:path w="4410075" h="2171700">
                  <a:moveTo>
                    <a:pt x="57150" y="2114550"/>
                  </a:moveTo>
                  <a:lnTo>
                    <a:pt x="4410075" y="2114550"/>
                  </a:lnTo>
                </a:path>
                <a:path w="4410075" h="2171700">
                  <a:moveTo>
                    <a:pt x="57150" y="2047875"/>
                  </a:moveTo>
                  <a:lnTo>
                    <a:pt x="57150" y="2171700"/>
                  </a:lnTo>
                </a:path>
                <a:path w="4410075" h="2171700">
                  <a:moveTo>
                    <a:pt x="1514475" y="2047875"/>
                  </a:moveTo>
                  <a:lnTo>
                    <a:pt x="1514475" y="2171700"/>
                  </a:lnTo>
                </a:path>
                <a:path w="4410075" h="2171700">
                  <a:moveTo>
                    <a:pt x="2962275" y="2047875"/>
                  </a:moveTo>
                  <a:lnTo>
                    <a:pt x="2962275" y="2171700"/>
                  </a:lnTo>
                </a:path>
                <a:path w="4410075" h="2171700">
                  <a:moveTo>
                    <a:pt x="4410075" y="2047875"/>
                  </a:moveTo>
                  <a:lnTo>
                    <a:pt x="4410075" y="21717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15667" y="769366"/>
              <a:ext cx="2686050" cy="1504950"/>
            </a:xfrm>
            <a:custGeom>
              <a:avLst/>
              <a:gdLst/>
              <a:ahLst/>
              <a:cxnLst/>
              <a:rect l="l" t="t" r="r" b="b"/>
              <a:pathLst>
                <a:path w="2686050" h="1504950">
                  <a:moveTo>
                    <a:pt x="1914524" y="533400"/>
                  </a:moveTo>
                  <a:lnTo>
                    <a:pt x="1809749" y="428625"/>
                  </a:lnTo>
                </a:path>
                <a:path w="2686050" h="1504950">
                  <a:moveTo>
                    <a:pt x="1809749" y="533400"/>
                  </a:moveTo>
                  <a:lnTo>
                    <a:pt x="1914524" y="428625"/>
                  </a:lnTo>
                </a:path>
                <a:path w="2686050" h="1504950">
                  <a:moveTo>
                    <a:pt x="1190625" y="828675"/>
                  </a:moveTo>
                  <a:lnTo>
                    <a:pt x="1085850" y="723900"/>
                  </a:lnTo>
                </a:path>
                <a:path w="2686050" h="1504950">
                  <a:moveTo>
                    <a:pt x="1085850" y="828675"/>
                  </a:moveTo>
                  <a:lnTo>
                    <a:pt x="1190625" y="723900"/>
                  </a:lnTo>
                </a:path>
                <a:path w="2686050" h="1504950">
                  <a:moveTo>
                    <a:pt x="2343149" y="666750"/>
                  </a:moveTo>
                  <a:lnTo>
                    <a:pt x="2238374" y="561975"/>
                  </a:lnTo>
                </a:path>
                <a:path w="2686050" h="1504950">
                  <a:moveTo>
                    <a:pt x="2238374" y="666750"/>
                  </a:moveTo>
                  <a:lnTo>
                    <a:pt x="2343149" y="561975"/>
                  </a:lnTo>
                </a:path>
                <a:path w="2686050" h="1504950">
                  <a:moveTo>
                    <a:pt x="923925" y="1238250"/>
                  </a:moveTo>
                  <a:lnTo>
                    <a:pt x="819150" y="1133475"/>
                  </a:lnTo>
                </a:path>
                <a:path w="2686050" h="1504950">
                  <a:moveTo>
                    <a:pt x="819150" y="1238250"/>
                  </a:moveTo>
                  <a:lnTo>
                    <a:pt x="923925" y="1133475"/>
                  </a:lnTo>
                </a:path>
                <a:path w="2686050" h="1504950">
                  <a:moveTo>
                    <a:pt x="1743074" y="952500"/>
                  </a:moveTo>
                  <a:lnTo>
                    <a:pt x="1638299" y="847725"/>
                  </a:lnTo>
                </a:path>
                <a:path w="2686050" h="1504950">
                  <a:moveTo>
                    <a:pt x="1638299" y="952500"/>
                  </a:moveTo>
                  <a:lnTo>
                    <a:pt x="1743074" y="847725"/>
                  </a:lnTo>
                </a:path>
                <a:path w="2686050" h="1504950">
                  <a:moveTo>
                    <a:pt x="1095375" y="885825"/>
                  </a:moveTo>
                  <a:lnTo>
                    <a:pt x="990600" y="781050"/>
                  </a:lnTo>
                </a:path>
                <a:path w="2686050" h="1504950">
                  <a:moveTo>
                    <a:pt x="990600" y="885825"/>
                  </a:moveTo>
                  <a:lnTo>
                    <a:pt x="1095375" y="781050"/>
                  </a:lnTo>
                </a:path>
                <a:path w="2686050" h="1504950">
                  <a:moveTo>
                    <a:pt x="933450" y="1381125"/>
                  </a:moveTo>
                  <a:lnTo>
                    <a:pt x="828675" y="1276350"/>
                  </a:lnTo>
                </a:path>
                <a:path w="2686050" h="1504950">
                  <a:moveTo>
                    <a:pt x="828675" y="1381125"/>
                  </a:moveTo>
                  <a:lnTo>
                    <a:pt x="933450" y="1276350"/>
                  </a:lnTo>
                </a:path>
                <a:path w="2686050" h="1504950">
                  <a:moveTo>
                    <a:pt x="866775" y="1323975"/>
                  </a:moveTo>
                  <a:lnTo>
                    <a:pt x="762000" y="1219200"/>
                  </a:lnTo>
                </a:path>
                <a:path w="2686050" h="1504950">
                  <a:moveTo>
                    <a:pt x="762000" y="1323975"/>
                  </a:moveTo>
                  <a:lnTo>
                    <a:pt x="866775" y="1219200"/>
                  </a:lnTo>
                </a:path>
                <a:path w="2686050" h="1504950">
                  <a:moveTo>
                    <a:pt x="1028700" y="1200150"/>
                  </a:moveTo>
                  <a:lnTo>
                    <a:pt x="923925" y="1095375"/>
                  </a:lnTo>
                </a:path>
                <a:path w="2686050" h="1504950">
                  <a:moveTo>
                    <a:pt x="923925" y="1200150"/>
                  </a:moveTo>
                  <a:lnTo>
                    <a:pt x="1028700" y="1095375"/>
                  </a:lnTo>
                </a:path>
                <a:path w="2686050" h="1504950">
                  <a:moveTo>
                    <a:pt x="1676399" y="1209675"/>
                  </a:moveTo>
                  <a:lnTo>
                    <a:pt x="1571624" y="1104900"/>
                  </a:lnTo>
                </a:path>
                <a:path w="2686050" h="1504950">
                  <a:moveTo>
                    <a:pt x="1571624" y="1209675"/>
                  </a:moveTo>
                  <a:lnTo>
                    <a:pt x="1676399" y="1104900"/>
                  </a:lnTo>
                </a:path>
                <a:path w="2686050" h="1504950">
                  <a:moveTo>
                    <a:pt x="1762124" y="752475"/>
                  </a:moveTo>
                  <a:lnTo>
                    <a:pt x="1657349" y="647700"/>
                  </a:lnTo>
                </a:path>
                <a:path w="2686050" h="1504950">
                  <a:moveTo>
                    <a:pt x="1657349" y="752475"/>
                  </a:moveTo>
                  <a:lnTo>
                    <a:pt x="1762124" y="647700"/>
                  </a:lnTo>
                </a:path>
                <a:path w="2686050" h="1504950">
                  <a:moveTo>
                    <a:pt x="1609724" y="828675"/>
                  </a:moveTo>
                  <a:lnTo>
                    <a:pt x="1504949" y="723900"/>
                  </a:lnTo>
                </a:path>
                <a:path w="2686050" h="1504950">
                  <a:moveTo>
                    <a:pt x="1504949" y="828675"/>
                  </a:moveTo>
                  <a:lnTo>
                    <a:pt x="1609724" y="723900"/>
                  </a:lnTo>
                </a:path>
                <a:path w="2686050" h="1504950">
                  <a:moveTo>
                    <a:pt x="704850" y="1123950"/>
                  </a:moveTo>
                  <a:lnTo>
                    <a:pt x="600075" y="1019175"/>
                  </a:lnTo>
                </a:path>
                <a:path w="2686050" h="1504950">
                  <a:moveTo>
                    <a:pt x="600075" y="1123950"/>
                  </a:moveTo>
                  <a:lnTo>
                    <a:pt x="704850" y="1019175"/>
                  </a:lnTo>
                </a:path>
                <a:path w="2686050" h="1504950">
                  <a:moveTo>
                    <a:pt x="2200274" y="323850"/>
                  </a:moveTo>
                  <a:lnTo>
                    <a:pt x="2095499" y="219075"/>
                  </a:lnTo>
                </a:path>
                <a:path w="2686050" h="1504950">
                  <a:moveTo>
                    <a:pt x="2095499" y="323850"/>
                  </a:moveTo>
                  <a:lnTo>
                    <a:pt x="2200274" y="219075"/>
                  </a:lnTo>
                </a:path>
                <a:path w="2686050" h="1504950">
                  <a:moveTo>
                    <a:pt x="781050" y="952500"/>
                  </a:moveTo>
                  <a:lnTo>
                    <a:pt x="676275" y="847725"/>
                  </a:lnTo>
                </a:path>
                <a:path w="2686050" h="1504950">
                  <a:moveTo>
                    <a:pt x="676275" y="952500"/>
                  </a:moveTo>
                  <a:lnTo>
                    <a:pt x="781050" y="847725"/>
                  </a:lnTo>
                </a:path>
                <a:path w="2686050" h="1504950">
                  <a:moveTo>
                    <a:pt x="657225" y="1371600"/>
                  </a:moveTo>
                  <a:lnTo>
                    <a:pt x="552450" y="1266825"/>
                  </a:lnTo>
                </a:path>
                <a:path w="2686050" h="1504950">
                  <a:moveTo>
                    <a:pt x="552450" y="1371600"/>
                  </a:moveTo>
                  <a:lnTo>
                    <a:pt x="657225" y="1266825"/>
                  </a:lnTo>
                </a:path>
                <a:path w="2686050" h="1504950">
                  <a:moveTo>
                    <a:pt x="2647949" y="104775"/>
                  </a:moveTo>
                  <a:lnTo>
                    <a:pt x="2543174" y="0"/>
                  </a:lnTo>
                </a:path>
                <a:path w="2686050" h="1504950">
                  <a:moveTo>
                    <a:pt x="2543174" y="104775"/>
                  </a:moveTo>
                  <a:lnTo>
                    <a:pt x="2647949" y="0"/>
                  </a:lnTo>
                </a:path>
                <a:path w="2686050" h="1504950">
                  <a:moveTo>
                    <a:pt x="1428749" y="1152525"/>
                  </a:moveTo>
                  <a:lnTo>
                    <a:pt x="1323975" y="1047750"/>
                  </a:lnTo>
                </a:path>
                <a:path w="2686050" h="1504950">
                  <a:moveTo>
                    <a:pt x="1323975" y="1152525"/>
                  </a:moveTo>
                  <a:lnTo>
                    <a:pt x="1428749" y="1047750"/>
                  </a:lnTo>
                </a:path>
                <a:path w="2686050" h="1504950">
                  <a:moveTo>
                    <a:pt x="1600199" y="1143000"/>
                  </a:moveTo>
                  <a:lnTo>
                    <a:pt x="1495424" y="1038225"/>
                  </a:lnTo>
                </a:path>
                <a:path w="2686050" h="1504950">
                  <a:moveTo>
                    <a:pt x="1495424" y="1143000"/>
                  </a:moveTo>
                  <a:lnTo>
                    <a:pt x="1600199" y="1038225"/>
                  </a:lnTo>
                </a:path>
                <a:path w="2686050" h="1504950">
                  <a:moveTo>
                    <a:pt x="1190625" y="1190625"/>
                  </a:moveTo>
                  <a:lnTo>
                    <a:pt x="1085850" y="1085850"/>
                  </a:lnTo>
                </a:path>
                <a:path w="2686050" h="1504950">
                  <a:moveTo>
                    <a:pt x="1085850" y="1190625"/>
                  </a:moveTo>
                  <a:lnTo>
                    <a:pt x="1190625" y="1085850"/>
                  </a:lnTo>
                </a:path>
                <a:path w="2686050" h="1504950">
                  <a:moveTo>
                    <a:pt x="1714499" y="1123950"/>
                  </a:moveTo>
                  <a:lnTo>
                    <a:pt x="1609724" y="1019175"/>
                  </a:lnTo>
                </a:path>
                <a:path w="2686050" h="1504950">
                  <a:moveTo>
                    <a:pt x="1609724" y="1123950"/>
                  </a:moveTo>
                  <a:lnTo>
                    <a:pt x="1714499" y="1019175"/>
                  </a:lnTo>
                </a:path>
                <a:path w="2686050" h="1504950">
                  <a:moveTo>
                    <a:pt x="457200" y="1162050"/>
                  </a:moveTo>
                  <a:lnTo>
                    <a:pt x="352425" y="1057275"/>
                  </a:lnTo>
                </a:path>
                <a:path w="2686050" h="1504950">
                  <a:moveTo>
                    <a:pt x="352425" y="1162050"/>
                  </a:moveTo>
                  <a:lnTo>
                    <a:pt x="457200" y="1057275"/>
                  </a:lnTo>
                </a:path>
                <a:path w="2686050" h="1504950">
                  <a:moveTo>
                    <a:pt x="981075" y="257175"/>
                  </a:moveTo>
                  <a:lnTo>
                    <a:pt x="876300" y="152400"/>
                  </a:lnTo>
                </a:path>
                <a:path w="2686050" h="1504950">
                  <a:moveTo>
                    <a:pt x="876300" y="257175"/>
                  </a:moveTo>
                  <a:lnTo>
                    <a:pt x="981075" y="152400"/>
                  </a:lnTo>
                </a:path>
                <a:path w="2686050" h="1504950">
                  <a:moveTo>
                    <a:pt x="2533649" y="238125"/>
                  </a:moveTo>
                  <a:lnTo>
                    <a:pt x="2428874" y="133350"/>
                  </a:lnTo>
                </a:path>
                <a:path w="2686050" h="1504950">
                  <a:moveTo>
                    <a:pt x="2428874" y="238125"/>
                  </a:moveTo>
                  <a:lnTo>
                    <a:pt x="2533649" y="133350"/>
                  </a:lnTo>
                </a:path>
                <a:path w="2686050" h="1504950">
                  <a:moveTo>
                    <a:pt x="2057399" y="219075"/>
                  </a:moveTo>
                  <a:lnTo>
                    <a:pt x="1952624" y="114300"/>
                  </a:lnTo>
                </a:path>
                <a:path w="2686050" h="1504950">
                  <a:moveTo>
                    <a:pt x="1952624" y="219075"/>
                  </a:moveTo>
                  <a:lnTo>
                    <a:pt x="2057399" y="114300"/>
                  </a:lnTo>
                </a:path>
                <a:path w="2686050" h="1504950">
                  <a:moveTo>
                    <a:pt x="2686049" y="952500"/>
                  </a:moveTo>
                  <a:lnTo>
                    <a:pt x="2581274" y="847725"/>
                  </a:lnTo>
                </a:path>
                <a:path w="2686050" h="1504950">
                  <a:moveTo>
                    <a:pt x="2581274" y="952500"/>
                  </a:moveTo>
                  <a:lnTo>
                    <a:pt x="2686049" y="847725"/>
                  </a:lnTo>
                </a:path>
                <a:path w="2686050" h="1504950">
                  <a:moveTo>
                    <a:pt x="1533524" y="742950"/>
                  </a:moveTo>
                  <a:lnTo>
                    <a:pt x="1428749" y="638175"/>
                  </a:lnTo>
                </a:path>
                <a:path w="2686050" h="1504950">
                  <a:moveTo>
                    <a:pt x="1428749" y="742950"/>
                  </a:moveTo>
                  <a:lnTo>
                    <a:pt x="1533524" y="638175"/>
                  </a:lnTo>
                </a:path>
                <a:path w="2686050" h="1504950">
                  <a:moveTo>
                    <a:pt x="314325" y="1504950"/>
                  </a:moveTo>
                  <a:lnTo>
                    <a:pt x="209550" y="1400175"/>
                  </a:lnTo>
                </a:path>
                <a:path w="2686050" h="1504950">
                  <a:moveTo>
                    <a:pt x="209550" y="1504950"/>
                  </a:moveTo>
                  <a:lnTo>
                    <a:pt x="314325" y="1400175"/>
                  </a:lnTo>
                </a:path>
                <a:path w="2686050" h="1504950">
                  <a:moveTo>
                    <a:pt x="1828799" y="885825"/>
                  </a:moveTo>
                  <a:lnTo>
                    <a:pt x="1724024" y="781050"/>
                  </a:lnTo>
                </a:path>
                <a:path w="2686050" h="1504950">
                  <a:moveTo>
                    <a:pt x="1724024" y="885825"/>
                  </a:moveTo>
                  <a:lnTo>
                    <a:pt x="1828799" y="781050"/>
                  </a:lnTo>
                </a:path>
                <a:path w="2686050" h="1504950">
                  <a:moveTo>
                    <a:pt x="1495424" y="1009650"/>
                  </a:moveTo>
                  <a:lnTo>
                    <a:pt x="1390649" y="904875"/>
                  </a:lnTo>
                </a:path>
                <a:path w="2686050" h="1504950">
                  <a:moveTo>
                    <a:pt x="1390649" y="1009650"/>
                  </a:moveTo>
                  <a:lnTo>
                    <a:pt x="1495424" y="904875"/>
                  </a:lnTo>
                </a:path>
                <a:path w="2686050" h="1504950">
                  <a:moveTo>
                    <a:pt x="952500" y="1162050"/>
                  </a:moveTo>
                  <a:lnTo>
                    <a:pt x="847725" y="1057275"/>
                  </a:lnTo>
                </a:path>
                <a:path w="2686050" h="1504950">
                  <a:moveTo>
                    <a:pt x="847725" y="1162050"/>
                  </a:moveTo>
                  <a:lnTo>
                    <a:pt x="952500" y="1057275"/>
                  </a:lnTo>
                </a:path>
                <a:path w="2686050" h="1504950">
                  <a:moveTo>
                    <a:pt x="666750" y="1247775"/>
                  </a:moveTo>
                  <a:lnTo>
                    <a:pt x="561975" y="1143000"/>
                  </a:lnTo>
                </a:path>
                <a:path w="2686050" h="1504950">
                  <a:moveTo>
                    <a:pt x="561975" y="1247775"/>
                  </a:moveTo>
                  <a:lnTo>
                    <a:pt x="666750" y="1143000"/>
                  </a:lnTo>
                </a:path>
                <a:path w="2686050" h="1504950">
                  <a:moveTo>
                    <a:pt x="1962149" y="762000"/>
                  </a:moveTo>
                  <a:lnTo>
                    <a:pt x="1857374" y="657225"/>
                  </a:lnTo>
                </a:path>
                <a:path w="2686050" h="1504950">
                  <a:moveTo>
                    <a:pt x="1857374" y="762000"/>
                  </a:moveTo>
                  <a:lnTo>
                    <a:pt x="1962149" y="657225"/>
                  </a:lnTo>
                </a:path>
                <a:path w="2686050" h="1504950">
                  <a:moveTo>
                    <a:pt x="2000249" y="1009650"/>
                  </a:moveTo>
                  <a:lnTo>
                    <a:pt x="1895474" y="904875"/>
                  </a:lnTo>
                </a:path>
                <a:path w="2686050" h="1504950">
                  <a:moveTo>
                    <a:pt x="1895474" y="1009650"/>
                  </a:moveTo>
                  <a:lnTo>
                    <a:pt x="2000249" y="904875"/>
                  </a:lnTo>
                </a:path>
                <a:path w="2686050" h="1504950">
                  <a:moveTo>
                    <a:pt x="1276350" y="666750"/>
                  </a:moveTo>
                  <a:lnTo>
                    <a:pt x="1171575" y="561975"/>
                  </a:lnTo>
                </a:path>
                <a:path w="2686050" h="1504950">
                  <a:moveTo>
                    <a:pt x="1171575" y="666750"/>
                  </a:moveTo>
                  <a:lnTo>
                    <a:pt x="1276350" y="561975"/>
                  </a:lnTo>
                </a:path>
                <a:path w="2686050" h="1504950">
                  <a:moveTo>
                    <a:pt x="2114549" y="828675"/>
                  </a:moveTo>
                  <a:lnTo>
                    <a:pt x="2009774" y="723900"/>
                  </a:lnTo>
                </a:path>
                <a:path w="2686050" h="1504950">
                  <a:moveTo>
                    <a:pt x="2009774" y="828675"/>
                  </a:moveTo>
                  <a:lnTo>
                    <a:pt x="2114549" y="723900"/>
                  </a:lnTo>
                </a:path>
                <a:path w="2686050" h="1504950">
                  <a:moveTo>
                    <a:pt x="2590799" y="895350"/>
                  </a:moveTo>
                  <a:lnTo>
                    <a:pt x="2486024" y="790575"/>
                  </a:lnTo>
                </a:path>
                <a:path w="2686050" h="1504950">
                  <a:moveTo>
                    <a:pt x="2486024" y="895350"/>
                  </a:moveTo>
                  <a:lnTo>
                    <a:pt x="2590799" y="790575"/>
                  </a:lnTo>
                </a:path>
                <a:path w="2686050" h="1504950">
                  <a:moveTo>
                    <a:pt x="609600" y="962025"/>
                  </a:moveTo>
                  <a:lnTo>
                    <a:pt x="504825" y="857250"/>
                  </a:lnTo>
                </a:path>
                <a:path w="2686050" h="1504950">
                  <a:moveTo>
                    <a:pt x="504825" y="962025"/>
                  </a:moveTo>
                  <a:lnTo>
                    <a:pt x="609600" y="857250"/>
                  </a:lnTo>
                </a:path>
                <a:path w="2686050" h="1504950">
                  <a:moveTo>
                    <a:pt x="104775" y="1457325"/>
                  </a:moveTo>
                  <a:lnTo>
                    <a:pt x="0" y="1352550"/>
                  </a:lnTo>
                </a:path>
                <a:path w="2686050" h="1504950">
                  <a:moveTo>
                    <a:pt x="0" y="1457325"/>
                  </a:moveTo>
                  <a:lnTo>
                    <a:pt x="104775" y="1352550"/>
                  </a:lnTo>
                </a:path>
                <a:path w="2686050" h="1504950">
                  <a:moveTo>
                    <a:pt x="1552574" y="952500"/>
                  </a:moveTo>
                  <a:lnTo>
                    <a:pt x="1447799" y="847725"/>
                  </a:lnTo>
                </a:path>
                <a:path w="2686050" h="1504950">
                  <a:moveTo>
                    <a:pt x="1447799" y="952500"/>
                  </a:moveTo>
                  <a:lnTo>
                    <a:pt x="1552574" y="847725"/>
                  </a:lnTo>
                </a:path>
                <a:path w="2686050" h="1504950">
                  <a:moveTo>
                    <a:pt x="609600" y="1209675"/>
                  </a:moveTo>
                  <a:lnTo>
                    <a:pt x="504825" y="1104900"/>
                  </a:lnTo>
                </a:path>
                <a:path w="2686050" h="1504950">
                  <a:moveTo>
                    <a:pt x="504825" y="1209675"/>
                  </a:moveTo>
                  <a:lnTo>
                    <a:pt x="609600" y="1104900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646301" y="218186"/>
            <a:ext cx="293751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/>
              <a:t>House</a:t>
            </a:r>
            <a:r>
              <a:rPr sz="2000" spc="-50" dirty="0"/>
              <a:t> </a:t>
            </a:r>
            <a:r>
              <a:rPr sz="2000" dirty="0"/>
              <a:t>sizes</a:t>
            </a:r>
            <a:r>
              <a:rPr sz="2000" spc="-40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prices</a:t>
            </a:r>
            <a:endParaRPr sz="2000"/>
          </a:p>
        </p:txBody>
      </p:sp>
      <p:sp>
        <p:nvSpPr>
          <p:cNvPr id="7" name="object 7"/>
          <p:cNvSpPr txBox="1"/>
          <p:nvPr/>
        </p:nvSpPr>
        <p:spPr>
          <a:xfrm>
            <a:off x="108267" y="407987"/>
            <a:ext cx="14249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Verdana"/>
                <a:cs typeface="Verdana"/>
              </a:rPr>
              <a:t>price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</a:t>
            </a:r>
            <a:r>
              <a:rPr sz="1400" spc="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$</a:t>
            </a:r>
            <a:r>
              <a:rPr sz="1400" spc="-10" dirty="0">
                <a:latin typeface="Cambria Math"/>
                <a:cs typeface="Cambria Math"/>
              </a:rPr>
              <a:t>1000</a:t>
            </a:r>
            <a:r>
              <a:rPr sz="1400" spc="-10" dirty="0">
                <a:latin typeface="Verdana"/>
                <a:cs typeface="Verdana"/>
              </a:rPr>
              <a:t>'s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6970" y="2984267"/>
            <a:ext cx="1463040" cy="61150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655"/>
              </a:spcBef>
            </a:pPr>
            <a:r>
              <a:rPr sz="1550" spc="-20" dirty="0">
                <a:latin typeface="Cambria Math"/>
                <a:cs typeface="Cambria Math"/>
              </a:rPr>
              <a:t>2000</a:t>
            </a:r>
            <a:endParaRPr sz="155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509"/>
              </a:spcBef>
            </a:pPr>
            <a:r>
              <a:rPr sz="1400" dirty="0">
                <a:latin typeface="Verdana"/>
                <a:cs typeface="Verdana"/>
              </a:rPr>
              <a:t>size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</a:t>
            </a:r>
            <a:r>
              <a:rPr sz="1400" spc="4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feet</a:t>
            </a:r>
            <a:r>
              <a:rPr sz="1350" spc="-15" baseline="27777" dirty="0">
                <a:latin typeface="Cambria Math"/>
                <a:cs typeface="Cambria Math"/>
              </a:rPr>
              <a:t>2</a:t>
            </a:r>
            <a:endParaRPr sz="1350" baseline="27777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0369" y="2794317"/>
            <a:ext cx="1365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Cambria Math"/>
                <a:cs typeface="Cambria Math"/>
              </a:rPr>
              <a:t>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4945" y="2371407"/>
            <a:ext cx="3695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100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4945" y="1947798"/>
            <a:ext cx="36957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Cambria Math"/>
                <a:cs typeface="Cambria Math"/>
              </a:rPr>
              <a:t>200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4945" y="1525206"/>
            <a:ext cx="3695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300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4945" y="1102423"/>
            <a:ext cx="3695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400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4945" y="679386"/>
            <a:ext cx="3695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500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0400" y="3051492"/>
            <a:ext cx="1365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Cambria Math"/>
                <a:cs typeface="Cambria Math"/>
              </a:rPr>
              <a:t>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43100" y="3051492"/>
            <a:ext cx="4699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0" dirty="0">
                <a:latin typeface="Cambria Math"/>
                <a:cs typeface="Cambria Math"/>
              </a:rPr>
              <a:t>1000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46320" y="3051492"/>
            <a:ext cx="4699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0" dirty="0">
                <a:latin typeface="Cambria Math"/>
                <a:cs typeface="Cambria Math"/>
              </a:rPr>
              <a:t>3000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67376" y="823975"/>
            <a:ext cx="3828415" cy="1946275"/>
          </a:xfrm>
          <a:custGeom>
            <a:avLst/>
            <a:gdLst/>
            <a:ahLst/>
            <a:cxnLst/>
            <a:rect l="l" t="t" r="r" b="b"/>
            <a:pathLst>
              <a:path w="3828415" h="1946275">
                <a:moveTo>
                  <a:pt x="0" y="428625"/>
                </a:moveTo>
                <a:lnTo>
                  <a:pt x="3828415" y="428625"/>
                </a:lnTo>
              </a:path>
              <a:path w="3828415" h="1946275">
                <a:moveTo>
                  <a:pt x="2095500" y="1946148"/>
                </a:moveTo>
                <a:lnTo>
                  <a:pt x="20955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865744" y="1290319"/>
            <a:ext cx="396875" cy="16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latin typeface="Cambria Math"/>
                <a:cs typeface="Cambria Math"/>
              </a:rPr>
              <a:t>400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25" dirty="0">
                <a:latin typeface="Cambria Math"/>
                <a:cs typeface="Cambria Math"/>
              </a:rPr>
              <a:t>232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25" dirty="0">
                <a:latin typeface="Cambria Math"/>
                <a:cs typeface="Cambria Math"/>
              </a:rPr>
              <a:t>315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25" dirty="0">
                <a:latin typeface="Cambria Math"/>
                <a:cs typeface="Cambria Math"/>
              </a:rPr>
              <a:t>178</a:t>
            </a:r>
            <a:endParaRPr sz="1800">
              <a:latin typeface="Cambria Math"/>
              <a:cs typeface="Cambria Math"/>
            </a:endParaRPr>
          </a:p>
          <a:p>
            <a:pPr marL="107950">
              <a:lnSpc>
                <a:spcPts val="2130"/>
              </a:lnSpc>
              <a:spcBef>
                <a:spcPts val="20"/>
              </a:spcBef>
            </a:pPr>
            <a:r>
              <a:rPr sz="1800" spc="925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0"/>
              </a:lnSpc>
            </a:pPr>
            <a:r>
              <a:rPr sz="1800" spc="-25" dirty="0">
                <a:latin typeface="Cambria Math"/>
                <a:cs typeface="Cambria Math"/>
              </a:rPr>
              <a:t>870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57951" y="1318577"/>
            <a:ext cx="521970" cy="167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2104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20" dirty="0">
                <a:latin typeface="Cambria Math"/>
                <a:cs typeface="Cambria Math"/>
              </a:rPr>
              <a:t>1416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20" dirty="0">
                <a:latin typeface="Cambria Math"/>
                <a:cs typeface="Cambria Math"/>
              </a:rPr>
              <a:t>1534</a:t>
            </a:r>
            <a:endParaRPr sz="1800">
              <a:latin typeface="Cambria Math"/>
              <a:cs typeface="Cambria Math"/>
            </a:endParaRPr>
          </a:p>
          <a:p>
            <a:pPr marL="69850">
              <a:lnSpc>
                <a:spcPct val="100000"/>
              </a:lnSpc>
              <a:spcBef>
                <a:spcPts val="20"/>
              </a:spcBef>
            </a:pPr>
            <a:r>
              <a:rPr sz="1800" spc="-25" dirty="0">
                <a:latin typeface="Cambria Math"/>
                <a:cs typeface="Cambria Math"/>
              </a:rPr>
              <a:t>852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ts val="2130"/>
              </a:lnSpc>
              <a:spcBef>
                <a:spcPts val="20"/>
              </a:spcBef>
            </a:pPr>
            <a:r>
              <a:rPr sz="1800" spc="925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ts val="2130"/>
              </a:lnSpc>
            </a:pPr>
            <a:r>
              <a:rPr sz="1800" spc="-20" dirty="0">
                <a:latin typeface="Cambria Math"/>
                <a:cs typeface="Cambria Math"/>
              </a:rPr>
              <a:t>3210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88710" y="418782"/>
            <a:ext cx="3155315" cy="7448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Verdana"/>
                <a:cs typeface="Verdana"/>
              </a:rPr>
              <a:t>Data</a:t>
            </a:r>
            <a:r>
              <a:rPr sz="1550" spc="110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table</a:t>
            </a:r>
            <a:endParaRPr sz="15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550">
              <a:latin typeface="Verdana"/>
              <a:cs typeface="Verdana"/>
            </a:endParaRPr>
          </a:p>
          <a:p>
            <a:pPr marL="12700" algn="ctr">
              <a:lnSpc>
                <a:spcPct val="100000"/>
              </a:lnSpc>
              <a:tabLst>
                <a:tab pos="1652905" algn="l"/>
              </a:tabLst>
            </a:pPr>
            <a:r>
              <a:rPr sz="2100" baseline="1984" dirty="0">
                <a:latin typeface="Verdana"/>
                <a:cs typeface="Verdana"/>
              </a:rPr>
              <a:t>size</a:t>
            </a:r>
            <a:r>
              <a:rPr sz="2100" spc="-97" baseline="1984" dirty="0">
                <a:latin typeface="Verdana"/>
                <a:cs typeface="Verdana"/>
              </a:rPr>
              <a:t> </a:t>
            </a:r>
            <a:r>
              <a:rPr sz="2100" baseline="1984" dirty="0">
                <a:latin typeface="Verdana"/>
                <a:cs typeface="Verdana"/>
              </a:rPr>
              <a:t>in</a:t>
            </a:r>
            <a:r>
              <a:rPr sz="2100" spc="67" baseline="1984" dirty="0">
                <a:latin typeface="Verdana"/>
                <a:cs typeface="Verdana"/>
              </a:rPr>
              <a:t> </a:t>
            </a:r>
            <a:r>
              <a:rPr sz="2100" spc="-30" baseline="1984" dirty="0">
                <a:latin typeface="Verdana"/>
                <a:cs typeface="Verdana"/>
              </a:rPr>
              <a:t>feet</a:t>
            </a:r>
            <a:r>
              <a:rPr sz="1350" spc="-30" baseline="30864" dirty="0">
                <a:latin typeface="Cambria Math"/>
                <a:cs typeface="Cambria Math"/>
              </a:rPr>
              <a:t>2</a:t>
            </a:r>
            <a:r>
              <a:rPr sz="1350" baseline="30864" dirty="0">
                <a:latin typeface="Cambria Math"/>
                <a:cs typeface="Cambria Math"/>
              </a:rPr>
              <a:t>	</a:t>
            </a:r>
            <a:r>
              <a:rPr sz="1400" dirty="0">
                <a:latin typeface="Verdana"/>
                <a:cs typeface="Verdana"/>
              </a:rPr>
              <a:t>price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</a:t>
            </a:r>
            <a:r>
              <a:rPr sz="1400" spc="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$</a:t>
            </a:r>
            <a:r>
              <a:rPr sz="1400" spc="-10" dirty="0">
                <a:latin typeface="Cambria Math"/>
                <a:cs typeface="Cambria Math"/>
              </a:rPr>
              <a:t>1000</a:t>
            </a:r>
            <a:r>
              <a:rPr sz="1400" spc="-10" dirty="0">
                <a:latin typeface="Verdana"/>
                <a:cs typeface="Verdana"/>
              </a:rPr>
              <a:t>'s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087" y="170306"/>
            <a:ext cx="160725" cy="21717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2326" y="1244472"/>
            <a:ext cx="3183381" cy="167881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2111" y="3579748"/>
            <a:ext cx="4503623" cy="472909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576148" y="891286"/>
            <a:ext cx="4426585" cy="2156460"/>
            <a:chOff x="576148" y="891286"/>
            <a:chExt cx="4426585" cy="2156460"/>
          </a:xfrm>
        </p:grpSpPr>
        <p:sp>
          <p:nvSpPr>
            <p:cNvPr id="26" name="object 26"/>
            <p:cNvSpPr/>
            <p:nvPr/>
          </p:nvSpPr>
          <p:spPr>
            <a:xfrm>
              <a:off x="1808098" y="907161"/>
              <a:ext cx="3178810" cy="1511300"/>
            </a:xfrm>
            <a:custGeom>
              <a:avLst/>
              <a:gdLst/>
              <a:ahLst/>
              <a:cxnLst/>
              <a:rect l="l" t="t" r="r" b="b"/>
              <a:pathLst>
                <a:path w="3178810" h="1511300">
                  <a:moveTo>
                    <a:pt x="0" y="1511045"/>
                  </a:moveTo>
                  <a:lnTo>
                    <a:pt x="3178429" y="0"/>
                  </a:lnTo>
                </a:path>
              </a:pathLst>
            </a:custGeom>
            <a:ln w="3175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87775" y="2881375"/>
              <a:ext cx="46862" cy="16636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9057" y="2620899"/>
              <a:ext cx="534420" cy="23698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148" y="1204976"/>
              <a:ext cx="248132" cy="6184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8520" y="917702"/>
              <a:ext cx="433592" cy="21894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37128" y="1109249"/>
              <a:ext cx="451866" cy="37207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49526" y="2449575"/>
              <a:ext cx="215900" cy="206375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872" y="749934"/>
            <a:ext cx="160879" cy="2260600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5603621" y="780923"/>
            <a:ext cx="3171825" cy="146050"/>
            <a:chOff x="5603621" y="780923"/>
            <a:chExt cx="3171825" cy="146050"/>
          </a:xfrm>
        </p:grpSpPr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03621" y="783717"/>
              <a:ext cx="1361571" cy="1189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19848" y="780923"/>
              <a:ext cx="1355471" cy="146050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5244" y="619061"/>
            <a:ext cx="1473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" dirty="0">
                <a:latin typeface="Cambria Math"/>
                <a:cs typeface="Cambria Math"/>
              </a:rPr>
              <a:t>x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2327" y="886142"/>
            <a:ext cx="11125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Verdana"/>
                <a:cs typeface="Verdana"/>
              </a:rPr>
              <a:t>size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</a:t>
            </a:r>
            <a:r>
              <a:rPr sz="1400" spc="4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feet</a:t>
            </a:r>
            <a:r>
              <a:rPr sz="1350" spc="-30" baseline="27777" dirty="0">
                <a:latin typeface="Cambria Math"/>
                <a:cs typeface="Cambria Math"/>
              </a:rPr>
              <a:t>2</a:t>
            </a:r>
            <a:endParaRPr sz="1350" baseline="27777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0104" y="635317"/>
            <a:ext cx="1425575" cy="51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45" algn="ctr">
              <a:lnSpc>
                <a:spcPts val="2145"/>
              </a:lnSpc>
              <a:spcBef>
                <a:spcPts val="100"/>
              </a:spcBef>
            </a:pPr>
            <a:r>
              <a:rPr sz="1800" spc="40" dirty="0">
                <a:latin typeface="Cambria Math"/>
                <a:cs typeface="Cambria Math"/>
              </a:rPr>
              <a:t>y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ts val="1664"/>
              </a:lnSpc>
            </a:pPr>
            <a:r>
              <a:rPr sz="1400" dirty="0">
                <a:latin typeface="Verdana"/>
                <a:cs typeface="Verdana"/>
              </a:rPr>
              <a:t>price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</a:t>
            </a:r>
            <a:r>
              <a:rPr sz="1400" spc="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$</a:t>
            </a:r>
            <a:r>
              <a:rPr sz="1400" spc="-10" dirty="0">
                <a:latin typeface="Cambria Math"/>
                <a:cs typeface="Cambria Math"/>
              </a:rPr>
              <a:t>1000</a:t>
            </a:r>
            <a:r>
              <a:rPr sz="1400" spc="-10" dirty="0">
                <a:latin typeface="Verdana"/>
                <a:cs typeface="Verdana"/>
              </a:rPr>
              <a:t>'s</a:t>
            </a:r>
            <a:endParaRPr sz="14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9562" y="1233550"/>
          <a:ext cx="3828414" cy="1731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1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2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995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spc="-25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1964"/>
                        </a:lnSpc>
                        <a:spcBef>
                          <a:spcPts val="620"/>
                        </a:spcBef>
                      </a:pPr>
                      <a:r>
                        <a:rPr sz="1800" spc="-20" dirty="0">
                          <a:latin typeface="Cambria Math"/>
                          <a:cs typeface="Cambria Math"/>
                        </a:rPr>
                        <a:t>2104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208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400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5080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985">
                        <a:lnSpc>
                          <a:spcPts val="2039"/>
                        </a:lnSpc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spc="-2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1964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mbria Math"/>
                          <a:cs typeface="Cambria Math"/>
                        </a:rPr>
                        <a:t>1416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132080" algn="ctr">
                        <a:lnSpc>
                          <a:spcPts val="2055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232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marL="6985">
                        <a:lnSpc>
                          <a:spcPts val="2039"/>
                        </a:lnSpc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spc="-2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1964"/>
                        </a:lnSpc>
                        <a:spcBef>
                          <a:spcPts val="115"/>
                        </a:spcBef>
                      </a:pPr>
                      <a:r>
                        <a:rPr sz="1800" spc="-20" dirty="0">
                          <a:latin typeface="Cambria Math"/>
                          <a:cs typeface="Cambria Math"/>
                        </a:rPr>
                        <a:t>1534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14605" marB="0"/>
                </a:tc>
                <a:tc>
                  <a:txBody>
                    <a:bodyPr/>
                    <a:lstStyle/>
                    <a:p>
                      <a:pPr marR="132080" algn="ctr">
                        <a:lnSpc>
                          <a:spcPts val="2055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315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985">
                        <a:lnSpc>
                          <a:spcPts val="2039"/>
                        </a:lnSpc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spc="-25" dirty="0">
                          <a:latin typeface="Cambria Math"/>
                          <a:cs typeface="Cambria Math"/>
                        </a:rPr>
                        <a:t>4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1964"/>
                        </a:lnSpc>
                        <a:spcBef>
                          <a:spcPts val="11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852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14605" marB="0"/>
                </a:tc>
                <a:tc>
                  <a:txBody>
                    <a:bodyPr/>
                    <a:lstStyle/>
                    <a:p>
                      <a:pPr marR="132080" algn="ctr">
                        <a:lnSpc>
                          <a:spcPts val="2055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178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6985">
                        <a:lnSpc>
                          <a:spcPts val="2039"/>
                        </a:lnSpc>
                      </a:pPr>
                      <a:r>
                        <a:rPr sz="1800" spc="775" dirty="0">
                          <a:latin typeface="Verdana"/>
                          <a:cs typeface="Verdana"/>
                        </a:rPr>
                        <a:t>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930"/>
                        </a:lnSpc>
                        <a:spcBef>
                          <a:spcPts val="110"/>
                        </a:spcBef>
                      </a:pPr>
                      <a:r>
                        <a:rPr sz="1800" spc="925" dirty="0">
                          <a:latin typeface="Cambria Math"/>
                          <a:cs typeface="Cambria Math"/>
                        </a:rPr>
                        <a:t>.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140335" algn="ctr">
                        <a:lnSpc>
                          <a:spcPts val="2045"/>
                        </a:lnSpc>
                      </a:pPr>
                      <a:r>
                        <a:rPr sz="1800" spc="925" dirty="0">
                          <a:latin typeface="Cambria Math"/>
                          <a:cs typeface="Cambria Math"/>
                        </a:rPr>
                        <a:t>.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6985">
                        <a:lnSpc>
                          <a:spcPts val="2000"/>
                        </a:lnSpc>
                      </a:pPr>
                      <a:r>
                        <a:rPr sz="1800" spc="-20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spc="-20" dirty="0">
                          <a:latin typeface="Cambria Math"/>
                          <a:cs typeface="Cambria Math"/>
                        </a:rPr>
                        <a:t>47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100"/>
                        </a:lnSpc>
                        <a:spcBef>
                          <a:spcPts val="75"/>
                        </a:spcBef>
                      </a:pPr>
                      <a:r>
                        <a:rPr sz="1800" spc="-20" dirty="0">
                          <a:latin typeface="Cambria Math"/>
                          <a:cs typeface="Cambria Math"/>
                        </a:rPr>
                        <a:t>3210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32080" algn="ctr">
                        <a:lnSpc>
                          <a:spcPts val="2014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870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405126" y="804926"/>
            <a:ext cx="0" cy="1946275"/>
          </a:xfrm>
          <a:custGeom>
            <a:avLst/>
            <a:gdLst/>
            <a:ahLst/>
            <a:cxnLst/>
            <a:rect l="l" t="t" r="r" b="b"/>
            <a:pathLst>
              <a:path h="1946275">
                <a:moveTo>
                  <a:pt x="0" y="194614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02884" y="394906"/>
            <a:ext cx="3555365" cy="165988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440"/>
              </a:spcBef>
            </a:pPr>
            <a:r>
              <a:rPr sz="1550" spc="-10" dirty="0">
                <a:latin typeface="Verdana"/>
                <a:cs typeface="Verdana"/>
              </a:rPr>
              <a:t>Notation:</a:t>
            </a:r>
            <a:endParaRPr sz="1550">
              <a:latin typeface="Verdana"/>
              <a:cs typeface="Verdana"/>
            </a:endParaRPr>
          </a:p>
          <a:p>
            <a:pPr marL="44450">
              <a:lnSpc>
                <a:spcPct val="100000"/>
              </a:lnSpc>
              <a:spcBef>
                <a:spcPts val="350"/>
              </a:spcBef>
            </a:pPr>
            <a:r>
              <a:rPr sz="1550" spc="80" dirty="0">
                <a:latin typeface="Cambria Math"/>
                <a:cs typeface="Cambria Math"/>
              </a:rPr>
              <a:t>x</a:t>
            </a:r>
            <a:r>
              <a:rPr sz="1550" spc="459" dirty="0">
                <a:latin typeface="Cambria Math"/>
                <a:cs typeface="Cambria Math"/>
              </a:rPr>
              <a:t> </a:t>
            </a:r>
            <a:r>
              <a:rPr sz="1550" dirty="0">
                <a:latin typeface="Verdana"/>
                <a:cs typeface="Verdana"/>
              </a:rPr>
              <a:t>=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"input"</a:t>
            </a:r>
            <a:r>
              <a:rPr sz="1550" spc="17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variable</a:t>
            </a:r>
            <a:endParaRPr sz="1550">
              <a:latin typeface="Verdana"/>
              <a:cs typeface="Verdana"/>
            </a:endParaRPr>
          </a:p>
          <a:p>
            <a:pPr marL="554990">
              <a:lnSpc>
                <a:spcPct val="100000"/>
              </a:lnSpc>
              <a:spcBef>
                <a:spcPts val="140"/>
              </a:spcBef>
            </a:pPr>
            <a:r>
              <a:rPr sz="1550" spc="-10" dirty="0">
                <a:latin typeface="Verdana"/>
                <a:cs typeface="Verdana"/>
              </a:rPr>
              <a:t>feature</a:t>
            </a:r>
            <a:endParaRPr sz="1550">
              <a:latin typeface="Verdana"/>
              <a:cs typeface="Verdana"/>
            </a:endParaRPr>
          </a:p>
          <a:p>
            <a:pPr marR="1348740" algn="r">
              <a:lnSpc>
                <a:spcPts val="1860"/>
              </a:lnSpc>
              <a:spcBef>
                <a:spcPts val="434"/>
              </a:spcBef>
            </a:pPr>
            <a:r>
              <a:rPr sz="2325" spc="157" baseline="7168" dirty="0">
                <a:latin typeface="Cambria Math"/>
                <a:cs typeface="Cambria Math"/>
              </a:rPr>
              <a:t>y</a:t>
            </a:r>
            <a:r>
              <a:rPr sz="2325" spc="127" baseline="7168" dirty="0">
                <a:latin typeface="Cambria Math"/>
                <a:cs typeface="Cambria Math"/>
              </a:rPr>
              <a:t>  </a:t>
            </a:r>
            <a:r>
              <a:rPr sz="2325" baseline="7168" dirty="0">
                <a:latin typeface="Cambria Math"/>
                <a:cs typeface="Cambria Math"/>
              </a:rPr>
              <a:t>=</a:t>
            </a:r>
            <a:r>
              <a:rPr sz="2325" spc="262" baseline="7168" dirty="0">
                <a:latin typeface="Cambria Math"/>
                <a:cs typeface="Cambria Math"/>
              </a:rPr>
              <a:t> </a:t>
            </a:r>
            <a:r>
              <a:rPr sz="1550" dirty="0">
                <a:latin typeface="Verdana"/>
                <a:cs typeface="Verdana"/>
              </a:rPr>
              <a:t>"output"</a:t>
            </a:r>
            <a:r>
              <a:rPr sz="1550" spc="16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variable</a:t>
            </a:r>
            <a:endParaRPr sz="1550">
              <a:latin typeface="Verdana"/>
              <a:cs typeface="Verdana"/>
            </a:endParaRPr>
          </a:p>
          <a:p>
            <a:pPr marR="1395730" algn="r">
              <a:lnSpc>
                <a:spcPts val="1860"/>
              </a:lnSpc>
            </a:pPr>
            <a:r>
              <a:rPr sz="1550" dirty="0">
                <a:latin typeface="Verdana"/>
                <a:cs typeface="Verdana"/>
              </a:rPr>
              <a:t>"target"</a:t>
            </a:r>
            <a:r>
              <a:rPr sz="1550" spc="16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variable</a:t>
            </a:r>
            <a:endParaRPr sz="1550">
              <a:latin typeface="Verdana"/>
              <a:cs typeface="Verdana"/>
            </a:endParaRPr>
          </a:p>
          <a:p>
            <a:pPr marL="90170">
              <a:lnSpc>
                <a:spcPct val="100000"/>
              </a:lnSpc>
              <a:spcBef>
                <a:spcPts val="440"/>
              </a:spcBef>
            </a:pPr>
            <a:r>
              <a:rPr sz="1550" dirty="0">
                <a:latin typeface="Cambria Math"/>
                <a:cs typeface="Cambria Math"/>
              </a:rPr>
              <a:t>m</a:t>
            </a:r>
            <a:r>
              <a:rPr sz="1550" spc="235" dirty="0">
                <a:latin typeface="Cambria Math"/>
                <a:cs typeface="Cambria Math"/>
              </a:rPr>
              <a:t> </a:t>
            </a:r>
            <a:r>
              <a:rPr sz="1550" dirty="0">
                <a:latin typeface="Verdana"/>
                <a:cs typeface="Verdana"/>
              </a:rPr>
              <a:t>=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number</a:t>
            </a:r>
            <a:r>
              <a:rPr sz="1550" spc="24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training</a:t>
            </a:r>
            <a:r>
              <a:rPr sz="1550" spc="15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examples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5451" y="2287587"/>
            <a:ext cx="26377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Verdana"/>
                <a:cs typeface="Verdana"/>
              </a:rPr>
              <a:t>=</a:t>
            </a:r>
            <a:r>
              <a:rPr sz="1550" spc="8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single</a:t>
            </a:r>
            <a:r>
              <a:rPr sz="1550" spc="1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training</a:t>
            </a:r>
            <a:r>
              <a:rPr sz="1550" spc="17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example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2709" y="3463226"/>
            <a:ext cx="32245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70" dirty="0">
                <a:latin typeface="Cambria Math"/>
                <a:cs typeface="Cambria Math"/>
              </a:rPr>
              <a:t>(x</a:t>
            </a:r>
            <a:r>
              <a:rPr sz="1650" spc="104" baseline="30303" dirty="0">
                <a:latin typeface="Cambria Math"/>
                <a:cs typeface="Cambria Math"/>
              </a:rPr>
              <a:t>(i)</a:t>
            </a:r>
            <a:r>
              <a:rPr sz="1550" spc="70" dirty="0">
                <a:latin typeface="Cambria Math"/>
                <a:cs typeface="Cambria Math"/>
              </a:rPr>
              <a:t>,</a:t>
            </a:r>
            <a:r>
              <a:rPr sz="1550" spc="-45" dirty="0">
                <a:latin typeface="Cambria Math"/>
                <a:cs typeface="Cambria Math"/>
              </a:rPr>
              <a:t> </a:t>
            </a:r>
            <a:r>
              <a:rPr sz="1550" spc="90" dirty="0">
                <a:latin typeface="Cambria Math"/>
                <a:cs typeface="Cambria Math"/>
              </a:rPr>
              <a:t>y</a:t>
            </a:r>
            <a:r>
              <a:rPr sz="1650" spc="135" baseline="30303" dirty="0">
                <a:latin typeface="Cambria Math"/>
                <a:cs typeface="Cambria Math"/>
              </a:rPr>
              <a:t>(i)</a:t>
            </a:r>
            <a:r>
              <a:rPr sz="1550" spc="90" dirty="0">
                <a:latin typeface="Cambria Math"/>
                <a:cs typeface="Cambria Math"/>
              </a:rPr>
              <a:t>)</a:t>
            </a:r>
            <a:r>
              <a:rPr sz="1550" spc="240" dirty="0">
                <a:latin typeface="Cambria Math"/>
                <a:cs typeface="Cambria Math"/>
              </a:rPr>
              <a:t> </a:t>
            </a:r>
            <a:r>
              <a:rPr sz="1550" dirty="0">
                <a:latin typeface="Verdana"/>
                <a:cs typeface="Verdana"/>
              </a:rPr>
              <a:t>=</a:t>
            </a:r>
            <a:r>
              <a:rPr sz="1550" spc="90" dirty="0">
                <a:latin typeface="Verdana"/>
                <a:cs typeface="Verdana"/>
              </a:rPr>
              <a:t> </a:t>
            </a:r>
            <a:r>
              <a:rPr sz="1550" dirty="0">
                <a:latin typeface="Cambria Math"/>
                <a:cs typeface="Cambria Math"/>
              </a:rPr>
              <a:t>i</a:t>
            </a:r>
            <a:r>
              <a:rPr sz="1575" baseline="23809" dirty="0">
                <a:latin typeface="Verdana"/>
                <a:cs typeface="Verdana"/>
              </a:rPr>
              <a:t>th</a:t>
            </a:r>
            <a:r>
              <a:rPr sz="1575" spc="442" baseline="23809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training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example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8950" y="3944937"/>
            <a:ext cx="140652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00" spc="97" baseline="-9722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sz="2250" spc="97" baseline="14814" dirty="0">
                <a:solidFill>
                  <a:srgbClr val="0096FF"/>
                </a:solidFill>
                <a:latin typeface="Cambria Math"/>
                <a:cs typeface="Cambria Math"/>
              </a:rPr>
              <a:t>(2)</a:t>
            </a:r>
            <a:r>
              <a:rPr sz="2250" spc="434" baseline="14814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FF9300"/>
                </a:solidFill>
                <a:latin typeface="Cambria Math"/>
                <a:cs typeface="Cambria Math"/>
              </a:rPr>
              <a:t>=</a:t>
            </a:r>
            <a:r>
              <a:rPr sz="2000" spc="8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FF9300"/>
                </a:solidFill>
                <a:latin typeface="Cambria Math"/>
                <a:cs typeface="Cambria Math"/>
              </a:rPr>
              <a:t>1416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7594" y="1848611"/>
            <a:ext cx="166369" cy="14858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6005" y="1793748"/>
            <a:ext cx="492760" cy="22478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78246" y="2297683"/>
            <a:ext cx="94614" cy="3086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57444" y="2363977"/>
            <a:ext cx="354202" cy="2123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19719" y="2267204"/>
            <a:ext cx="278388" cy="35661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88050" y="3014217"/>
            <a:ext cx="614299" cy="434086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075194" y="3178428"/>
            <a:ext cx="142240" cy="80010"/>
          </a:xfrm>
          <a:custGeom>
            <a:avLst/>
            <a:gdLst/>
            <a:ahLst/>
            <a:cxnLst/>
            <a:rect l="l" t="t" r="r" b="b"/>
            <a:pathLst>
              <a:path w="142240" h="80010">
                <a:moveTo>
                  <a:pt x="109994" y="5588"/>
                </a:moveTo>
                <a:lnTo>
                  <a:pt x="108051" y="3683"/>
                </a:lnTo>
                <a:lnTo>
                  <a:pt x="105219" y="889"/>
                </a:lnTo>
                <a:lnTo>
                  <a:pt x="94526" y="889"/>
                </a:lnTo>
                <a:lnTo>
                  <a:pt x="91287" y="1270"/>
                </a:lnTo>
                <a:lnTo>
                  <a:pt x="91821" y="1270"/>
                </a:lnTo>
                <a:lnTo>
                  <a:pt x="86067" y="1524"/>
                </a:lnTo>
                <a:lnTo>
                  <a:pt x="85877" y="1651"/>
                </a:lnTo>
                <a:lnTo>
                  <a:pt x="81191" y="2032"/>
                </a:lnTo>
                <a:lnTo>
                  <a:pt x="71221" y="2667"/>
                </a:lnTo>
                <a:lnTo>
                  <a:pt x="66522" y="2667"/>
                </a:lnTo>
                <a:lnTo>
                  <a:pt x="57162" y="3048"/>
                </a:lnTo>
                <a:lnTo>
                  <a:pt x="46151" y="3048"/>
                </a:lnTo>
                <a:lnTo>
                  <a:pt x="42189" y="3429"/>
                </a:lnTo>
                <a:lnTo>
                  <a:pt x="24371" y="3429"/>
                </a:lnTo>
                <a:lnTo>
                  <a:pt x="20535" y="2667"/>
                </a:lnTo>
                <a:lnTo>
                  <a:pt x="20193" y="2667"/>
                </a:lnTo>
                <a:lnTo>
                  <a:pt x="8064" y="0"/>
                </a:lnTo>
                <a:lnTo>
                  <a:pt x="2692" y="3429"/>
                </a:lnTo>
                <a:lnTo>
                  <a:pt x="2527" y="3429"/>
                </a:lnTo>
                <a:lnTo>
                  <a:pt x="2489" y="3556"/>
                </a:lnTo>
                <a:lnTo>
                  <a:pt x="2463" y="3683"/>
                </a:lnTo>
                <a:lnTo>
                  <a:pt x="0" y="14859"/>
                </a:lnTo>
                <a:lnTo>
                  <a:pt x="3517" y="20447"/>
                </a:lnTo>
                <a:lnTo>
                  <a:pt x="15621" y="23241"/>
                </a:lnTo>
                <a:lnTo>
                  <a:pt x="16014" y="23241"/>
                </a:lnTo>
                <a:lnTo>
                  <a:pt x="22402" y="24511"/>
                </a:lnTo>
                <a:lnTo>
                  <a:pt x="26212" y="24511"/>
                </a:lnTo>
                <a:lnTo>
                  <a:pt x="29083" y="24638"/>
                </a:lnTo>
                <a:lnTo>
                  <a:pt x="44119" y="24638"/>
                </a:lnTo>
                <a:lnTo>
                  <a:pt x="45427" y="24511"/>
                </a:lnTo>
                <a:lnTo>
                  <a:pt x="51727" y="24511"/>
                </a:lnTo>
                <a:lnTo>
                  <a:pt x="67335" y="23876"/>
                </a:lnTo>
                <a:lnTo>
                  <a:pt x="72732" y="23876"/>
                </a:lnTo>
                <a:lnTo>
                  <a:pt x="82816" y="23241"/>
                </a:lnTo>
                <a:lnTo>
                  <a:pt x="87503" y="22860"/>
                </a:lnTo>
                <a:lnTo>
                  <a:pt x="93154" y="22479"/>
                </a:lnTo>
                <a:lnTo>
                  <a:pt x="93637" y="22479"/>
                </a:lnTo>
                <a:lnTo>
                  <a:pt x="96875" y="22098"/>
                </a:lnTo>
                <a:lnTo>
                  <a:pt x="105219" y="22098"/>
                </a:lnTo>
                <a:lnTo>
                  <a:pt x="109994" y="17399"/>
                </a:lnTo>
                <a:lnTo>
                  <a:pt x="109994" y="5588"/>
                </a:lnTo>
                <a:close/>
              </a:path>
              <a:path w="142240" h="80010">
                <a:moveTo>
                  <a:pt x="141732" y="64770"/>
                </a:moveTo>
                <a:lnTo>
                  <a:pt x="139509" y="61214"/>
                </a:lnTo>
                <a:lnTo>
                  <a:pt x="137452" y="58039"/>
                </a:lnTo>
                <a:lnTo>
                  <a:pt x="137210" y="57670"/>
                </a:lnTo>
                <a:lnTo>
                  <a:pt x="137401" y="57670"/>
                </a:lnTo>
                <a:lnTo>
                  <a:pt x="132943" y="55499"/>
                </a:lnTo>
                <a:lnTo>
                  <a:pt x="127584" y="56134"/>
                </a:lnTo>
                <a:lnTo>
                  <a:pt x="121640" y="56134"/>
                </a:lnTo>
                <a:lnTo>
                  <a:pt x="117487" y="56515"/>
                </a:lnTo>
                <a:lnTo>
                  <a:pt x="118059" y="56515"/>
                </a:lnTo>
                <a:lnTo>
                  <a:pt x="112395" y="57023"/>
                </a:lnTo>
                <a:lnTo>
                  <a:pt x="104432" y="57023"/>
                </a:lnTo>
                <a:lnTo>
                  <a:pt x="101079" y="57277"/>
                </a:lnTo>
                <a:lnTo>
                  <a:pt x="96456" y="57277"/>
                </a:lnTo>
                <a:lnTo>
                  <a:pt x="91046" y="58039"/>
                </a:lnTo>
                <a:lnTo>
                  <a:pt x="58089" y="58039"/>
                </a:lnTo>
                <a:lnTo>
                  <a:pt x="29451" y="57670"/>
                </a:lnTo>
                <a:lnTo>
                  <a:pt x="16116" y="57023"/>
                </a:lnTo>
                <a:lnTo>
                  <a:pt x="11252" y="61214"/>
                </a:lnTo>
                <a:lnTo>
                  <a:pt x="10185" y="72390"/>
                </a:lnTo>
                <a:lnTo>
                  <a:pt x="14160" y="77470"/>
                </a:lnTo>
                <a:lnTo>
                  <a:pt x="19748" y="78232"/>
                </a:lnTo>
                <a:lnTo>
                  <a:pt x="28079" y="79502"/>
                </a:lnTo>
                <a:lnTo>
                  <a:pt x="57823" y="79883"/>
                </a:lnTo>
                <a:lnTo>
                  <a:pt x="92849" y="79883"/>
                </a:lnTo>
                <a:lnTo>
                  <a:pt x="99352" y="79121"/>
                </a:lnTo>
                <a:lnTo>
                  <a:pt x="102641" y="79121"/>
                </a:lnTo>
                <a:lnTo>
                  <a:pt x="105994" y="78867"/>
                </a:lnTo>
                <a:lnTo>
                  <a:pt x="116611" y="78867"/>
                </a:lnTo>
                <a:lnTo>
                  <a:pt x="119126" y="78486"/>
                </a:lnTo>
                <a:lnTo>
                  <a:pt x="120218" y="78486"/>
                </a:lnTo>
                <a:lnTo>
                  <a:pt x="122783" y="78232"/>
                </a:lnTo>
                <a:lnTo>
                  <a:pt x="123266" y="78105"/>
                </a:lnTo>
                <a:lnTo>
                  <a:pt x="124155" y="78105"/>
                </a:lnTo>
                <a:lnTo>
                  <a:pt x="124802" y="78232"/>
                </a:lnTo>
                <a:lnTo>
                  <a:pt x="125933" y="78232"/>
                </a:lnTo>
                <a:lnTo>
                  <a:pt x="126326" y="78232"/>
                </a:lnTo>
                <a:lnTo>
                  <a:pt x="127469" y="78232"/>
                </a:lnTo>
                <a:lnTo>
                  <a:pt x="128079" y="78232"/>
                </a:lnTo>
                <a:lnTo>
                  <a:pt x="128663" y="78232"/>
                </a:lnTo>
                <a:lnTo>
                  <a:pt x="132930" y="78740"/>
                </a:lnTo>
                <a:lnTo>
                  <a:pt x="134772" y="77851"/>
                </a:lnTo>
                <a:lnTo>
                  <a:pt x="137134" y="76708"/>
                </a:lnTo>
                <a:lnTo>
                  <a:pt x="139433" y="73025"/>
                </a:lnTo>
                <a:lnTo>
                  <a:pt x="141732" y="69469"/>
                </a:lnTo>
                <a:lnTo>
                  <a:pt x="141732" y="6477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94638" y="3065907"/>
            <a:ext cx="175640" cy="19053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38097" y="3028442"/>
            <a:ext cx="511202" cy="25514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92503" y="3358641"/>
            <a:ext cx="239395" cy="21183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44079" y="3476116"/>
            <a:ext cx="184543" cy="27368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12925" y="3361690"/>
            <a:ext cx="91820" cy="37718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41320" y="1272286"/>
            <a:ext cx="607568" cy="30733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6837" y="923289"/>
            <a:ext cx="1746024" cy="282625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85599" y="2894583"/>
            <a:ext cx="497452" cy="66294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340855" y="3787457"/>
            <a:ext cx="15582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Verdana"/>
                <a:cs typeface="Verdana"/>
              </a:rPr>
              <a:t>(</a:t>
            </a:r>
            <a:r>
              <a:rPr sz="1550" dirty="0">
                <a:latin typeface="Cambria Math"/>
                <a:cs typeface="Cambria Math"/>
              </a:rPr>
              <a:t>1</a:t>
            </a:r>
            <a:r>
              <a:rPr sz="1575" baseline="23809" dirty="0">
                <a:latin typeface="Verdana"/>
                <a:cs typeface="Verdana"/>
              </a:rPr>
              <a:t>st</a:t>
            </a:r>
            <a:r>
              <a:rPr sz="1550" dirty="0">
                <a:latin typeface="Verdana"/>
                <a:cs typeface="Verdana"/>
              </a:rPr>
              <a:t>,</a:t>
            </a:r>
            <a:r>
              <a:rPr sz="1550" spc="10" dirty="0">
                <a:latin typeface="Verdana"/>
                <a:cs typeface="Verdana"/>
              </a:rPr>
              <a:t> </a:t>
            </a:r>
            <a:r>
              <a:rPr sz="1550" dirty="0">
                <a:latin typeface="Cambria Math"/>
                <a:cs typeface="Cambria Math"/>
              </a:rPr>
              <a:t>2</a:t>
            </a:r>
            <a:r>
              <a:rPr sz="1575" baseline="23809" dirty="0">
                <a:latin typeface="Verdana"/>
                <a:cs typeface="Verdana"/>
              </a:rPr>
              <a:t>nd</a:t>
            </a:r>
            <a:r>
              <a:rPr sz="1550" dirty="0">
                <a:latin typeface="Verdana"/>
                <a:cs typeface="Verdana"/>
              </a:rPr>
              <a:t>,</a:t>
            </a:r>
            <a:r>
              <a:rPr sz="1550" spc="100" dirty="0">
                <a:latin typeface="Verdana"/>
                <a:cs typeface="Verdana"/>
              </a:rPr>
              <a:t> </a:t>
            </a:r>
            <a:r>
              <a:rPr sz="1550" dirty="0">
                <a:latin typeface="Cambria Math"/>
                <a:cs typeface="Cambria Math"/>
              </a:rPr>
              <a:t>3</a:t>
            </a:r>
            <a:r>
              <a:rPr sz="1575" baseline="23809" dirty="0">
                <a:latin typeface="Verdana"/>
                <a:cs typeface="Verdana"/>
              </a:rPr>
              <a:t>rd</a:t>
            </a:r>
            <a:r>
              <a:rPr sz="1575" spc="405" baseline="23809" dirty="0">
                <a:latin typeface="Verdana"/>
                <a:cs typeface="Verdana"/>
              </a:rPr>
              <a:t> </a:t>
            </a:r>
            <a:r>
              <a:rPr sz="1550" spc="325" dirty="0">
                <a:latin typeface="Verdana"/>
                <a:cs typeface="Verdana"/>
              </a:rPr>
              <a:t>.)</a:t>
            </a:r>
            <a:endParaRPr sz="1550">
              <a:latin typeface="Verdana"/>
              <a:cs typeface="Verdan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11801" y="3034157"/>
            <a:ext cx="838273" cy="66954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364613" y="3862196"/>
            <a:ext cx="493522" cy="42433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944495" y="3993108"/>
            <a:ext cx="301249" cy="28441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25114" y="3934929"/>
            <a:ext cx="306705" cy="327812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3770629" y="3726878"/>
            <a:ext cx="1982470" cy="53276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422400">
              <a:lnSpc>
                <a:spcPct val="100000"/>
              </a:lnSpc>
              <a:spcBef>
                <a:spcPts val="229"/>
              </a:spcBef>
            </a:pPr>
            <a:r>
              <a:rPr sz="1550" spc="-10" dirty="0">
                <a:solidFill>
                  <a:srgbClr val="0096FF"/>
                </a:solidFill>
                <a:latin typeface="Verdana"/>
                <a:cs typeface="Verdana"/>
              </a:rPr>
              <a:t>index</a:t>
            </a:r>
            <a:endParaRPr sz="15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dirty="0">
                <a:solidFill>
                  <a:srgbClr val="7030A0"/>
                </a:solidFill>
                <a:latin typeface="Verdana"/>
                <a:cs typeface="Verdana"/>
              </a:rPr>
              <a:t>not</a:t>
            </a:r>
            <a:r>
              <a:rPr sz="1550" spc="6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7030A0"/>
                </a:solidFill>
                <a:latin typeface="Verdana"/>
                <a:cs typeface="Verdana"/>
              </a:rPr>
              <a:t>exponent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921636" y="1367536"/>
            <a:ext cx="140970" cy="1536700"/>
          </a:xfrm>
          <a:custGeom>
            <a:avLst/>
            <a:gdLst/>
            <a:ahLst/>
            <a:cxnLst/>
            <a:rect l="l" t="t" r="r" b="b"/>
            <a:pathLst>
              <a:path w="140969" h="1536700">
                <a:moveTo>
                  <a:pt x="50673" y="1524000"/>
                </a:moveTo>
                <a:lnTo>
                  <a:pt x="9398" y="1524000"/>
                </a:lnTo>
                <a:lnTo>
                  <a:pt x="9398" y="1536700"/>
                </a:lnTo>
                <a:lnTo>
                  <a:pt x="49656" y="1536700"/>
                </a:lnTo>
                <a:lnTo>
                  <a:pt x="50673" y="1524000"/>
                </a:lnTo>
                <a:close/>
              </a:path>
              <a:path w="140969" h="1536700">
                <a:moveTo>
                  <a:pt x="33908" y="1511300"/>
                </a:moveTo>
                <a:lnTo>
                  <a:pt x="32512" y="1524000"/>
                </a:lnTo>
                <a:lnTo>
                  <a:pt x="33274" y="1524000"/>
                </a:lnTo>
                <a:lnTo>
                  <a:pt x="33908" y="1511300"/>
                </a:lnTo>
                <a:close/>
              </a:path>
              <a:path w="140969" h="1536700">
                <a:moveTo>
                  <a:pt x="35432" y="1511300"/>
                </a:moveTo>
                <a:lnTo>
                  <a:pt x="35051" y="1511300"/>
                </a:lnTo>
                <a:lnTo>
                  <a:pt x="33274" y="1524000"/>
                </a:lnTo>
                <a:lnTo>
                  <a:pt x="34289" y="1524000"/>
                </a:lnTo>
                <a:lnTo>
                  <a:pt x="35432" y="1511300"/>
                </a:lnTo>
                <a:close/>
              </a:path>
              <a:path w="140969" h="1536700">
                <a:moveTo>
                  <a:pt x="56768" y="1511300"/>
                </a:moveTo>
                <a:lnTo>
                  <a:pt x="36068" y="1511300"/>
                </a:lnTo>
                <a:lnTo>
                  <a:pt x="34289" y="1524000"/>
                </a:lnTo>
                <a:lnTo>
                  <a:pt x="54737" y="1524000"/>
                </a:lnTo>
                <a:lnTo>
                  <a:pt x="56768" y="1511300"/>
                </a:lnTo>
                <a:close/>
              </a:path>
              <a:path w="140969" h="1536700">
                <a:moveTo>
                  <a:pt x="60706" y="1498600"/>
                </a:moveTo>
                <a:lnTo>
                  <a:pt x="41910" y="1498600"/>
                </a:lnTo>
                <a:lnTo>
                  <a:pt x="39369" y="1511300"/>
                </a:lnTo>
                <a:lnTo>
                  <a:pt x="58419" y="1511300"/>
                </a:lnTo>
                <a:lnTo>
                  <a:pt x="60706" y="1498600"/>
                </a:lnTo>
                <a:close/>
              </a:path>
              <a:path w="140969" h="1536700">
                <a:moveTo>
                  <a:pt x="73279" y="1460500"/>
                </a:moveTo>
                <a:lnTo>
                  <a:pt x="53339" y="1460500"/>
                </a:lnTo>
                <a:lnTo>
                  <a:pt x="49530" y="1473200"/>
                </a:lnTo>
                <a:lnTo>
                  <a:pt x="47867" y="1485936"/>
                </a:lnTo>
                <a:lnTo>
                  <a:pt x="43814" y="1498600"/>
                </a:lnTo>
                <a:lnTo>
                  <a:pt x="62611" y="1498600"/>
                </a:lnTo>
                <a:lnTo>
                  <a:pt x="66663" y="1485936"/>
                </a:lnTo>
                <a:lnTo>
                  <a:pt x="68188" y="1485936"/>
                </a:lnTo>
                <a:lnTo>
                  <a:pt x="71881" y="1473200"/>
                </a:lnTo>
                <a:lnTo>
                  <a:pt x="73279" y="1460500"/>
                </a:lnTo>
                <a:close/>
              </a:path>
              <a:path w="140969" h="1536700">
                <a:moveTo>
                  <a:pt x="79248" y="1435100"/>
                </a:moveTo>
                <a:lnTo>
                  <a:pt x="59436" y="1435100"/>
                </a:lnTo>
                <a:lnTo>
                  <a:pt x="57785" y="1447800"/>
                </a:lnTo>
                <a:lnTo>
                  <a:pt x="55499" y="1460500"/>
                </a:lnTo>
                <a:lnTo>
                  <a:pt x="75692" y="1460500"/>
                </a:lnTo>
                <a:lnTo>
                  <a:pt x="76835" y="1447800"/>
                </a:lnTo>
                <a:lnTo>
                  <a:pt x="78231" y="1447800"/>
                </a:lnTo>
                <a:lnTo>
                  <a:pt x="79248" y="1435100"/>
                </a:lnTo>
                <a:close/>
              </a:path>
              <a:path w="140969" h="1536700">
                <a:moveTo>
                  <a:pt x="86613" y="1384300"/>
                </a:moveTo>
                <a:lnTo>
                  <a:pt x="67310" y="1384300"/>
                </a:lnTo>
                <a:lnTo>
                  <a:pt x="66675" y="1397000"/>
                </a:lnTo>
                <a:lnTo>
                  <a:pt x="64515" y="1409700"/>
                </a:lnTo>
                <a:lnTo>
                  <a:pt x="63373" y="1422400"/>
                </a:lnTo>
                <a:lnTo>
                  <a:pt x="62356" y="1422400"/>
                </a:lnTo>
                <a:lnTo>
                  <a:pt x="61340" y="1435100"/>
                </a:lnTo>
                <a:lnTo>
                  <a:pt x="81533" y="1435100"/>
                </a:lnTo>
                <a:lnTo>
                  <a:pt x="82550" y="1422400"/>
                </a:lnTo>
                <a:lnTo>
                  <a:pt x="83693" y="1409700"/>
                </a:lnTo>
                <a:lnTo>
                  <a:pt x="85851" y="1397000"/>
                </a:lnTo>
                <a:lnTo>
                  <a:pt x="86613" y="1384300"/>
                </a:lnTo>
                <a:close/>
              </a:path>
              <a:path w="140969" h="1536700">
                <a:moveTo>
                  <a:pt x="111632" y="1168400"/>
                </a:moveTo>
                <a:lnTo>
                  <a:pt x="92710" y="1168400"/>
                </a:lnTo>
                <a:lnTo>
                  <a:pt x="89535" y="1193800"/>
                </a:lnTo>
                <a:lnTo>
                  <a:pt x="87375" y="1219200"/>
                </a:lnTo>
                <a:lnTo>
                  <a:pt x="84836" y="1244600"/>
                </a:lnTo>
                <a:lnTo>
                  <a:pt x="84708" y="1244600"/>
                </a:lnTo>
                <a:lnTo>
                  <a:pt x="84074" y="1257300"/>
                </a:lnTo>
                <a:lnTo>
                  <a:pt x="82550" y="1270000"/>
                </a:lnTo>
                <a:lnTo>
                  <a:pt x="82295" y="1270000"/>
                </a:lnTo>
                <a:lnTo>
                  <a:pt x="81152" y="1282700"/>
                </a:lnTo>
                <a:lnTo>
                  <a:pt x="80390" y="1295400"/>
                </a:lnTo>
                <a:lnTo>
                  <a:pt x="78993" y="1308100"/>
                </a:lnTo>
                <a:lnTo>
                  <a:pt x="78231" y="1308100"/>
                </a:lnTo>
                <a:lnTo>
                  <a:pt x="76454" y="1333500"/>
                </a:lnTo>
                <a:lnTo>
                  <a:pt x="75437" y="1333500"/>
                </a:lnTo>
                <a:lnTo>
                  <a:pt x="72898" y="1358900"/>
                </a:lnTo>
                <a:lnTo>
                  <a:pt x="71881" y="1358900"/>
                </a:lnTo>
                <a:lnTo>
                  <a:pt x="69723" y="1371600"/>
                </a:lnTo>
                <a:lnTo>
                  <a:pt x="68833" y="1384300"/>
                </a:lnTo>
                <a:lnTo>
                  <a:pt x="86613" y="1384300"/>
                </a:lnTo>
                <a:lnTo>
                  <a:pt x="86487" y="1397000"/>
                </a:lnTo>
                <a:lnTo>
                  <a:pt x="88011" y="1384300"/>
                </a:lnTo>
                <a:lnTo>
                  <a:pt x="88773" y="1371600"/>
                </a:lnTo>
                <a:lnTo>
                  <a:pt x="90805" y="1371600"/>
                </a:lnTo>
                <a:lnTo>
                  <a:pt x="91820" y="1358900"/>
                </a:lnTo>
                <a:lnTo>
                  <a:pt x="94361" y="1346200"/>
                </a:lnTo>
                <a:lnTo>
                  <a:pt x="95504" y="1333500"/>
                </a:lnTo>
                <a:lnTo>
                  <a:pt x="97281" y="1320800"/>
                </a:lnTo>
                <a:lnTo>
                  <a:pt x="98043" y="1308100"/>
                </a:lnTo>
                <a:lnTo>
                  <a:pt x="99440" y="1295400"/>
                </a:lnTo>
                <a:lnTo>
                  <a:pt x="100202" y="1295400"/>
                </a:lnTo>
                <a:lnTo>
                  <a:pt x="101218" y="1282700"/>
                </a:lnTo>
                <a:lnTo>
                  <a:pt x="101600" y="1270000"/>
                </a:lnTo>
                <a:lnTo>
                  <a:pt x="102996" y="1257300"/>
                </a:lnTo>
                <a:lnTo>
                  <a:pt x="103758" y="1244600"/>
                </a:lnTo>
                <a:lnTo>
                  <a:pt x="105537" y="1219200"/>
                </a:lnTo>
                <a:lnTo>
                  <a:pt x="106171" y="1219200"/>
                </a:lnTo>
                <a:lnTo>
                  <a:pt x="108331" y="1193800"/>
                </a:lnTo>
                <a:lnTo>
                  <a:pt x="109474" y="1193800"/>
                </a:lnTo>
                <a:lnTo>
                  <a:pt x="111632" y="1168400"/>
                </a:lnTo>
                <a:close/>
              </a:path>
              <a:path w="140969" h="1536700">
                <a:moveTo>
                  <a:pt x="125856" y="1041400"/>
                </a:moveTo>
                <a:lnTo>
                  <a:pt x="107187" y="1041400"/>
                </a:lnTo>
                <a:lnTo>
                  <a:pt x="105410" y="1054100"/>
                </a:lnTo>
                <a:lnTo>
                  <a:pt x="104648" y="1066800"/>
                </a:lnTo>
                <a:lnTo>
                  <a:pt x="102488" y="1092200"/>
                </a:lnTo>
                <a:lnTo>
                  <a:pt x="100711" y="1104900"/>
                </a:lnTo>
                <a:lnTo>
                  <a:pt x="99694" y="1117600"/>
                </a:lnTo>
                <a:lnTo>
                  <a:pt x="97155" y="1130300"/>
                </a:lnTo>
                <a:lnTo>
                  <a:pt x="96012" y="1143000"/>
                </a:lnTo>
                <a:lnTo>
                  <a:pt x="93471" y="1155700"/>
                </a:lnTo>
                <a:lnTo>
                  <a:pt x="93471" y="1168400"/>
                </a:lnTo>
                <a:lnTo>
                  <a:pt x="112268" y="1168400"/>
                </a:lnTo>
                <a:lnTo>
                  <a:pt x="114807" y="1143000"/>
                </a:lnTo>
                <a:lnTo>
                  <a:pt x="115824" y="1143000"/>
                </a:lnTo>
                <a:lnTo>
                  <a:pt x="118363" y="1117600"/>
                </a:lnTo>
                <a:lnTo>
                  <a:pt x="119506" y="1104900"/>
                </a:lnTo>
                <a:lnTo>
                  <a:pt x="120929" y="1094740"/>
                </a:lnTo>
                <a:lnTo>
                  <a:pt x="123443" y="1066800"/>
                </a:lnTo>
                <a:lnTo>
                  <a:pt x="124079" y="1054100"/>
                </a:lnTo>
                <a:lnTo>
                  <a:pt x="125856" y="1041400"/>
                </a:lnTo>
                <a:close/>
              </a:path>
              <a:path w="140969" h="1536700">
                <a:moveTo>
                  <a:pt x="128650" y="876300"/>
                </a:moveTo>
                <a:lnTo>
                  <a:pt x="110236" y="876300"/>
                </a:lnTo>
                <a:lnTo>
                  <a:pt x="110489" y="889000"/>
                </a:lnTo>
                <a:lnTo>
                  <a:pt x="110617" y="889000"/>
                </a:lnTo>
                <a:lnTo>
                  <a:pt x="111632" y="901700"/>
                </a:lnTo>
                <a:lnTo>
                  <a:pt x="112268" y="914400"/>
                </a:lnTo>
                <a:lnTo>
                  <a:pt x="112268" y="927100"/>
                </a:lnTo>
                <a:lnTo>
                  <a:pt x="113030" y="939800"/>
                </a:lnTo>
                <a:lnTo>
                  <a:pt x="113030" y="952500"/>
                </a:lnTo>
                <a:lnTo>
                  <a:pt x="113411" y="965200"/>
                </a:lnTo>
                <a:lnTo>
                  <a:pt x="113030" y="977900"/>
                </a:lnTo>
                <a:lnTo>
                  <a:pt x="113030" y="990600"/>
                </a:lnTo>
                <a:lnTo>
                  <a:pt x="112268" y="1003300"/>
                </a:lnTo>
                <a:lnTo>
                  <a:pt x="111887" y="1003300"/>
                </a:lnTo>
                <a:lnTo>
                  <a:pt x="110870" y="1016000"/>
                </a:lnTo>
                <a:lnTo>
                  <a:pt x="110108" y="1016000"/>
                </a:lnTo>
                <a:lnTo>
                  <a:pt x="108331" y="1041400"/>
                </a:lnTo>
                <a:lnTo>
                  <a:pt x="127000" y="1041400"/>
                </a:lnTo>
                <a:lnTo>
                  <a:pt x="128777" y="1028700"/>
                </a:lnTo>
                <a:lnTo>
                  <a:pt x="129539" y="1016000"/>
                </a:lnTo>
                <a:lnTo>
                  <a:pt x="130556" y="1003300"/>
                </a:lnTo>
                <a:lnTo>
                  <a:pt x="131699" y="990600"/>
                </a:lnTo>
                <a:lnTo>
                  <a:pt x="131699" y="977900"/>
                </a:lnTo>
                <a:lnTo>
                  <a:pt x="132080" y="965200"/>
                </a:lnTo>
                <a:lnTo>
                  <a:pt x="131889" y="952500"/>
                </a:lnTo>
                <a:lnTo>
                  <a:pt x="131699" y="952500"/>
                </a:lnTo>
                <a:lnTo>
                  <a:pt x="131699" y="939800"/>
                </a:lnTo>
                <a:lnTo>
                  <a:pt x="130937" y="927100"/>
                </a:lnTo>
                <a:lnTo>
                  <a:pt x="130937" y="914400"/>
                </a:lnTo>
                <a:lnTo>
                  <a:pt x="130175" y="901700"/>
                </a:lnTo>
                <a:lnTo>
                  <a:pt x="129031" y="889000"/>
                </a:lnTo>
                <a:lnTo>
                  <a:pt x="128650" y="876300"/>
                </a:lnTo>
                <a:close/>
              </a:path>
              <a:path w="140969" h="1536700">
                <a:moveTo>
                  <a:pt x="131699" y="939800"/>
                </a:moveTo>
                <a:lnTo>
                  <a:pt x="131699" y="952500"/>
                </a:lnTo>
                <a:lnTo>
                  <a:pt x="131889" y="952500"/>
                </a:lnTo>
                <a:lnTo>
                  <a:pt x="131699" y="939800"/>
                </a:lnTo>
                <a:close/>
              </a:path>
              <a:path w="140969" h="1536700">
                <a:moveTo>
                  <a:pt x="127254" y="863600"/>
                </a:moveTo>
                <a:lnTo>
                  <a:pt x="108838" y="863600"/>
                </a:lnTo>
                <a:lnTo>
                  <a:pt x="110236" y="889000"/>
                </a:lnTo>
                <a:lnTo>
                  <a:pt x="110236" y="876300"/>
                </a:lnTo>
                <a:lnTo>
                  <a:pt x="128650" y="876300"/>
                </a:lnTo>
                <a:lnTo>
                  <a:pt x="127254" y="863600"/>
                </a:lnTo>
                <a:close/>
              </a:path>
              <a:path w="140969" h="1536700">
                <a:moveTo>
                  <a:pt x="123443" y="838200"/>
                </a:moveTo>
                <a:lnTo>
                  <a:pt x="105282" y="838200"/>
                </a:lnTo>
                <a:lnTo>
                  <a:pt x="106044" y="850900"/>
                </a:lnTo>
                <a:lnTo>
                  <a:pt x="108204" y="863600"/>
                </a:lnTo>
                <a:lnTo>
                  <a:pt x="126364" y="863600"/>
                </a:lnTo>
                <a:lnTo>
                  <a:pt x="124332" y="850900"/>
                </a:lnTo>
                <a:lnTo>
                  <a:pt x="123443" y="838200"/>
                </a:lnTo>
                <a:close/>
              </a:path>
              <a:path w="140969" h="1536700">
                <a:moveTo>
                  <a:pt x="115950" y="800100"/>
                </a:moveTo>
                <a:lnTo>
                  <a:pt x="97789" y="800100"/>
                </a:lnTo>
                <a:lnTo>
                  <a:pt x="102107" y="825500"/>
                </a:lnTo>
                <a:lnTo>
                  <a:pt x="102869" y="838200"/>
                </a:lnTo>
                <a:lnTo>
                  <a:pt x="105410" y="850900"/>
                </a:lnTo>
                <a:lnTo>
                  <a:pt x="105282" y="838200"/>
                </a:lnTo>
                <a:lnTo>
                  <a:pt x="123443" y="838200"/>
                </a:lnTo>
                <a:lnTo>
                  <a:pt x="121031" y="825500"/>
                </a:lnTo>
                <a:lnTo>
                  <a:pt x="117729" y="812800"/>
                </a:lnTo>
                <a:lnTo>
                  <a:pt x="115950" y="800100"/>
                </a:lnTo>
                <a:close/>
              </a:path>
              <a:path w="140969" h="1536700">
                <a:moveTo>
                  <a:pt x="113792" y="787400"/>
                </a:moveTo>
                <a:lnTo>
                  <a:pt x="95631" y="787400"/>
                </a:lnTo>
                <a:lnTo>
                  <a:pt x="96646" y="800100"/>
                </a:lnTo>
                <a:lnTo>
                  <a:pt x="114807" y="800100"/>
                </a:lnTo>
                <a:lnTo>
                  <a:pt x="113792" y="787400"/>
                </a:lnTo>
                <a:close/>
              </a:path>
              <a:path w="140969" h="1536700">
                <a:moveTo>
                  <a:pt x="114554" y="787400"/>
                </a:moveTo>
                <a:lnTo>
                  <a:pt x="114807" y="800100"/>
                </a:lnTo>
                <a:lnTo>
                  <a:pt x="115696" y="800100"/>
                </a:lnTo>
                <a:lnTo>
                  <a:pt x="114554" y="787400"/>
                </a:lnTo>
                <a:close/>
              </a:path>
              <a:path w="140969" h="1536700">
                <a:moveTo>
                  <a:pt x="112775" y="762000"/>
                </a:moveTo>
                <a:lnTo>
                  <a:pt x="94487" y="762000"/>
                </a:lnTo>
                <a:lnTo>
                  <a:pt x="94487" y="774700"/>
                </a:lnTo>
                <a:lnTo>
                  <a:pt x="95250" y="787400"/>
                </a:lnTo>
                <a:lnTo>
                  <a:pt x="113537" y="787400"/>
                </a:lnTo>
                <a:lnTo>
                  <a:pt x="112775" y="774700"/>
                </a:lnTo>
                <a:lnTo>
                  <a:pt x="112268" y="774700"/>
                </a:lnTo>
                <a:lnTo>
                  <a:pt x="112775" y="762000"/>
                </a:lnTo>
                <a:close/>
              </a:path>
              <a:path w="140969" h="1536700">
                <a:moveTo>
                  <a:pt x="112775" y="762000"/>
                </a:moveTo>
                <a:lnTo>
                  <a:pt x="112268" y="774700"/>
                </a:lnTo>
                <a:lnTo>
                  <a:pt x="112775" y="766233"/>
                </a:lnTo>
                <a:lnTo>
                  <a:pt x="112775" y="762000"/>
                </a:lnTo>
                <a:close/>
              </a:path>
              <a:path w="140969" h="1536700">
                <a:moveTo>
                  <a:pt x="112775" y="766233"/>
                </a:moveTo>
                <a:lnTo>
                  <a:pt x="112268" y="774700"/>
                </a:lnTo>
                <a:lnTo>
                  <a:pt x="112775" y="774700"/>
                </a:lnTo>
                <a:lnTo>
                  <a:pt x="112775" y="766233"/>
                </a:lnTo>
                <a:close/>
              </a:path>
              <a:path w="140969" h="1536700">
                <a:moveTo>
                  <a:pt x="113030" y="762000"/>
                </a:moveTo>
                <a:lnTo>
                  <a:pt x="112775" y="762000"/>
                </a:lnTo>
                <a:lnTo>
                  <a:pt x="112775" y="766233"/>
                </a:lnTo>
                <a:lnTo>
                  <a:pt x="113030" y="762000"/>
                </a:lnTo>
                <a:close/>
              </a:path>
              <a:path w="140969" h="1536700">
                <a:moveTo>
                  <a:pt x="120014" y="749300"/>
                </a:moveTo>
                <a:lnTo>
                  <a:pt x="97789" y="749300"/>
                </a:lnTo>
                <a:lnTo>
                  <a:pt x="97155" y="762000"/>
                </a:lnTo>
                <a:lnTo>
                  <a:pt x="119125" y="762000"/>
                </a:lnTo>
                <a:lnTo>
                  <a:pt x="120014" y="749300"/>
                </a:lnTo>
                <a:close/>
              </a:path>
              <a:path w="140969" h="1536700">
                <a:moveTo>
                  <a:pt x="128650" y="736600"/>
                </a:moveTo>
                <a:lnTo>
                  <a:pt x="105537" y="736600"/>
                </a:lnTo>
                <a:lnTo>
                  <a:pt x="103758" y="749300"/>
                </a:lnTo>
                <a:lnTo>
                  <a:pt x="123951" y="749300"/>
                </a:lnTo>
                <a:lnTo>
                  <a:pt x="128650" y="736600"/>
                </a:lnTo>
                <a:close/>
              </a:path>
              <a:path w="140969" h="1536700">
                <a:moveTo>
                  <a:pt x="135255" y="723900"/>
                </a:moveTo>
                <a:lnTo>
                  <a:pt x="115062" y="723900"/>
                </a:lnTo>
                <a:lnTo>
                  <a:pt x="112521" y="736600"/>
                </a:lnTo>
                <a:lnTo>
                  <a:pt x="131699" y="736600"/>
                </a:lnTo>
                <a:lnTo>
                  <a:pt x="135255" y="723900"/>
                </a:lnTo>
                <a:close/>
              </a:path>
              <a:path w="140969" h="1536700">
                <a:moveTo>
                  <a:pt x="118618" y="720725"/>
                </a:moveTo>
                <a:lnTo>
                  <a:pt x="118509" y="720876"/>
                </a:lnTo>
                <a:lnTo>
                  <a:pt x="118472" y="721285"/>
                </a:lnTo>
                <a:lnTo>
                  <a:pt x="118363" y="722488"/>
                </a:lnTo>
                <a:lnTo>
                  <a:pt x="118237" y="723900"/>
                </a:lnTo>
                <a:lnTo>
                  <a:pt x="118618" y="723900"/>
                </a:lnTo>
                <a:lnTo>
                  <a:pt x="118618" y="720725"/>
                </a:lnTo>
                <a:close/>
              </a:path>
              <a:path w="140969" h="1536700">
                <a:moveTo>
                  <a:pt x="118774" y="721285"/>
                </a:moveTo>
                <a:lnTo>
                  <a:pt x="118735" y="721946"/>
                </a:lnTo>
                <a:lnTo>
                  <a:pt x="118618" y="723900"/>
                </a:lnTo>
                <a:lnTo>
                  <a:pt x="119125" y="723900"/>
                </a:lnTo>
                <a:lnTo>
                  <a:pt x="119041" y="722488"/>
                </a:lnTo>
                <a:lnTo>
                  <a:pt x="118959" y="721946"/>
                </a:lnTo>
                <a:lnTo>
                  <a:pt x="118774" y="721285"/>
                </a:lnTo>
                <a:close/>
              </a:path>
              <a:path w="140969" h="1536700">
                <a:moveTo>
                  <a:pt x="119111" y="722488"/>
                </a:moveTo>
                <a:lnTo>
                  <a:pt x="119116" y="722992"/>
                </a:lnTo>
                <a:lnTo>
                  <a:pt x="119252" y="723900"/>
                </a:lnTo>
                <a:lnTo>
                  <a:pt x="119506" y="723900"/>
                </a:lnTo>
                <a:lnTo>
                  <a:pt x="119111" y="722488"/>
                </a:lnTo>
                <a:close/>
              </a:path>
              <a:path w="140969" h="1536700">
                <a:moveTo>
                  <a:pt x="119111" y="715682"/>
                </a:moveTo>
                <a:lnTo>
                  <a:pt x="119196" y="722488"/>
                </a:lnTo>
                <a:lnTo>
                  <a:pt x="119506" y="723900"/>
                </a:lnTo>
                <a:lnTo>
                  <a:pt x="120014" y="723900"/>
                </a:lnTo>
                <a:lnTo>
                  <a:pt x="119316" y="717550"/>
                </a:lnTo>
                <a:lnTo>
                  <a:pt x="119216" y="716642"/>
                </a:lnTo>
                <a:lnTo>
                  <a:pt x="119111" y="715682"/>
                </a:lnTo>
                <a:close/>
              </a:path>
              <a:path w="140969" h="1536700">
                <a:moveTo>
                  <a:pt x="137413" y="711200"/>
                </a:moveTo>
                <a:lnTo>
                  <a:pt x="119380" y="711200"/>
                </a:lnTo>
                <a:lnTo>
                  <a:pt x="119316" y="717550"/>
                </a:lnTo>
                <a:lnTo>
                  <a:pt x="119549" y="719666"/>
                </a:lnTo>
                <a:lnTo>
                  <a:pt x="119564" y="719803"/>
                </a:lnTo>
                <a:lnTo>
                  <a:pt x="119682" y="720876"/>
                </a:lnTo>
                <a:lnTo>
                  <a:pt x="119800" y="721946"/>
                </a:lnTo>
                <a:lnTo>
                  <a:pt x="119915" y="722992"/>
                </a:lnTo>
                <a:lnTo>
                  <a:pt x="120014" y="723900"/>
                </a:lnTo>
                <a:lnTo>
                  <a:pt x="136906" y="723900"/>
                </a:lnTo>
                <a:lnTo>
                  <a:pt x="137032" y="720725"/>
                </a:lnTo>
                <a:lnTo>
                  <a:pt x="137075" y="719666"/>
                </a:lnTo>
                <a:lnTo>
                  <a:pt x="137196" y="716642"/>
                </a:lnTo>
                <a:lnTo>
                  <a:pt x="137305" y="713921"/>
                </a:lnTo>
                <a:lnTo>
                  <a:pt x="137413" y="711200"/>
                </a:lnTo>
                <a:close/>
              </a:path>
              <a:path w="140969" h="1536700">
                <a:moveTo>
                  <a:pt x="119062" y="717550"/>
                </a:moveTo>
                <a:lnTo>
                  <a:pt x="118871" y="719666"/>
                </a:lnTo>
                <a:lnTo>
                  <a:pt x="118931" y="721285"/>
                </a:lnTo>
                <a:lnTo>
                  <a:pt x="119077" y="721946"/>
                </a:lnTo>
                <a:lnTo>
                  <a:pt x="119062" y="717550"/>
                </a:lnTo>
                <a:close/>
              </a:path>
              <a:path w="140969" h="1536700">
                <a:moveTo>
                  <a:pt x="116712" y="711200"/>
                </a:moveTo>
                <a:lnTo>
                  <a:pt x="115950" y="711200"/>
                </a:lnTo>
                <a:lnTo>
                  <a:pt x="118545" y="720467"/>
                </a:lnTo>
                <a:lnTo>
                  <a:pt x="118575" y="719666"/>
                </a:lnTo>
                <a:lnTo>
                  <a:pt x="116712" y="711200"/>
                </a:lnTo>
                <a:close/>
              </a:path>
              <a:path w="140969" h="1536700">
                <a:moveTo>
                  <a:pt x="118863" y="719803"/>
                </a:moveTo>
                <a:lnTo>
                  <a:pt x="118605" y="719803"/>
                </a:lnTo>
                <a:lnTo>
                  <a:pt x="118751" y="720467"/>
                </a:lnTo>
                <a:lnTo>
                  <a:pt x="118863" y="719803"/>
                </a:lnTo>
                <a:close/>
              </a:path>
              <a:path w="140969" h="1536700">
                <a:moveTo>
                  <a:pt x="118618" y="711200"/>
                </a:moveTo>
                <a:lnTo>
                  <a:pt x="117348" y="711200"/>
                </a:lnTo>
                <a:lnTo>
                  <a:pt x="118618" y="719666"/>
                </a:lnTo>
                <a:lnTo>
                  <a:pt x="118808" y="717550"/>
                </a:lnTo>
                <a:lnTo>
                  <a:pt x="118917" y="713921"/>
                </a:lnTo>
                <a:lnTo>
                  <a:pt x="118618" y="711200"/>
                </a:lnTo>
                <a:close/>
              </a:path>
              <a:path w="140969" h="1536700">
                <a:moveTo>
                  <a:pt x="119043" y="715682"/>
                </a:moveTo>
                <a:lnTo>
                  <a:pt x="118890" y="716642"/>
                </a:lnTo>
                <a:lnTo>
                  <a:pt x="118808" y="717550"/>
                </a:lnTo>
                <a:lnTo>
                  <a:pt x="118744" y="719666"/>
                </a:lnTo>
                <a:lnTo>
                  <a:pt x="118999" y="717550"/>
                </a:lnTo>
                <a:lnTo>
                  <a:pt x="119043" y="715682"/>
                </a:lnTo>
                <a:close/>
              </a:path>
              <a:path w="140969" h="1536700">
                <a:moveTo>
                  <a:pt x="119380" y="711200"/>
                </a:moveTo>
                <a:lnTo>
                  <a:pt x="118999" y="711200"/>
                </a:lnTo>
                <a:lnTo>
                  <a:pt x="119026" y="713921"/>
                </a:lnTo>
                <a:lnTo>
                  <a:pt x="119380" y="711200"/>
                </a:lnTo>
                <a:close/>
              </a:path>
              <a:path w="140969" h="1536700">
                <a:moveTo>
                  <a:pt x="100456" y="698500"/>
                </a:moveTo>
                <a:lnTo>
                  <a:pt x="99949" y="698500"/>
                </a:lnTo>
                <a:lnTo>
                  <a:pt x="101345" y="711200"/>
                </a:lnTo>
                <a:lnTo>
                  <a:pt x="100456" y="698500"/>
                </a:lnTo>
                <a:close/>
              </a:path>
              <a:path w="140969" h="1536700">
                <a:moveTo>
                  <a:pt x="128650" y="698500"/>
                </a:moveTo>
                <a:lnTo>
                  <a:pt x="100456" y="698500"/>
                </a:lnTo>
                <a:lnTo>
                  <a:pt x="101854" y="711200"/>
                </a:lnTo>
                <a:lnTo>
                  <a:pt x="130937" y="711200"/>
                </a:lnTo>
                <a:lnTo>
                  <a:pt x="128650" y="698500"/>
                </a:lnTo>
                <a:close/>
              </a:path>
              <a:path w="140969" h="1536700">
                <a:moveTo>
                  <a:pt x="89662" y="685800"/>
                </a:moveTo>
                <a:lnTo>
                  <a:pt x="89281" y="685800"/>
                </a:lnTo>
                <a:lnTo>
                  <a:pt x="89154" y="698500"/>
                </a:lnTo>
                <a:lnTo>
                  <a:pt x="90043" y="698500"/>
                </a:lnTo>
                <a:lnTo>
                  <a:pt x="89662" y="685800"/>
                </a:lnTo>
                <a:close/>
              </a:path>
              <a:path w="140969" h="1536700">
                <a:moveTo>
                  <a:pt x="107568" y="685800"/>
                </a:moveTo>
                <a:lnTo>
                  <a:pt x="89662" y="685800"/>
                </a:lnTo>
                <a:lnTo>
                  <a:pt x="90043" y="698500"/>
                </a:lnTo>
                <a:lnTo>
                  <a:pt x="106806" y="698500"/>
                </a:lnTo>
                <a:lnTo>
                  <a:pt x="107568" y="685800"/>
                </a:lnTo>
                <a:close/>
              </a:path>
              <a:path w="140969" h="1536700">
                <a:moveTo>
                  <a:pt x="107568" y="685800"/>
                </a:moveTo>
                <a:lnTo>
                  <a:pt x="106806" y="698500"/>
                </a:lnTo>
                <a:lnTo>
                  <a:pt x="107460" y="691242"/>
                </a:lnTo>
                <a:lnTo>
                  <a:pt x="107568" y="685800"/>
                </a:lnTo>
                <a:close/>
              </a:path>
              <a:path w="140969" h="1536700">
                <a:moveTo>
                  <a:pt x="107460" y="691242"/>
                </a:moveTo>
                <a:lnTo>
                  <a:pt x="106806" y="698500"/>
                </a:lnTo>
                <a:lnTo>
                  <a:pt x="107314" y="698500"/>
                </a:lnTo>
                <a:lnTo>
                  <a:pt x="107460" y="691242"/>
                </a:lnTo>
                <a:close/>
              </a:path>
              <a:path w="140969" h="1536700">
                <a:moveTo>
                  <a:pt x="111632" y="685800"/>
                </a:moveTo>
                <a:lnTo>
                  <a:pt x="107950" y="685800"/>
                </a:lnTo>
                <a:lnTo>
                  <a:pt x="107460" y="691242"/>
                </a:lnTo>
                <a:lnTo>
                  <a:pt x="107314" y="698500"/>
                </a:lnTo>
                <a:lnTo>
                  <a:pt x="113918" y="698500"/>
                </a:lnTo>
                <a:lnTo>
                  <a:pt x="111632" y="685800"/>
                </a:lnTo>
                <a:close/>
              </a:path>
              <a:path w="140969" h="1536700">
                <a:moveTo>
                  <a:pt x="107950" y="685800"/>
                </a:moveTo>
                <a:lnTo>
                  <a:pt x="107568" y="685800"/>
                </a:lnTo>
                <a:lnTo>
                  <a:pt x="107460" y="691242"/>
                </a:lnTo>
                <a:lnTo>
                  <a:pt x="107950" y="685800"/>
                </a:lnTo>
                <a:close/>
              </a:path>
              <a:path w="140969" h="1536700">
                <a:moveTo>
                  <a:pt x="114300" y="673100"/>
                </a:moveTo>
                <a:lnTo>
                  <a:pt x="93852" y="673100"/>
                </a:lnTo>
                <a:lnTo>
                  <a:pt x="91948" y="685800"/>
                </a:lnTo>
                <a:lnTo>
                  <a:pt x="113283" y="685800"/>
                </a:lnTo>
                <a:lnTo>
                  <a:pt x="114300" y="673100"/>
                </a:lnTo>
                <a:close/>
              </a:path>
              <a:path w="140969" h="1536700">
                <a:moveTo>
                  <a:pt x="118110" y="660400"/>
                </a:moveTo>
                <a:lnTo>
                  <a:pt x="99949" y="660400"/>
                </a:lnTo>
                <a:lnTo>
                  <a:pt x="97789" y="673100"/>
                </a:lnTo>
                <a:lnTo>
                  <a:pt x="116586" y="673100"/>
                </a:lnTo>
                <a:lnTo>
                  <a:pt x="118110" y="660400"/>
                </a:lnTo>
                <a:close/>
              </a:path>
              <a:path w="140969" h="1536700">
                <a:moveTo>
                  <a:pt x="128269" y="622300"/>
                </a:moveTo>
                <a:lnTo>
                  <a:pt x="110743" y="622300"/>
                </a:lnTo>
                <a:lnTo>
                  <a:pt x="108965" y="635000"/>
                </a:lnTo>
                <a:lnTo>
                  <a:pt x="105156" y="647700"/>
                </a:lnTo>
                <a:lnTo>
                  <a:pt x="103631" y="660400"/>
                </a:lnTo>
                <a:lnTo>
                  <a:pt x="120395" y="660400"/>
                </a:lnTo>
                <a:lnTo>
                  <a:pt x="121538" y="647700"/>
                </a:lnTo>
                <a:lnTo>
                  <a:pt x="123570" y="647700"/>
                </a:lnTo>
                <a:lnTo>
                  <a:pt x="124968" y="635000"/>
                </a:lnTo>
                <a:lnTo>
                  <a:pt x="126745" y="635000"/>
                </a:lnTo>
                <a:lnTo>
                  <a:pt x="128269" y="622300"/>
                </a:lnTo>
                <a:close/>
              </a:path>
              <a:path w="140969" h="1536700">
                <a:moveTo>
                  <a:pt x="131444" y="609600"/>
                </a:moveTo>
                <a:lnTo>
                  <a:pt x="115315" y="609600"/>
                </a:lnTo>
                <a:lnTo>
                  <a:pt x="114045" y="622300"/>
                </a:lnTo>
                <a:lnTo>
                  <a:pt x="129920" y="622300"/>
                </a:lnTo>
                <a:lnTo>
                  <a:pt x="131444" y="609600"/>
                </a:lnTo>
                <a:close/>
              </a:path>
              <a:path w="140969" h="1536700">
                <a:moveTo>
                  <a:pt x="117220" y="596915"/>
                </a:moveTo>
                <a:lnTo>
                  <a:pt x="115443" y="609600"/>
                </a:lnTo>
                <a:lnTo>
                  <a:pt x="117093" y="609600"/>
                </a:lnTo>
                <a:lnTo>
                  <a:pt x="117220" y="596915"/>
                </a:lnTo>
                <a:close/>
              </a:path>
              <a:path w="140969" h="1536700">
                <a:moveTo>
                  <a:pt x="71755" y="127000"/>
                </a:moveTo>
                <a:lnTo>
                  <a:pt x="58419" y="127000"/>
                </a:lnTo>
                <a:lnTo>
                  <a:pt x="63499" y="149577"/>
                </a:lnTo>
                <a:lnTo>
                  <a:pt x="66293" y="165100"/>
                </a:lnTo>
                <a:lnTo>
                  <a:pt x="70231" y="177800"/>
                </a:lnTo>
                <a:lnTo>
                  <a:pt x="72643" y="190500"/>
                </a:lnTo>
                <a:lnTo>
                  <a:pt x="76326" y="203200"/>
                </a:lnTo>
                <a:lnTo>
                  <a:pt x="79120" y="215900"/>
                </a:lnTo>
                <a:lnTo>
                  <a:pt x="84074" y="241300"/>
                </a:lnTo>
                <a:lnTo>
                  <a:pt x="86232" y="241300"/>
                </a:lnTo>
                <a:lnTo>
                  <a:pt x="91948" y="266700"/>
                </a:lnTo>
                <a:lnTo>
                  <a:pt x="94361" y="279400"/>
                </a:lnTo>
                <a:lnTo>
                  <a:pt x="100456" y="292100"/>
                </a:lnTo>
                <a:lnTo>
                  <a:pt x="102869" y="304800"/>
                </a:lnTo>
                <a:lnTo>
                  <a:pt x="108965" y="330200"/>
                </a:lnTo>
                <a:lnTo>
                  <a:pt x="111125" y="342900"/>
                </a:lnTo>
                <a:lnTo>
                  <a:pt x="114935" y="368300"/>
                </a:lnTo>
                <a:lnTo>
                  <a:pt x="116967" y="381000"/>
                </a:lnTo>
                <a:lnTo>
                  <a:pt x="119125" y="393700"/>
                </a:lnTo>
                <a:lnTo>
                  <a:pt x="120904" y="406400"/>
                </a:lnTo>
                <a:lnTo>
                  <a:pt x="122681" y="431800"/>
                </a:lnTo>
                <a:lnTo>
                  <a:pt x="123317" y="444500"/>
                </a:lnTo>
                <a:lnTo>
                  <a:pt x="124332" y="482600"/>
                </a:lnTo>
                <a:lnTo>
                  <a:pt x="124587" y="482600"/>
                </a:lnTo>
                <a:lnTo>
                  <a:pt x="124968" y="520700"/>
                </a:lnTo>
                <a:lnTo>
                  <a:pt x="124713" y="533400"/>
                </a:lnTo>
                <a:lnTo>
                  <a:pt x="123698" y="558800"/>
                </a:lnTo>
                <a:lnTo>
                  <a:pt x="122936" y="558800"/>
                </a:lnTo>
                <a:lnTo>
                  <a:pt x="121157" y="584200"/>
                </a:lnTo>
                <a:lnTo>
                  <a:pt x="119633" y="584200"/>
                </a:lnTo>
                <a:lnTo>
                  <a:pt x="118616" y="596915"/>
                </a:lnTo>
                <a:lnTo>
                  <a:pt x="117093" y="609600"/>
                </a:lnTo>
                <a:lnTo>
                  <a:pt x="133350" y="609600"/>
                </a:lnTo>
                <a:lnTo>
                  <a:pt x="134745" y="596915"/>
                </a:lnTo>
                <a:lnTo>
                  <a:pt x="135761" y="596915"/>
                </a:lnTo>
                <a:lnTo>
                  <a:pt x="137287" y="584200"/>
                </a:lnTo>
                <a:lnTo>
                  <a:pt x="139064" y="571500"/>
                </a:lnTo>
                <a:lnTo>
                  <a:pt x="139700" y="558800"/>
                </a:lnTo>
                <a:lnTo>
                  <a:pt x="140715" y="533400"/>
                </a:lnTo>
                <a:lnTo>
                  <a:pt x="140207" y="482600"/>
                </a:lnTo>
                <a:lnTo>
                  <a:pt x="138683" y="444500"/>
                </a:lnTo>
                <a:lnTo>
                  <a:pt x="137921" y="431800"/>
                </a:lnTo>
                <a:lnTo>
                  <a:pt x="136017" y="406400"/>
                </a:lnTo>
                <a:lnTo>
                  <a:pt x="134238" y="393700"/>
                </a:lnTo>
                <a:lnTo>
                  <a:pt x="129667" y="368300"/>
                </a:lnTo>
                <a:lnTo>
                  <a:pt x="124586" y="336549"/>
                </a:lnTo>
                <a:lnTo>
                  <a:pt x="123443" y="330200"/>
                </a:lnTo>
                <a:lnTo>
                  <a:pt x="117348" y="304800"/>
                </a:lnTo>
                <a:lnTo>
                  <a:pt x="117220" y="304800"/>
                </a:lnTo>
                <a:lnTo>
                  <a:pt x="114681" y="292100"/>
                </a:lnTo>
                <a:lnTo>
                  <a:pt x="108457" y="266700"/>
                </a:lnTo>
                <a:lnTo>
                  <a:pt x="105918" y="266700"/>
                </a:lnTo>
                <a:lnTo>
                  <a:pt x="100075" y="241300"/>
                </a:lnTo>
                <a:lnTo>
                  <a:pt x="97917" y="228600"/>
                </a:lnTo>
                <a:lnTo>
                  <a:pt x="92837" y="215900"/>
                </a:lnTo>
                <a:lnTo>
                  <a:pt x="89915" y="203200"/>
                </a:lnTo>
                <a:lnTo>
                  <a:pt x="86693" y="192087"/>
                </a:lnTo>
                <a:lnTo>
                  <a:pt x="83693" y="177800"/>
                </a:lnTo>
                <a:lnTo>
                  <a:pt x="77602" y="152422"/>
                </a:lnTo>
                <a:lnTo>
                  <a:pt x="71755" y="127000"/>
                </a:lnTo>
                <a:close/>
              </a:path>
              <a:path w="140969" h="1536700">
                <a:moveTo>
                  <a:pt x="41910" y="50800"/>
                </a:moveTo>
                <a:lnTo>
                  <a:pt x="25526" y="50800"/>
                </a:lnTo>
                <a:lnTo>
                  <a:pt x="30861" y="63500"/>
                </a:lnTo>
                <a:lnTo>
                  <a:pt x="33908" y="63500"/>
                </a:lnTo>
                <a:lnTo>
                  <a:pt x="39761" y="75691"/>
                </a:lnTo>
                <a:lnTo>
                  <a:pt x="42695" y="88949"/>
                </a:lnTo>
                <a:lnTo>
                  <a:pt x="48557" y="101162"/>
                </a:lnTo>
                <a:lnTo>
                  <a:pt x="51054" y="114300"/>
                </a:lnTo>
                <a:lnTo>
                  <a:pt x="56895" y="127000"/>
                </a:lnTo>
                <a:lnTo>
                  <a:pt x="71500" y="127000"/>
                </a:lnTo>
                <a:lnTo>
                  <a:pt x="68961" y="114300"/>
                </a:lnTo>
                <a:lnTo>
                  <a:pt x="63129" y="101623"/>
                </a:lnTo>
                <a:lnTo>
                  <a:pt x="60463" y="101623"/>
                </a:lnTo>
                <a:lnTo>
                  <a:pt x="54379" y="88949"/>
                </a:lnTo>
                <a:lnTo>
                  <a:pt x="51314" y="76227"/>
                </a:lnTo>
                <a:lnTo>
                  <a:pt x="45212" y="63500"/>
                </a:lnTo>
                <a:lnTo>
                  <a:pt x="41910" y="50800"/>
                </a:lnTo>
                <a:close/>
              </a:path>
              <a:path w="140969" h="1536700">
                <a:moveTo>
                  <a:pt x="33527" y="38100"/>
                </a:moveTo>
                <a:lnTo>
                  <a:pt x="20065" y="38100"/>
                </a:lnTo>
                <a:lnTo>
                  <a:pt x="22479" y="50800"/>
                </a:lnTo>
                <a:lnTo>
                  <a:pt x="36321" y="50800"/>
                </a:lnTo>
                <a:lnTo>
                  <a:pt x="33527" y="38100"/>
                </a:lnTo>
                <a:close/>
              </a:path>
              <a:path w="140969" h="1536700">
                <a:moveTo>
                  <a:pt x="27686" y="25400"/>
                </a:moveTo>
                <a:lnTo>
                  <a:pt x="10668" y="25400"/>
                </a:lnTo>
                <a:lnTo>
                  <a:pt x="13462" y="38100"/>
                </a:lnTo>
                <a:lnTo>
                  <a:pt x="29210" y="38100"/>
                </a:lnTo>
                <a:lnTo>
                  <a:pt x="27686" y="25400"/>
                </a:lnTo>
                <a:close/>
              </a:path>
              <a:path w="140969" h="1536700">
                <a:moveTo>
                  <a:pt x="15748" y="12700"/>
                </a:moveTo>
                <a:lnTo>
                  <a:pt x="0" y="12700"/>
                </a:lnTo>
                <a:lnTo>
                  <a:pt x="5714" y="25400"/>
                </a:lnTo>
                <a:lnTo>
                  <a:pt x="20446" y="25400"/>
                </a:lnTo>
                <a:lnTo>
                  <a:pt x="15748" y="12700"/>
                </a:lnTo>
                <a:close/>
              </a:path>
              <a:path w="140969" h="1536700">
                <a:moveTo>
                  <a:pt x="7874" y="0"/>
                </a:moveTo>
                <a:lnTo>
                  <a:pt x="4063" y="0"/>
                </a:lnTo>
                <a:lnTo>
                  <a:pt x="1396" y="12700"/>
                </a:lnTo>
                <a:lnTo>
                  <a:pt x="9906" y="12700"/>
                </a:lnTo>
                <a:lnTo>
                  <a:pt x="7874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206879" y="1006221"/>
            <a:ext cx="377951" cy="128270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2572766" y="1435988"/>
            <a:ext cx="127000" cy="1371600"/>
          </a:xfrm>
          <a:custGeom>
            <a:avLst/>
            <a:gdLst/>
            <a:ahLst/>
            <a:cxnLst/>
            <a:rect l="l" t="t" r="r" b="b"/>
            <a:pathLst>
              <a:path w="127000" h="1371600">
                <a:moveTo>
                  <a:pt x="127000" y="1358900"/>
                </a:moveTo>
                <a:lnTo>
                  <a:pt x="99186" y="1358900"/>
                </a:lnTo>
                <a:lnTo>
                  <a:pt x="102361" y="1371600"/>
                </a:lnTo>
                <a:lnTo>
                  <a:pt x="127000" y="1371600"/>
                </a:lnTo>
                <a:lnTo>
                  <a:pt x="127000" y="1358900"/>
                </a:lnTo>
                <a:close/>
              </a:path>
              <a:path w="127000" h="1371600">
                <a:moveTo>
                  <a:pt x="90169" y="1346200"/>
                </a:moveTo>
                <a:lnTo>
                  <a:pt x="89153" y="1346200"/>
                </a:lnTo>
                <a:lnTo>
                  <a:pt x="91820" y="1358900"/>
                </a:lnTo>
                <a:lnTo>
                  <a:pt x="90169" y="1346200"/>
                </a:lnTo>
                <a:close/>
              </a:path>
              <a:path w="127000" h="1371600">
                <a:moveTo>
                  <a:pt x="115823" y="1346200"/>
                </a:moveTo>
                <a:lnTo>
                  <a:pt x="90169" y="1346200"/>
                </a:lnTo>
                <a:lnTo>
                  <a:pt x="92075" y="1358900"/>
                </a:lnTo>
                <a:lnTo>
                  <a:pt x="118998" y="1358900"/>
                </a:lnTo>
                <a:lnTo>
                  <a:pt x="115823" y="1346200"/>
                </a:lnTo>
                <a:close/>
              </a:path>
              <a:path w="127000" h="1371600">
                <a:moveTo>
                  <a:pt x="106044" y="1333500"/>
                </a:moveTo>
                <a:lnTo>
                  <a:pt x="78231" y="1333500"/>
                </a:lnTo>
                <a:lnTo>
                  <a:pt x="81787" y="1346200"/>
                </a:lnTo>
                <a:lnTo>
                  <a:pt x="109219" y="1346200"/>
                </a:lnTo>
                <a:lnTo>
                  <a:pt x="106044" y="1333500"/>
                </a:lnTo>
                <a:close/>
              </a:path>
              <a:path w="127000" h="1371600">
                <a:moveTo>
                  <a:pt x="94995" y="1320800"/>
                </a:moveTo>
                <a:lnTo>
                  <a:pt x="66293" y="1320800"/>
                </a:lnTo>
                <a:lnTo>
                  <a:pt x="70357" y="1333500"/>
                </a:lnTo>
                <a:lnTo>
                  <a:pt x="98551" y="1333500"/>
                </a:lnTo>
                <a:lnTo>
                  <a:pt x="94995" y="1320800"/>
                </a:lnTo>
                <a:close/>
              </a:path>
              <a:path w="127000" h="1371600">
                <a:moveTo>
                  <a:pt x="83819" y="1308100"/>
                </a:moveTo>
                <a:lnTo>
                  <a:pt x="60070" y="1308100"/>
                </a:lnTo>
                <a:lnTo>
                  <a:pt x="60832" y="1320800"/>
                </a:lnTo>
                <a:lnTo>
                  <a:pt x="87756" y="1320800"/>
                </a:lnTo>
                <a:lnTo>
                  <a:pt x="83819" y="1308100"/>
                </a:lnTo>
                <a:close/>
              </a:path>
              <a:path w="127000" h="1371600">
                <a:moveTo>
                  <a:pt x="76961" y="1295400"/>
                </a:moveTo>
                <a:lnTo>
                  <a:pt x="48386" y="1295400"/>
                </a:lnTo>
                <a:lnTo>
                  <a:pt x="52704" y="1308100"/>
                </a:lnTo>
                <a:lnTo>
                  <a:pt x="78485" y="1308100"/>
                </a:lnTo>
                <a:lnTo>
                  <a:pt x="76961" y="1295400"/>
                </a:lnTo>
                <a:close/>
              </a:path>
              <a:path w="127000" h="1371600">
                <a:moveTo>
                  <a:pt x="66547" y="1282700"/>
                </a:moveTo>
                <a:lnTo>
                  <a:pt x="42798" y="1282700"/>
                </a:lnTo>
                <a:lnTo>
                  <a:pt x="45973" y="1295400"/>
                </a:lnTo>
                <a:lnTo>
                  <a:pt x="70865" y="1295400"/>
                </a:lnTo>
                <a:lnTo>
                  <a:pt x="66547" y="1282700"/>
                </a:lnTo>
                <a:close/>
              </a:path>
              <a:path w="127000" h="1371600">
                <a:moveTo>
                  <a:pt x="61975" y="1270000"/>
                </a:moveTo>
                <a:lnTo>
                  <a:pt x="38481" y="1270000"/>
                </a:lnTo>
                <a:lnTo>
                  <a:pt x="41020" y="1282700"/>
                </a:lnTo>
                <a:lnTo>
                  <a:pt x="65277" y="1282700"/>
                </a:lnTo>
                <a:lnTo>
                  <a:pt x="61975" y="1270000"/>
                </a:lnTo>
                <a:close/>
              </a:path>
              <a:path w="127000" h="1371600">
                <a:moveTo>
                  <a:pt x="57022" y="1257300"/>
                </a:moveTo>
                <a:lnTo>
                  <a:pt x="35432" y="1257300"/>
                </a:lnTo>
                <a:lnTo>
                  <a:pt x="36829" y="1270000"/>
                </a:lnTo>
                <a:lnTo>
                  <a:pt x="58419" y="1270000"/>
                </a:lnTo>
                <a:lnTo>
                  <a:pt x="57022" y="1257300"/>
                </a:lnTo>
                <a:close/>
              </a:path>
              <a:path w="127000" h="1371600">
                <a:moveTo>
                  <a:pt x="53720" y="1244600"/>
                </a:moveTo>
                <a:lnTo>
                  <a:pt x="33019" y="1244600"/>
                </a:lnTo>
                <a:lnTo>
                  <a:pt x="34035" y="1257300"/>
                </a:lnTo>
                <a:lnTo>
                  <a:pt x="54863" y="1257300"/>
                </a:lnTo>
                <a:lnTo>
                  <a:pt x="53720" y="1244600"/>
                </a:lnTo>
                <a:close/>
              </a:path>
              <a:path w="127000" h="1371600">
                <a:moveTo>
                  <a:pt x="51688" y="1231900"/>
                </a:moveTo>
                <a:lnTo>
                  <a:pt x="30860" y="1231900"/>
                </a:lnTo>
                <a:lnTo>
                  <a:pt x="32257" y="1244600"/>
                </a:lnTo>
                <a:lnTo>
                  <a:pt x="53085" y="1244600"/>
                </a:lnTo>
                <a:lnTo>
                  <a:pt x="51688" y="1231900"/>
                </a:lnTo>
                <a:close/>
              </a:path>
              <a:path w="127000" h="1371600">
                <a:moveTo>
                  <a:pt x="50291" y="1155700"/>
                </a:moveTo>
                <a:lnTo>
                  <a:pt x="29336" y="1155700"/>
                </a:lnTo>
                <a:lnTo>
                  <a:pt x="28320" y="1168400"/>
                </a:lnTo>
                <a:lnTo>
                  <a:pt x="27939" y="1181100"/>
                </a:lnTo>
                <a:lnTo>
                  <a:pt x="27812" y="1193800"/>
                </a:lnTo>
                <a:lnTo>
                  <a:pt x="28193" y="1206500"/>
                </a:lnTo>
                <a:lnTo>
                  <a:pt x="29717" y="1219200"/>
                </a:lnTo>
                <a:lnTo>
                  <a:pt x="30352" y="1231900"/>
                </a:lnTo>
                <a:lnTo>
                  <a:pt x="51307" y="1231900"/>
                </a:lnTo>
                <a:lnTo>
                  <a:pt x="50672" y="1219200"/>
                </a:lnTo>
                <a:lnTo>
                  <a:pt x="49148" y="1206500"/>
                </a:lnTo>
                <a:lnTo>
                  <a:pt x="48894" y="1193800"/>
                </a:lnTo>
                <a:lnTo>
                  <a:pt x="48767" y="1181100"/>
                </a:lnTo>
                <a:lnTo>
                  <a:pt x="49148" y="1181100"/>
                </a:lnTo>
                <a:lnTo>
                  <a:pt x="49148" y="1168400"/>
                </a:lnTo>
                <a:lnTo>
                  <a:pt x="50291" y="1155700"/>
                </a:lnTo>
                <a:close/>
              </a:path>
              <a:path w="127000" h="1371600">
                <a:moveTo>
                  <a:pt x="57276" y="1003300"/>
                </a:moveTo>
                <a:lnTo>
                  <a:pt x="36702" y="1003300"/>
                </a:lnTo>
                <a:lnTo>
                  <a:pt x="35178" y="1028700"/>
                </a:lnTo>
                <a:lnTo>
                  <a:pt x="34797" y="1041400"/>
                </a:lnTo>
                <a:lnTo>
                  <a:pt x="34035" y="1054100"/>
                </a:lnTo>
                <a:lnTo>
                  <a:pt x="33654" y="1066800"/>
                </a:lnTo>
                <a:lnTo>
                  <a:pt x="33400" y="1079500"/>
                </a:lnTo>
                <a:lnTo>
                  <a:pt x="33273" y="1092200"/>
                </a:lnTo>
                <a:lnTo>
                  <a:pt x="32638" y="1104900"/>
                </a:lnTo>
                <a:lnTo>
                  <a:pt x="32638" y="1117600"/>
                </a:lnTo>
                <a:lnTo>
                  <a:pt x="31114" y="1130300"/>
                </a:lnTo>
                <a:lnTo>
                  <a:pt x="30733" y="1143000"/>
                </a:lnTo>
                <a:lnTo>
                  <a:pt x="29717" y="1155700"/>
                </a:lnTo>
                <a:lnTo>
                  <a:pt x="50545" y="1155700"/>
                </a:lnTo>
                <a:lnTo>
                  <a:pt x="51688" y="1143000"/>
                </a:lnTo>
                <a:lnTo>
                  <a:pt x="52069" y="1130300"/>
                </a:lnTo>
                <a:lnTo>
                  <a:pt x="51942" y="1130300"/>
                </a:lnTo>
                <a:lnTo>
                  <a:pt x="53466" y="1117600"/>
                </a:lnTo>
                <a:lnTo>
                  <a:pt x="53466" y="1104900"/>
                </a:lnTo>
                <a:lnTo>
                  <a:pt x="54228" y="1092200"/>
                </a:lnTo>
                <a:lnTo>
                  <a:pt x="54228" y="1079500"/>
                </a:lnTo>
                <a:lnTo>
                  <a:pt x="54482" y="1066800"/>
                </a:lnTo>
                <a:lnTo>
                  <a:pt x="54863" y="1054100"/>
                </a:lnTo>
                <a:lnTo>
                  <a:pt x="55625" y="1041400"/>
                </a:lnTo>
                <a:lnTo>
                  <a:pt x="55879" y="1028700"/>
                </a:lnTo>
                <a:lnTo>
                  <a:pt x="57276" y="1003300"/>
                </a:lnTo>
                <a:close/>
              </a:path>
              <a:path w="127000" h="1371600">
                <a:moveTo>
                  <a:pt x="52112" y="1128888"/>
                </a:moveTo>
                <a:lnTo>
                  <a:pt x="51942" y="1130300"/>
                </a:lnTo>
                <a:lnTo>
                  <a:pt x="52069" y="1130300"/>
                </a:lnTo>
                <a:lnTo>
                  <a:pt x="52112" y="1128888"/>
                </a:lnTo>
                <a:close/>
              </a:path>
              <a:path w="127000" h="1371600">
                <a:moveTo>
                  <a:pt x="61848" y="952500"/>
                </a:moveTo>
                <a:lnTo>
                  <a:pt x="40766" y="952500"/>
                </a:lnTo>
                <a:lnTo>
                  <a:pt x="40639" y="965200"/>
                </a:lnTo>
                <a:lnTo>
                  <a:pt x="40004" y="965200"/>
                </a:lnTo>
                <a:lnTo>
                  <a:pt x="38861" y="977900"/>
                </a:lnTo>
                <a:lnTo>
                  <a:pt x="37337" y="1003300"/>
                </a:lnTo>
                <a:lnTo>
                  <a:pt x="58038" y="1003300"/>
                </a:lnTo>
                <a:lnTo>
                  <a:pt x="59435" y="977900"/>
                </a:lnTo>
                <a:lnTo>
                  <a:pt x="60578" y="977900"/>
                </a:lnTo>
                <a:lnTo>
                  <a:pt x="61848" y="952500"/>
                </a:lnTo>
                <a:close/>
              </a:path>
              <a:path w="127000" h="1371600">
                <a:moveTo>
                  <a:pt x="62864" y="939800"/>
                </a:moveTo>
                <a:lnTo>
                  <a:pt x="42163" y="939800"/>
                </a:lnTo>
                <a:lnTo>
                  <a:pt x="41401" y="952500"/>
                </a:lnTo>
                <a:lnTo>
                  <a:pt x="62610" y="952500"/>
                </a:lnTo>
                <a:lnTo>
                  <a:pt x="62864" y="939800"/>
                </a:lnTo>
                <a:close/>
              </a:path>
              <a:path w="127000" h="1371600">
                <a:moveTo>
                  <a:pt x="65785" y="914400"/>
                </a:moveTo>
                <a:lnTo>
                  <a:pt x="44703" y="914400"/>
                </a:lnTo>
                <a:lnTo>
                  <a:pt x="43560" y="927100"/>
                </a:lnTo>
                <a:lnTo>
                  <a:pt x="43687" y="927100"/>
                </a:lnTo>
                <a:lnTo>
                  <a:pt x="42544" y="939800"/>
                </a:lnTo>
                <a:lnTo>
                  <a:pt x="64007" y="939800"/>
                </a:lnTo>
                <a:lnTo>
                  <a:pt x="65150" y="927100"/>
                </a:lnTo>
                <a:lnTo>
                  <a:pt x="65785" y="914400"/>
                </a:lnTo>
                <a:close/>
              </a:path>
              <a:path w="127000" h="1371600">
                <a:moveTo>
                  <a:pt x="65023" y="825500"/>
                </a:moveTo>
                <a:lnTo>
                  <a:pt x="44831" y="825500"/>
                </a:lnTo>
                <a:lnTo>
                  <a:pt x="45846" y="838200"/>
                </a:lnTo>
                <a:lnTo>
                  <a:pt x="45846" y="850900"/>
                </a:lnTo>
                <a:lnTo>
                  <a:pt x="46227" y="863600"/>
                </a:lnTo>
                <a:lnTo>
                  <a:pt x="46100" y="901700"/>
                </a:lnTo>
                <a:lnTo>
                  <a:pt x="45465" y="914400"/>
                </a:lnTo>
                <a:lnTo>
                  <a:pt x="65912" y="914400"/>
                </a:lnTo>
                <a:lnTo>
                  <a:pt x="66547" y="901700"/>
                </a:lnTo>
                <a:lnTo>
                  <a:pt x="66420" y="863600"/>
                </a:lnTo>
                <a:lnTo>
                  <a:pt x="66166" y="850900"/>
                </a:lnTo>
                <a:lnTo>
                  <a:pt x="66039" y="838200"/>
                </a:lnTo>
                <a:lnTo>
                  <a:pt x="65023" y="825500"/>
                </a:lnTo>
                <a:close/>
              </a:path>
              <a:path w="127000" h="1371600">
                <a:moveTo>
                  <a:pt x="63118" y="812800"/>
                </a:moveTo>
                <a:lnTo>
                  <a:pt x="43179" y="812800"/>
                </a:lnTo>
                <a:lnTo>
                  <a:pt x="44450" y="825500"/>
                </a:lnTo>
                <a:lnTo>
                  <a:pt x="64515" y="825500"/>
                </a:lnTo>
                <a:lnTo>
                  <a:pt x="63118" y="812800"/>
                </a:lnTo>
                <a:close/>
              </a:path>
              <a:path w="127000" h="1371600">
                <a:moveTo>
                  <a:pt x="58673" y="787400"/>
                </a:moveTo>
                <a:lnTo>
                  <a:pt x="38861" y="787400"/>
                </a:lnTo>
                <a:lnTo>
                  <a:pt x="40258" y="800100"/>
                </a:lnTo>
                <a:lnTo>
                  <a:pt x="42417" y="812800"/>
                </a:lnTo>
                <a:lnTo>
                  <a:pt x="62356" y="812800"/>
                </a:lnTo>
                <a:lnTo>
                  <a:pt x="60959" y="800100"/>
                </a:lnTo>
                <a:lnTo>
                  <a:pt x="60070" y="800100"/>
                </a:lnTo>
                <a:lnTo>
                  <a:pt x="58673" y="787400"/>
                </a:lnTo>
                <a:close/>
              </a:path>
              <a:path w="127000" h="1371600">
                <a:moveTo>
                  <a:pt x="55879" y="774700"/>
                </a:moveTo>
                <a:lnTo>
                  <a:pt x="36448" y="774700"/>
                </a:lnTo>
                <a:lnTo>
                  <a:pt x="38226" y="787400"/>
                </a:lnTo>
                <a:lnTo>
                  <a:pt x="57784" y="787400"/>
                </a:lnTo>
                <a:lnTo>
                  <a:pt x="55879" y="774700"/>
                </a:lnTo>
                <a:close/>
              </a:path>
              <a:path w="127000" h="1371600">
                <a:moveTo>
                  <a:pt x="52069" y="762000"/>
                </a:moveTo>
                <a:lnTo>
                  <a:pt x="31876" y="762000"/>
                </a:lnTo>
                <a:lnTo>
                  <a:pt x="33273" y="774700"/>
                </a:lnTo>
                <a:lnTo>
                  <a:pt x="54863" y="774700"/>
                </a:lnTo>
                <a:lnTo>
                  <a:pt x="52069" y="762000"/>
                </a:lnTo>
                <a:close/>
              </a:path>
              <a:path w="127000" h="1371600">
                <a:moveTo>
                  <a:pt x="39877" y="723900"/>
                </a:moveTo>
                <a:lnTo>
                  <a:pt x="18033" y="723900"/>
                </a:lnTo>
                <a:lnTo>
                  <a:pt x="21335" y="736600"/>
                </a:lnTo>
                <a:lnTo>
                  <a:pt x="23240" y="736600"/>
                </a:lnTo>
                <a:lnTo>
                  <a:pt x="26288" y="749300"/>
                </a:lnTo>
                <a:lnTo>
                  <a:pt x="28447" y="762000"/>
                </a:lnTo>
                <a:lnTo>
                  <a:pt x="50926" y="762000"/>
                </a:lnTo>
                <a:lnTo>
                  <a:pt x="47243" y="749300"/>
                </a:lnTo>
                <a:lnTo>
                  <a:pt x="45211" y="749300"/>
                </a:lnTo>
                <a:lnTo>
                  <a:pt x="39877" y="723900"/>
                </a:lnTo>
                <a:close/>
              </a:path>
              <a:path w="127000" h="1371600">
                <a:moveTo>
                  <a:pt x="30479" y="711200"/>
                </a:moveTo>
                <a:lnTo>
                  <a:pt x="10921" y="711200"/>
                </a:lnTo>
                <a:lnTo>
                  <a:pt x="12318" y="723900"/>
                </a:lnTo>
                <a:lnTo>
                  <a:pt x="34416" y="723900"/>
                </a:lnTo>
                <a:lnTo>
                  <a:pt x="30479" y="711200"/>
                </a:lnTo>
                <a:close/>
              </a:path>
              <a:path w="127000" h="1371600">
                <a:moveTo>
                  <a:pt x="34289" y="711200"/>
                </a:moveTo>
                <a:lnTo>
                  <a:pt x="34416" y="723900"/>
                </a:lnTo>
                <a:lnTo>
                  <a:pt x="36067" y="723900"/>
                </a:lnTo>
                <a:lnTo>
                  <a:pt x="34289" y="711200"/>
                </a:lnTo>
                <a:close/>
              </a:path>
              <a:path w="127000" h="1371600">
                <a:moveTo>
                  <a:pt x="24891" y="698500"/>
                </a:moveTo>
                <a:lnTo>
                  <a:pt x="5587" y="698500"/>
                </a:lnTo>
                <a:lnTo>
                  <a:pt x="6731" y="711200"/>
                </a:lnTo>
                <a:lnTo>
                  <a:pt x="29082" y="711200"/>
                </a:lnTo>
                <a:lnTo>
                  <a:pt x="24891" y="698500"/>
                </a:lnTo>
                <a:close/>
              </a:path>
              <a:path w="127000" h="1371600">
                <a:moveTo>
                  <a:pt x="20573" y="685800"/>
                </a:moveTo>
                <a:lnTo>
                  <a:pt x="381" y="685800"/>
                </a:lnTo>
                <a:lnTo>
                  <a:pt x="1142" y="698500"/>
                </a:lnTo>
                <a:lnTo>
                  <a:pt x="23875" y="698500"/>
                </a:lnTo>
                <a:lnTo>
                  <a:pt x="20573" y="685800"/>
                </a:lnTo>
                <a:close/>
              </a:path>
              <a:path w="127000" h="1371600">
                <a:moveTo>
                  <a:pt x="19811" y="673100"/>
                </a:moveTo>
                <a:lnTo>
                  <a:pt x="0" y="673100"/>
                </a:lnTo>
                <a:lnTo>
                  <a:pt x="0" y="685800"/>
                </a:lnTo>
                <a:lnTo>
                  <a:pt x="19811" y="685800"/>
                </a:lnTo>
                <a:lnTo>
                  <a:pt x="19811" y="673100"/>
                </a:lnTo>
                <a:close/>
              </a:path>
              <a:path w="127000" h="1371600">
                <a:moveTo>
                  <a:pt x="30098" y="660400"/>
                </a:moveTo>
                <a:lnTo>
                  <a:pt x="2666" y="660400"/>
                </a:lnTo>
                <a:lnTo>
                  <a:pt x="1396" y="673100"/>
                </a:lnTo>
                <a:lnTo>
                  <a:pt x="27558" y="673100"/>
                </a:lnTo>
                <a:lnTo>
                  <a:pt x="30098" y="660400"/>
                </a:lnTo>
                <a:close/>
              </a:path>
              <a:path w="127000" h="1371600">
                <a:moveTo>
                  <a:pt x="46227" y="647700"/>
                </a:moveTo>
                <a:lnTo>
                  <a:pt x="12191" y="647700"/>
                </a:lnTo>
                <a:lnTo>
                  <a:pt x="9651" y="660400"/>
                </a:lnTo>
                <a:lnTo>
                  <a:pt x="39115" y="660400"/>
                </a:lnTo>
                <a:lnTo>
                  <a:pt x="46227" y="647700"/>
                </a:lnTo>
                <a:close/>
              </a:path>
              <a:path w="127000" h="1371600">
                <a:moveTo>
                  <a:pt x="62354" y="635017"/>
                </a:moveTo>
                <a:lnTo>
                  <a:pt x="34788" y="635017"/>
                </a:lnTo>
                <a:lnTo>
                  <a:pt x="27558" y="647700"/>
                </a:lnTo>
                <a:lnTo>
                  <a:pt x="60578" y="647700"/>
                </a:lnTo>
                <a:lnTo>
                  <a:pt x="62354" y="635017"/>
                </a:lnTo>
                <a:close/>
              </a:path>
              <a:path w="127000" h="1371600">
                <a:moveTo>
                  <a:pt x="47878" y="622303"/>
                </a:moveTo>
                <a:lnTo>
                  <a:pt x="43306" y="622303"/>
                </a:lnTo>
                <a:lnTo>
                  <a:pt x="43306" y="635017"/>
                </a:lnTo>
                <a:lnTo>
                  <a:pt x="45081" y="635017"/>
                </a:lnTo>
                <a:lnTo>
                  <a:pt x="47878" y="622303"/>
                </a:lnTo>
                <a:close/>
              </a:path>
              <a:path w="127000" h="1371600">
                <a:moveTo>
                  <a:pt x="48513" y="622303"/>
                </a:moveTo>
                <a:lnTo>
                  <a:pt x="47878" y="622303"/>
                </a:lnTo>
                <a:lnTo>
                  <a:pt x="45081" y="635017"/>
                </a:lnTo>
                <a:lnTo>
                  <a:pt x="46224" y="635017"/>
                </a:lnTo>
                <a:lnTo>
                  <a:pt x="48513" y="622303"/>
                </a:lnTo>
                <a:close/>
              </a:path>
              <a:path w="127000" h="1371600">
                <a:moveTo>
                  <a:pt x="61213" y="609600"/>
                </a:moveTo>
                <a:lnTo>
                  <a:pt x="42798" y="609600"/>
                </a:lnTo>
                <a:lnTo>
                  <a:pt x="43561" y="622303"/>
                </a:lnTo>
                <a:lnTo>
                  <a:pt x="48513" y="622303"/>
                </a:lnTo>
                <a:lnTo>
                  <a:pt x="46224" y="635017"/>
                </a:lnTo>
                <a:lnTo>
                  <a:pt x="61467" y="635017"/>
                </a:lnTo>
                <a:lnTo>
                  <a:pt x="61213" y="609600"/>
                </a:lnTo>
                <a:close/>
              </a:path>
              <a:path w="127000" h="1371600">
                <a:moveTo>
                  <a:pt x="54101" y="546100"/>
                </a:moveTo>
                <a:lnTo>
                  <a:pt x="36321" y="546100"/>
                </a:lnTo>
                <a:lnTo>
                  <a:pt x="37337" y="558800"/>
                </a:lnTo>
                <a:lnTo>
                  <a:pt x="38100" y="571500"/>
                </a:lnTo>
                <a:lnTo>
                  <a:pt x="39496" y="584200"/>
                </a:lnTo>
                <a:lnTo>
                  <a:pt x="40258" y="596900"/>
                </a:lnTo>
                <a:lnTo>
                  <a:pt x="41656" y="609600"/>
                </a:lnTo>
                <a:lnTo>
                  <a:pt x="60325" y="609600"/>
                </a:lnTo>
                <a:lnTo>
                  <a:pt x="59562" y="596900"/>
                </a:lnTo>
                <a:lnTo>
                  <a:pt x="59181" y="596900"/>
                </a:lnTo>
                <a:lnTo>
                  <a:pt x="58038" y="584200"/>
                </a:lnTo>
                <a:lnTo>
                  <a:pt x="57403" y="584200"/>
                </a:lnTo>
                <a:lnTo>
                  <a:pt x="56134" y="573616"/>
                </a:lnTo>
                <a:lnTo>
                  <a:pt x="55244" y="558800"/>
                </a:lnTo>
                <a:lnTo>
                  <a:pt x="54101" y="546100"/>
                </a:lnTo>
                <a:close/>
              </a:path>
              <a:path w="127000" h="1371600">
                <a:moveTo>
                  <a:pt x="51815" y="520700"/>
                </a:moveTo>
                <a:lnTo>
                  <a:pt x="51942" y="533400"/>
                </a:lnTo>
                <a:lnTo>
                  <a:pt x="35178" y="533400"/>
                </a:lnTo>
                <a:lnTo>
                  <a:pt x="35559" y="546100"/>
                </a:lnTo>
                <a:lnTo>
                  <a:pt x="53466" y="546100"/>
                </a:lnTo>
                <a:lnTo>
                  <a:pt x="53085" y="533400"/>
                </a:lnTo>
                <a:lnTo>
                  <a:pt x="51815" y="520700"/>
                </a:lnTo>
                <a:close/>
              </a:path>
              <a:path w="127000" h="1371600">
                <a:moveTo>
                  <a:pt x="30225" y="330200"/>
                </a:moveTo>
                <a:lnTo>
                  <a:pt x="12700" y="330200"/>
                </a:lnTo>
                <a:lnTo>
                  <a:pt x="13715" y="342900"/>
                </a:lnTo>
                <a:lnTo>
                  <a:pt x="14096" y="355600"/>
                </a:lnTo>
                <a:lnTo>
                  <a:pt x="16001" y="368300"/>
                </a:lnTo>
                <a:lnTo>
                  <a:pt x="17398" y="381000"/>
                </a:lnTo>
                <a:lnTo>
                  <a:pt x="19557" y="393700"/>
                </a:lnTo>
                <a:lnTo>
                  <a:pt x="20954" y="406400"/>
                </a:lnTo>
                <a:lnTo>
                  <a:pt x="22986" y="419100"/>
                </a:lnTo>
                <a:lnTo>
                  <a:pt x="24129" y="431800"/>
                </a:lnTo>
                <a:lnTo>
                  <a:pt x="26288" y="444500"/>
                </a:lnTo>
                <a:lnTo>
                  <a:pt x="27304" y="457200"/>
                </a:lnTo>
                <a:lnTo>
                  <a:pt x="29082" y="482600"/>
                </a:lnTo>
                <a:lnTo>
                  <a:pt x="30225" y="495300"/>
                </a:lnTo>
                <a:lnTo>
                  <a:pt x="31622" y="508000"/>
                </a:lnTo>
                <a:lnTo>
                  <a:pt x="32765" y="508000"/>
                </a:lnTo>
                <a:lnTo>
                  <a:pt x="33781" y="520700"/>
                </a:lnTo>
                <a:lnTo>
                  <a:pt x="34162" y="533400"/>
                </a:lnTo>
                <a:lnTo>
                  <a:pt x="51942" y="533400"/>
                </a:lnTo>
                <a:lnTo>
                  <a:pt x="51561" y="520700"/>
                </a:lnTo>
                <a:lnTo>
                  <a:pt x="50545" y="508000"/>
                </a:lnTo>
                <a:lnTo>
                  <a:pt x="49402" y="495300"/>
                </a:lnTo>
                <a:lnTo>
                  <a:pt x="48006" y="482600"/>
                </a:lnTo>
                <a:lnTo>
                  <a:pt x="46862" y="469900"/>
                </a:lnTo>
                <a:lnTo>
                  <a:pt x="45084" y="457200"/>
                </a:lnTo>
                <a:lnTo>
                  <a:pt x="43941" y="444500"/>
                </a:lnTo>
                <a:lnTo>
                  <a:pt x="41782" y="431800"/>
                </a:lnTo>
                <a:lnTo>
                  <a:pt x="40639" y="419100"/>
                </a:lnTo>
                <a:lnTo>
                  <a:pt x="38481" y="393700"/>
                </a:lnTo>
                <a:lnTo>
                  <a:pt x="37083" y="393700"/>
                </a:lnTo>
                <a:lnTo>
                  <a:pt x="34797" y="368300"/>
                </a:lnTo>
                <a:lnTo>
                  <a:pt x="31622" y="355600"/>
                </a:lnTo>
                <a:lnTo>
                  <a:pt x="31368" y="342900"/>
                </a:lnTo>
                <a:lnTo>
                  <a:pt x="31241" y="342900"/>
                </a:lnTo>
                <a:lnTo>
                  <a:pt x="30225" y="330200"/>
                </a:lnTo>
                <a:close/>
              </a:path>
              <a:path w="127000" h="1371600">
                <a:moveTo>
                  <a:pt x="28828" y="317500"/>
                </a:moveTo>
                <a:lnTo>
                  <a:pt x="11302" y="317500"/>
                </a:lnTo>
                <a:lnTo>
                  <a:pt x="11937" y="330200"/>
                </a:lnTo>
                <a:lnTo>
                  <a:pt x="29463" y="330200"/>
                </a:lnTo>
                <a:lnTo>
                  <a:pt x="28828" y="317500"/>
                </a:lnTo>
                <a:close/>
              </a:path>
              <a:path w="127000" h="1371600">
                <a:moveTo>
                  <a:pt x="25653" y="127000"/>
                </a:moveTo>
                <a:lnTo>
                  <a:pt x="9397" y="127000"/>
                </a:lnTo>
                <a:lnTo>
                  <a:pt x="9270" y="139700"/>
                </a:lnTo>
                <a:lnTo>
                  <a:pt x="8889" y="152400"/>
                </a:lnTo>
                <a:lnTo>
                  <a:pt x="8762" y="177800"/>
                </a:lnTo>
                <a:lnTo>
                  <a:pt x="8635" y="177800"/>
                </a:lnTo>
                <a:lnTo>
                  <a:pt x="8508" y="215900"/>
                </a:lnTo>
                <a:lnTo>
                  <a:pt x="8381" y="228600"/>
                </a:lnTo>
                <a:lnTo>
                  <a:pt x="8762" y="241300"/>
                </a:lnTo>
                <a:lnTo>
                  <a:pt x="8762" y="266700"/>
                </a:lnTo>
                <a:lnTo>
                  <a:pt x="9397" y="279400"/>
                </a:lnTo>
                <a:lnTo>
                  <a:pt x="9778" y="292100"/>
                </a:lnTo>
                <a:lnTo>
                  <a:pt x="10540" y="304800"/>
                </a:lnTo>
                <a:lnTo>
                  <a:pt x="10794" y="317500"/>
                </a:lnTo>
                <a:lnTo>
                  <a:pt x="28447" y="317500"/>
                </a:lnTo>
                <a:lnTo>
                  <a:pt x="28066" y="304800"/>
                </a:lnTo>
                <a:lnTo>
                  <a:pt x="27304" y="292100"/>
                </a:lnTo>
                <a:lnTo>
                  <a:pt x="26923" y="279400"/>
                </a:lnTo>
                <a:lnTo>
                  <a:pt x="26314" y="269240"/>
                </a:lnTo>
                <a:lnTo>
                  <a:pt x="26161" y="254000"/>
                </a:lnTo>
                <a:lnTo>
                  <a:pt x="26161" y="241300"/>
                </a:lnTo>
                <a:lnTo>
                  <a:pt x="25781" y="228600"/>
                </a:lnTo>
                <a:lnTo>
                  <a:pt x="25781" y="215900"/>
                </a:lnTo>
                <a:lnTo>
                  <a:pt x="25653" y="215900"/>
                </a:lnTo>
                <a:lnTo>
                  <a:pt x="25526" y="177800"/>
                </a:lnTo>
                <a:lnTo>
                  <a:pt x="25400" y="152400"/>
                </a:lnTo>
                <a:lnTo>
                  <a:pt x="25653" y="139700"/>
                </a:lnTo>
                <a:lnTo>
                  <a:pt x="25653" y="127000"/>
                </a:lnTo>
                <a:close/>
              </a:path>
              <a:path w="127000" h="1371600">
                <a:moveTo>
                  <a:pt x="26288" y="114300"/>
                </a:moveTo>
                <a:lnTo>
                  <a:pt x="10159" y="114300"/>
                </a:lnTo>
                <a:lnTo>
                  <a:pt x="9778" y="127000"/>
                </a:lnTo>
                <a:lnTo>
                  <a:pt x="25907" y="127000"/>
                </a:lnTo>
                <a:lnTo>
                  <a:pt x="26288" y="114300"/>
                </a:lnTo>
                <a:close/>
              </a:path>
              <a:path w="127000" h="1371600">
                <a:moveTo>
                  <a:pt x="27177" y="101600"/>
                </a:moveTo>
                <a:lnTo>
                  <a:pt x="10667" y="101600"/>
                </a:lnTo>
                <a:lnTo>
                  <a:pt x="10540" y="114300"/>
                </a:lnTo>
                <a:lnTo>
                  <a:pt x="26542" y="114300"/>
                </a:lnTo>
                <a:lnTo>
                  <a:pt x="27177" y="101600"/>
                </a:lnTo>
                <a:close/>
              </a:path>
              <a:path w="127000" h="1371600">
                <a:moveTo>
                  <a:pt x="27939" y="88900"/>
                </a:moveTo>
                <a:lnTo>
                  <a:pt x="12064" y="88900"/>
                </a:lnTo>
                <a:lnTo>
                  <a:pt x="11683" y="101600"/>
                </a:lnTo>
                <a:lnTo>
                  <a:pt x="27558" y="101600"/>
                </a:lnTo>
                <a:lnTo>
                  <a:pt x="27939" y="88900"/>
                </a:lnTo>
                <a:close/>
              </a:path>
              <a:path w="127000" h="1371600">
                <a:moveTo>
                  <a:pt x="28447" y="88900"/>
                </a:moveTo>
                <a:lnTo>
                  <a:pt x="27939" y="88900"/>
                </a:lnTo>
                <a:lnTo>
                  <a:pt x="27812" y="101600"/>
                </a:lnTo>
                <a:lnTo>
                  <a:pt x="28447" y="88900"/>
                </a:lnTo>
                <a:close/>
              </a:path>
              <a:path w="127000" h="1371600">
                <a:moveTo>
                  <a:pt x="30479" y="76200"/>
                </a:moveTo>
                <a:lnTo>
                  <a:pt x="13969" y="76200"/>
                </a:lnTo>
                <a:lnTo>
                  <a:pt x="12953" y="88900"/>
                </a:lnTo>
                <a:lnTo>
                  <a:pt x="29463" y="88900"/>
                </a:lnTo>
                <a:lnTo>
                  <a:pt x="30479" y="76200"/>
                </a:lnTo>
                <a:close/>
              </a:path>
              <a:path w="127000" h="1371600">
                <a:moveTo>
                  <a:pt x="32003" y="63500"/>
                </a:moveTo>
                <a:lnTo>
                  <a:pt x="16636" y="63500"/>
                </a:lnTo>
                <a:lnTo>
                  <a:pt x="15239" y="76200"/>
                </a:lnTo>
                <a:lnTo>
                  <a:pt x="30606" y="76200"/>
                </a:lnTo>
                <a:lnTo>
                  <a:pt x="32003" y="63500"/>
                </a:lnTo>
                <a:close/>
              </a:path>
              <a:path w="127000" h="1371600">
                <a:moveTo>
                  <a:pt x="34670" y="50800"/>
                </a:moveTo>
                <a:lnTo>
                  <a:pt x="19811" y="50800"/>
                </a:lnTo>
                <a:lnTo>
                  <a:pt x="17906" y="63500"/>
                </a:lnTo>
                <a:lnTo>
                  <a:pt x="32892" y="63500"/>
                </a:lnTo>
                <a:lnTo>
                  <a:pt x="34670" y="50800"/>
                </a:lnTo>
                <a:close/>
              </a:path>
              <a:path w="127000" h="1371600">
                <a:moveTo>
                  <a:pt x="36956" y="38100"/>
                </a:moveTo>
                <a:lnTo>
                  <a:pt x="22478" y="38100"/>
                </a:lnTo>
                <a:lnTo>
                  <a:pt x="20954" y="50800"/>
                </a:lnTo>
                <a:lnTo>
                  <a:pt x="35559" y="50800"/>
                </a:lnTo>
                <a:lnTo>
                  <a:pt x="36956" y="38100"/>
                </a:lnTo>
                <a:close/>
              </a:path>
              <a:path w="127000" h="1371600">
                <a:moveTo>
                  <a:pt x="39242" y="25400"/>
                </a:moveTo>
                <a:lnTo>
                  <a:pt x="25272" y="25400"/>
                </a:lnTo>
                <a:lnTo>
                  <a:pt x="24129" y="38100"/>
                </a:lnTo>
                <a:lnTo>
                  <a:pt x="38226" y="38100"/>
                </a:lnTo>
                <a:lnTo>
                  <a:pt x="39242" y="25400"/>
                </a:lnTo>
                <a:close/>
              </a:path>
              <a:path w="127000" h="1371600">
                <a:moveTo>
                  <a:pt x="42544" y="12700"/>
                </a:moveTo>
                <a:lnTo>
                  <a:pt x="28066" y="12700"/>
                </a:lnTo>
                <a:lnTo>
                  <a:pt x="27685" y="25400"/>
                </a:lnTo>
                <a:lnTo>
                  <a:pt x="41909" y="25400"/>
                </a:lnTo>
                <a:lnTo>
                  <a:pt x="42544" y="12700"/>
                </a:lnTo>
                <a:close/>
              </a:path>
              <a:path w="127000" h="1371600">
                <a:moveTo>
                  <a:pt x="54990" y="0"/>
                </a:moveTo>
                <a:lnTo>
                  <a:pt x="37083" y="0"/>
                </a:lnTo>
                <a:lnTo>
                  <a:pt x="32765" y="12700"/>
                </a:lnTo>
                <a:lnTo>
                  <a:pt x="46481" y="12700"/>
                </a:lnTo>
                <a:lnTo>
                  <a:pt x="5499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121660" y="3104642"/>
            <a:ext cx="176529" cy="11099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87725" y="3017647"/>
            <a:ext cx="629158" cy="213232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068195" y="3450335"/>
            <a:ext cx="128397" cy="10160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351023" y="3369945"/>
            <a:ext cx="120522" cy="31750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550541" y="3410711"/>
            <a:ext cx="278129" cy="183641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398145" y="367728"/>
            <a:ext cx="4308475" cy="5124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0"/>
              </a:spcBef>
              <a:tabLst>
                <a:tab pos="1356995" algn="l"/>
              </a:tabLst>
            </a:pPr>
            <a:r>
              <a:rPr sz="1550" spc="-10" dirty="0">
                <a:latin typeface="Verdana"/>
                <a:cs typeface="Verdana"/>
              </a:rPr>
              <a:t>Training</a:t>
            </a:r>
            <a:r>
              <a:rPr sz="1550" dirty="0">
                <a:latin typeface="Verdana"/>
                <a:cs typeface="Verdana"/>
              </a:rPr>
              <a:t>	Data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used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</a:t>
            </a:r>
            <a:r>
              <a:rPr sz="1550" spc="10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train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model </a:t>
            </a:r>
            <a:r>
              <a:rPr sz="1550" spc="-20" dirty="0">
                <a:latin typeface="Verdana"/>
                <a:cs typeface="Verdana"/>
              </a:rPr>
              <a:t>set:</a:t>
            </a:r>
            <a:endParaRPr sz="1550">
              <a:latin typeface="Verdana"/>
              <a:cs typeface="Verdan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149473" y="3375278"/>
            <a:ext cx="273176" cy="288416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523503" y="3379089"/>
            <a:ext cx="170894" cy="236982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765043" y="3346322"/>
            <a:ext cx="486027" cy="351789"/>
          </a:xfrm>
          <a:prstGeom prst="rect">
            <a:avLst/>
          </a:prstGeom>
        </p:spPr>
      </p:pic>
      <p:sp>
        <p:nvSpPr>
          <p:cNvPr id="44" name="object 44" descr="$PPTXTitle"/>
          <p:cNvSpPr txBox="1">
            <a:spLocks noGrp="1"/>
          </p:cNvSpPr>
          <p:nvPr>
            <p:ph type="title"/>
          </p:nvPr>
        </p:nvSpPr>
        <p:spPr>
          <a:xfrm>
            <a:off x="368300" y="22542"/>
            <a:ext cx="16186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/>
              <a:t>Terminology</a:t>
            </a:r>
            <a:endParaRPr sz="2000"/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2225" marR="5080" indent="-9525">
              <a:lnSpc>
                <a:spcPts val="5710"/>
              </a:lnSpc>
              <a:spcBef>
                <a:spcPts val="260"/>
              </a:spcBef>
            </a:pPr>
            <a:r>
              <a:rPr sz="4800" dirty="0">
                <a:solidFill>
                  <a:srgbClr val="0070EA"/>
                </a:solidFill>
              </a:rPr>
              <a:t>Linear</a:t>
            </a:r>
            <a:r>
              <a:rPr sz="4800" spc="-65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Regression </a:t>
            </a:r>
            <a:r>
              <a:rPr sz="4800" dirty="0">
                <a:solidFill>
                  <a:srgbClr val="0070EA"/>
                </a:solidFill>
              </a:rPr>
              <a:t>with</a:t>
            </a:r>
            <a:r>
              <a:rPr sz="4800" spc="-45" dirty="0">
                <a:solidFill>
                  <a:srgbClr val="0070EA"/>
                </a:solidFill>
              </a:rPr>
              <a:t> </a:t>
            </a:r>
            <a:r>
              <a:rPr sz="4800" dirty="0">
                <a:solidFill>
                  <a:srgbClr val="0070EA"/>
                </a:solidFill>
              </a:rPr>
              <a:t>One</a:t>
            </a:r>
            <a:r>
              <a:rPr sz="4800" spc="-75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Variable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374771" y="3144447"/>
            <a:ext cx="5033010" cy="1570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6760" marR="5080" indent="-734695">
              <a:lnSpc>
                <a:spcPct val="115199"/>
              </a:lnSpc>
              <a:spcBef>
                <a:spcPts val="90"/>
              </a:spcBef>
            </a:pPr>
            <a:r>
              <a:rPr sz="4400" dirty="0">
                <a:latin typeface="Verdana"/>
                <a:cs typeface="Verdana"/>
              </a:rPr>
              <a:t>Linear</a:t>
            </a:r>
            <a:r>
              <a:rPr sz="4400" spc="-85" dirty="0">
                <a:latin typeface="Verdana"/>
                <a:cs typeface="Verdana"/>
              </a:rPr>
              <a:t> </a:t>
            </a:r>
            <a:r>
              <a:rPr sz="4400" spc="-10" dirty="0">
                <a:latin typeface="Verdana"/>
                <a:cs typeface="Verdana"/>
              </a:rPr>
              <a:t>Regression </a:t>
            </a:r>
            <a:r>
              <a:rPr sz="4400" dirty="0">
                <a:latin typeface="Verdana"/>
                <a:cs typeface="Verdana"/>
              </a:rPr>
              <a:t>Model</a:t>
            </a:r>
            <a:r>
              <a:rPr sz="4400" spc="-155" dirty="0">
                <a:latin typeface="Verdana"/>
                <a:cs typeface="Verdana"/>
              </a:rPr>
              <a:t> </a:t>
            </a:r>
            <a:r>
              <a:rPr sz="4400" dirty="0">
                <a:latin typeface="Verdana"/>
                <a:cs typeface="Verdana"/>
              </a:rPr>
              <a:t>Part</a:t>
            </a:r>
            <a:r>
              <a:rPr sz="4400" spc="-20" dirty="0">
                <a:latin typeface="Verdana"/>
                <a:cs typeface="Verdana"/>
              </a:rPr>
              <a:t> </a:t>
            </a:r>
            <a:r>
              <a:rPr sz="4400" spc="-50" dirty="0">
                <a:latin typeface="Verdana"/>
                <a:cs typeface="Verdana"/>
              </a:rPr>
              <a:t>2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03844" y="4750117"/>
            <a:ext cx="10071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Andrew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900" y="133350"/>
            <a:ext cx="1943100" cy="590550"/>
          </a:xfrm>
          <a:custGeom>
            <a:avLst/>
            <a:gdLst/>
            <a:ahLst/>
            <a:cxnLst/>
            <a:rect l="l" t="t" r="r" b="b"/>
            <a:pathLst>
              <a:path w="1943100" h="590550">
                <a:moveTo>
                  <a:pt x="0" y="98425"/>
                </a:moveTo>
                <a:lnTo>
                  <a:pt x="7735" y="60114"/>
                </a:lnTo>
                <a:lnTo>
                  <a:pt x="28828" y="28829"/>
                </a:lnTo>
                <a:lnTo>
                  <a:pt x="60114" y="7735"/>
                </a:lnTo>
                <a:lnTo>
                  <a:pt x="98425" y="0"/>
                </a:lnTo>
                <a:lnTo>
                  <a:pt x="1844675" y="0"/>
                </a:lnTo>
                <a:lnTo>
                  <a:pt x="1882985" y="7735"/>
                </a:lnTo>
                <a:lnTo>
                  <a:pt x="1914270" y="28828"/>
                </a:lnTo>
                <a:lnTo>
                  <a:pt x="1935364" y="60114"/>
                </a:lnTo>
                <a:lnTo>
                  <a:pt x="1943100" y="98425"/>
                </a:lnTo>
                <a:lnTo>
                  <a:pt x="1943100" y="492125"/>
                </a:lnTo>
                <a:lnTo>
                  <a:pt x="1935364" y="530435"/>
                </a:lnTo>
                <a:lnTo>
                  <a:pt x="1914271" y="561720"/>
                </a:lnTo>
                <a:lnTo>
                  <a:pt x="1882985" y="582814"/>
                </a:lnTo>
                <a:lnTo>
                  <a:pt x="1844675" y="590550"/>
                </a:lnTo>
                <a:lnTo>
                  <a:pt x="98425" y="590550"/>
                </a:lnTo>
                <a:lnTo>
                  <a:pt x="60114" y="582814"/>
                </a:lnTo>
                <a:lnTo>
                  <a:pt x="28828" y="561721"/>
                </a:lnTo>
                <a:lnTo>
                  <a:pt x="7735" y="530435"/>
                </a:lnTo>
                <a:lnTo>
                  <a:pt x="0" y="492125"/>
                </a:lnTo>
                <a:lnTo>
                  <a:pt x="0" y="9842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46453" y="253365"/>
            <a:ext cx="147891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Verdana"/>
                <a:cs typeface="Verdana"/>
              </a:rPr>
              <a:t>training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set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4375" y="1000125"/>
            <a:ext cx="2676525" cy="1524000"/>
            <a:chOff x="714375" y="1000125"/>
            <a:chExt cx="2676525" cy="1524000"/>
          </a:xfrm>
        </p:grpSpPr>
        <p:sp>
          <p:nvSpPr>
            <p:cNvPr id="6" name="object 6"/>
            <p:cNvSpPr/>
            <p:nvPr/>
          </p:nvSpPr>
          <p:spPr>
            <a:xfrm>
              <a:off x="733425" y="1019175"/>
              <a:ext cx="2638425" cy="600075"/>
            </a:xfrm>
            <a:custGeom>
              <a:avLst/>
              <a:gdLst/>
              <a:ahLst/>
              <a:cxnLst/>
              <a:rect l="l" t="t" r="r" b="b"/>
              <a:pathLst>
                <a:path w="2638425" h="600075">
                  <a:moveTo>
                    <a:pt x="0" y="100075"/>
                  </a:moveTo>
                  <a:lnTo>
                    <a:pt x="7859" y="61132"/>
                  </a:lnTo>
                  <a:lnTo>
                    <a:pt x="29294" y="29321"/>
                  </a:lnTo>
                  <a:lnTo>
                    <a:pt x="61084" y="7868"/>
                  </a:lnTo>
                  <a:lnTo>
                    <a:pt x="100012" y="0"/>
                  </a:lnTo>
                  <a:lnTo>
                    <a:pt x="2538349" y="0"/>
                  </a:lnTo>
                  <a:lnTo>
                    <a:pt x="2577292" y="7868"/>
                  </a:lnTo>
                  <a:lnTo>
                    <a:pt x="2609103" y="29321"/>
                  </a:lnTo>
                  <a:lnTo>
                    <a:pt x="2630556" y="61132"/>
                  </a:lnTo>
                  <a:lnTo>
                    <a:pt x="2638425" y="100075"/>
                  </a:lnTo>
                  <a:lnTo>
                    <a:pt x="2638425" y="499999"/>
                  </a:lnTo>
                  <a:lnTo>
                    <a:pt x="2630556" y="538942"/>
                  </a:lnTo>
                  <a:lnTo>
                    <a:pt x="2609103" y="570753"/>
                  </a:lnTo>
                  <a:lnTo>
                    <a:pt x="2577292" y="592206"/>
                  </a:lnTo>
                  <a:lnTo>
                    <a:pt x="2538349" y="600075"/>
                  </a:lnTo>
                  <a:lnTo>
                    <a:pt x="100012" y="600075"/>
                  </a:lnTo>
                  <a:lnTo>
                    <a:pt x="61084" y="592206"/>
                  </a:lnTo>
                  <a:lnTo>
                    <a:pt x="29294" y="570753"/>
                  </a:lnTo>
                  <a:lnTo>
                    <a:pt x="7859" y="538942"/>
                  </a:lnTo>
                  <a:lnTo>
                    <a:pt x="0" y="499999"/>
                  </a:lnTo>
                  <a:lnTo>
                    <a:pt x="0" y="10007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04975" y="1914525"/>
              <a:ext cx="714375" cy="590550"/>
            </a:xfrm>
            <a:custGeom>
              <a:avLst/>
              <a:gdLst/>
              <a:ahLst/>
              <a:cxnLst/>
              <a:rect l="l" t="t" r="r" b="b"/>
              <a:pathLst>
                <a:path w="714375" h="590550">
                  <a:moveTo>
                    <a:pt x="0" y="98425"/>
                  </a:moveTo>
                  <a:lnTo>
                    <a:pt x="7735" y="60114"/>
                  </a:lnTo>
                  <a:lnTo>
                    <a:pt x="28828" y="28829"/>
                  </a:lnTo>
                  <a:lnTo>
                    <a:pt x="60114" y="7735"/>
                  </a:lnTo>
                  <a:lnTo>
                    <a:pt x="98425" y="0"/>
                  </a:lnTo>
                  <a:lnTo>
                    <a:pt x="615950" y="0"/>
                  </a:lnTo>
                  <a:lnTo>
                    <a:pt x="654260" y="7735"/>
                  </a:lnTo>
                  <a:lnTo>
                    <a:pt x="685545" y="28828"/>
                  </a:lnTo>
                  <a:lnTo>
                    <a:pt x="706639" y="60114"/>
                  </a:lnTo>
                  <a:lnTo>
                    <a:pt x="714375" y="98425"/>
                  </a:lnTo>
                  <a:lnTo>
                    <a:pt x="714375" y="492125"/>
                  </a:lnTo>
                  <a:lnTo>
                    <a:pt x="706639" y="530435"/>
                  </a:lnTo>
                  <a:lnTo>
                    <a:pt x="685546" y="561720"/>
                  </a:lnTo>
                  <a:lnTo>
                    <a:pt x="654260" y="582814"/>
                  </a:lnTo>
                  <a:lnTo>
                    <a:pt x="615950" y="590550"/>
                  </a:lnTo>
                  <a:lnTo>
                    <a:pt x="98425" y="590550"/>
                  </a:lnTo>
                  <a:lnTo>
                    <a:pt x="60114" y="582814"/>
                  </a:lnTo>
                  <a:lnTo>
                    <a:pt x="28829" y="561721"/>
                  </a:lnTo>
                  <a:lnTo>
                    <a:pt x="7735" y="530435"/>
                  </a:lnTo>
                  <a:lnTo>
                    <a:pt x="0" y="492125"/>
                  </a:lnTo>
                  <a:lnTo>
                    <a:pt x="0" y="98425"/>
                  </a:lnTo>
                  <a:close/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93318" y="1132141"/>
            <a:ext cx="25222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Verdana"/>
                <a:cs typeface="Verdana"/>
              </a:rPr>
              <a:t>learning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algorithm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6435" y="1989835"/>
            <a:ext cx="19367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40" dirty="0">
                <a:solidFill>
                  <a:srgbClr val="0096FF"/>
                </a:solidFill>
                <a:latin typeface="Cambria Math"/>
                <a:cs typeface="Cambria Math"/>
              </a:rPr>
              <a:t>f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294" y="2003996"/>
            <a:ext cx="1625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65" dirty="0">
                <a:solidFill>
                  <a:srgbClr val="FFAB40"/>
                </a:solidFill>
                <a:latin typeface="Cambria Math"/>
                <a:cs typeface="Cambria Math"/>
              </a:rPr>
              <a:t>x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76325" y="742822"/>
            <a:ext cx="1949450" cy="1591310"/>
          </a:xfrm>
          <a:custGeom>
            <a:avLst/>
            <a:gdLst/>
            <a:ahLst/>
            <a:cxnLst/>
            <a:rect l="l" t="t" r="r" b="b"/>
            <a:pathLst>
              <a:path w="1949450" h="1591310">
                <a:moveTo>
                  <a:pt x="615442" y="1466977"/>
                </a:moveTo>
                <a:lnTo>
                  <a:pt x="592582" y="1447927"/>
                </a:lnTo>
                <a:lnTo>
                  <a:pt x="483616" y="1357122"/>
                </a:lnTo>
                <a:lnTo>
                  <a:pt x="476999" y="1353527"/>
                </a:lnTo>
                <a:lnTo>
                  <a:pt x="452450" y="1373466"/>
                </a:lnTo>
                <a:lnTo>
                  <a:pt x="454469" y="1380451"/>
                </a:lnTo>
                <a:lnTo>
                  <a:pt x="459232" y="1386332"/>
                </a:lnTo>
                <a:lnTo>
                  <a:pt x="533133" y="1447927"/>
                </a:lnTo>
                <a:lnTo>
                  <a:pt x="0" y="1447927"/>
                </a:lnTo>
                <a:lnTo>
                  <a:pt x="0" y="1486027"/>
                </a:lnTo>
                <a:lnTo>
                  <a:pt x="533133" y="1486027"/>
                </a:lnTo>
                <a:lnTo>
                  <a:pt x="556006" y="1466977"/>
                </a:lnTo>
                <a:lnTo>
                  <a:pt x="459232" y="1547622"/>
                </a:lnTo>
                <a:lnTo>
                  <a:pt x="454469" y="1553514"/>
                </a:lnTo>
                <a:lnTo>
                  <a:pt x="452450" y="1560499"/>
                </a:lnTo>
                <a:lnTo>
                  <a:pt x="453212" y="1567751"/>
                </a:lnTo>
                <a:lnTo>
                  <a:pt x="456819" y="1574419"/>
                </a:lnTo>
                <a:lnTo>
                  <a:pt x="462711" y="1579181"/>
                </a:lnTo>
                <a:lnTo>
                  <a:pt x="469734" y="1581200"/>
                </a:lnTo>
                <a:lnTo>
                  <a:pt x="476999" y="1580438"/>
                </a:lnTo>
                <a:lnTo>
                  <a:pt x="483616" y="1576832"/>
                </a:lnTo>
                <a:lnTo>
                  <a:pt x="592582" y="1486027"/>
                </a:lnTo>
                <a:lnTo>
                  <a:pt x="615442" y="1466977"/>
                </a:lnTo>
                <a:close/>
              </a:path>
              <a:path w="1949450" h="1591310">
                <a:moveTo>
                  <a:pt x="1095908" y="136245"/>
                </a:moveTo>
                <a:lnTo>
                  <a:pt x="1093901" y="129222"/>
                </a:lnTo>
                <a:lnTo>
                  <a:pt x="1089152" y="123317"/>
                </a:lnTo>
                <a:lnTo>
                  <a:pt x="1082535" y="119659"/>
                </a:lnTo>
                <a:lnTo>
                  <a:pt x="1075270" y="118897"/>
                </a:lnTo>
                <a:lnTo>
                  <a:pt x="1068247" y="120916"/>
                </a:lnTo>
                <a:lnTo>
                  <a:pt x="1062355" y="125603"/>
                </a:lnTo>
                <a:lnTo>
                  <a:pt x="1000455" y="199237"/>
                </a:lnTo>
                <a:lnTo>
                  <a:pt x="1001268" y="254"/>
                </a:lnTo>
                <a:lnTo>
                  <a:pt x="963168" y="0"/>
                </a:lnTo>
                <a:lnTo>
                  <a:pt x="962355" y="199072"/>
                </a:lnTo>
                <a:lnTo>
                  <a:pt x="901065" y="124968"/>
                </a:lnTo>
                <a:lnTo>
                  <a:pt x="895172" y="120205"/>
                </a:lnTo>
                <a:lnTo>
                  <a:pt x="888187" y="118135"/>
                </a:lnTo>
                <a:lnTo>
                  <a:pt x="880465" y="118897"/>
                </a:lnTo>
                <a:lnTo>
                  <a:pt x="880846" y="118897"/>
                </a:lnTo>
                <a:lnTo>
                  <a:pt x="874268" y="122428"/>
                </a:lnTo>
                <a:lnTo>
                  <a:pt x="869492" y="128270"/>
                </a:lnTo>
                <a:lnTo>
                  <a:pt x="867422" y="135267"/>
                </a:lnTo>
                <a:lnTo>
                  <a:pt x="868133" y="142544"/>
                </a:lnTo>
                <a:lnTo>
                  <a:pt x="871728" y="149225"/>
                </a:lnTo>
                <a:lnTo>
                  <a:pt x="981075" y="281559"/>
                </a:lnTo>
                <a:lnTo>
                  <a:pt x="1006017" y="251841"/>
                </a:lnTo>
                <a:lnTo>
                  <a:pt x="1091438" y="150114"/>
                </a:lnTo>
                <a:lnTo>
                  <a:pt x="1095108" y="143510"/>
                </a:lnTo>
                <a:lnTo>
                  <a:pt x="1095908" y="136245"/>
                </a:lnTo>
                <a:close/>
              </a:path>
              <a:path w="1949450" h="1591310">
                <a:moveTo>
                  <a:pt x="1098778" y="1018641"/>
                </a:moveTo>
                <a:lnTo>
                  <a:pt x="1096568" y="1011707"/>
                </a:lnTo>
                <a:lnTo>
                  <a:pt x="1091692" y="1005967"/>
                </a:lnTo>
                <a:lnTo>
                  <a:pt x="1084948" y="1002499"/>
                </a:lnTo>
                <a:lnTo>
                  <a:pt x="1077671" y="1001928"/>
                </a:lnTo>
                <a:lnTo>
                  <a:pt x="1070698" y="1004138"/>
                </a:lnTo>
                <a:lnTo>
                  <a:pt x="1064895" y="1009015"/>
                </a:lnTo>
                <a:lnTo>
                  <a:pt x="1005192" y="1084300"/>
                </a:lnTo>
                <a:lnTo>
                  <a:pt x="1000137" y="876935"/>
                </a:lnTo>
                <a:lnTo>
                  <a:pt x="1000125" y="875919"/>
                </a:lnTo>
                <a:lnTo>
                  <a:pt x="962025" y="876935"/>
                </a:lnTo>
                <a:lnTo>
                  <a:pt x="967066" y="1084300"/>
                </a:lnTo>
                <a:lnTo>
                  <a:pt x="967092" y="1085265"/>
                </a:lnTo>
                <a:lnTo>
                  <a:pt x="903732" y="1012952"/>
                </a:lnTo>
                <a:lnTo>
                  <a:pt x="897750" y="1008380"/>
                </a:lnTo>
                <a:lnTo>
                  <a:pt x="890714" y="1006500"/>
                </a:lnTo>
                <a:lnTo>
                  <a:pt x="883475" y="1007402"/>
                </a:lnTo>
                <a:lnTo>
                  <a:pt x="876935" y="1011174"/>
                </a:lnTo>
                <a:lnTo>
                  <a:pt x="872286" y="1017155"/>
                </a:lnTo>
                <a:lnTo>
                  <a:pt x="870407" y="1024204"/>
                </a:lnTo>
                <a:lnTo>
                  <a:pt x="871308" y="1031430"/>
                </a:lnTo>
                <a:lnTo>
                  <a:pt x="875030" y="1037971"/>
                </a:lnTo>
                <a:lnTo>
                  <a:pt x="988187" y="1167130"/>
                </a:lnTo>
                <a:lnTo>
                  <a:pt x="1011326" y="1137920"/>
                </a:lnTo>
                <a:lnTo>
                  <a:pt x="1094740" y="1032637"/>
                </a:lnTo>
                <a:lnTo>
                  <a:pt x="1098207" y="1025906"/>
                </a:lnTo>
                <a:lnTo>
                  <a:pt x="1098778" y="1018641"/>
                </a:lnTo>
                <a:close/>
              </a:path>
              <a:path w="1949450" h="1591310">
                <a:moveTo>
                  <a:pt x="1948942" y="1476502"/>
                </a:moveTo>
                <a:lnTo>
                  <a:pt x="1926082" y="1457452"/>
                </a:lnTo>
                <a:lnTo>
                  <a:pt x="1817116" y="1366647"/>
                </a:lnTo>
                <a:lnTo>
                  <a:pt x="1810499" y="1363052"/>
                </a:lnTo>
                <a:lnTo>
                  <a:pt x="1785950" y="1382991"/>
                </a:lnTo>
                <a:lnTo>
                  <a:pt x="1787969" y="1389976"/>
                </a:lnTo>
                <a:lnTo>
                  <a:pt x="1792732" y="1395857"/>
                </a:lnTo>
                <a:lnTo>
                  <a:pt x="1866646" y="1457452"/>
                </a:lnTo>
                <a:lnTo>
                  <a:pt x="1333500" y="1457452"/>
                </a:lnTo>
                <a:lnTo>
                  <a:pt x="1333500" y="1495552"/>
                </a:lnTo>
                <a:lnTo>
                  <a:pt x="1866646" y="1495552"/>
                </a:lnTo>
                <a:lnTo>
                  <a:pt x="1792732" y="1557147"/>
                </a:lnTo>
                <a:lnTo>
                  <a:pt x="1787969" y="1563039"/>
                </a:lnTo>
                <a:lnTo>
                  <a:pt x="1785950" y="1570024"/>
                </a:lnTo>
                <a:lnTo>
                  <a:pt x="1786712" y="1577276"/>
                </a:lnTo>
                <a:lnTo>
                  <a:pt x="1790319" y="1583944"/>
                </a:lnTo>
                <a:lnTo>
                  <a:pt x="1796211" y="1588706"/>
                </a:lnTo>
                <a:lnTo>
                  <a:pt x="1803234" y="1590725"/>
                </a:lnTo>
                <a:lnTo>
                  <a:pt x="1810499" y="1589963"/>
                </a:lnTo>
                <a:lnTo>
                  <a:pt x="1817116" y="1586357"/>
                </a:lnTo>
                <a:lnTo>
                  <a:pt x="1926082" y="1495552"/>
                </a:lnTo>
                <a:lnTo>
                  <a:pt x="1948942" y="14765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0330" y="2719704"/>
            <a:ext cx="95885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solidFill>
                  <a:srgbClr val="FF9300"/>
                </a:solidFill>
                <a:latin typeface="Verdana"/>
                <a:cs typeface="Verdana"/>
              </a:rPr>
              <a:t>feature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64716" y="2724086"/>
            <a:ext cx="8121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0096FF"/>
                </a:solidFill>
                <a:latin typeface="Verdana"/>
                <a:cs typeface="Verdana"/>
              </a:rPr>
              <a:t>model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5058028" y="30480"/>
            <a:ext cx="313880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How</a:t>
            </a:r>
            <a:r>
              <a:rPr sz="2400" spc="25" dirty="0"/>
              <a:t> </a:t>
            </a:r>
            <a:r>
              <a:rPr sz="2400" dirty="0"/>
              <a:t>to</a:t>
            </a:r>
            <a:r>
              <a:rPr sz="2400" spc="-60" dirty="0"/>
              <a:t> </a:t>
            </a:r>
            <a:r>
              <a:rPr sz="2400" dirty="0"/>
              <a:t>represent </a:t>
            </a:r>
            <a:r>
              <a:rPr sz="2400" spc="315" dirty="0">
                <a:solidFill>
                  <a:srgbClr val="0096FF"/>
                </a:solidFill>
                <a:latin typeface="Cambria Math"/>
                <a:cs typeface="Cambria Math"/>
              </a:rPr>
              <a:t>f</a:t>
            </a:r>
            <a:r>
              <a:rPr sz="2400" spc="315" dirty="0"/>
              <a:t>?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29201" y="338200"/>
            <a:ext cx="8890" cy="4177029"/>
          </a:xfrm>
          <a:custGeom>
            <a:avLst/>
            <a:gdLst/>
            <a:ahLst/>
            <a:cxnLst/>
            <a:rect l="l" t="t" r="r" b="b"/>
            <a:pathLst>
              <a:path w="8889" h="4177029">
                <a:moveTo>
                  <a:pt x="8636" y="0"/>
                </a:moveTo>
                <a:lnTo>
                  <a:pt x="0" y="4176788"/>
                </a:lnTo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808851" y="1616392"/>
            <a:ext cx="4857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000" spc="82" baseline="12500" dirty="0">
                <a:solidFill>
                  <a:srgbClr val="0096FF"/>
                </a:solidFill>
                <a:latin typeface="Cambria Math"/>
                <a:cs typeface="Cambria Math"/>
              </a:rPr>
              <a:t>f</a:t>
            </a:r>
            <a:r>
              <a:rPr sz="1500" spc="55" dirty="0">
                <a:solidFill>
                  <a:srgbClr val="0096FF"/>
                </a:solidFill>
                <a:latin typeface="Cambria Math"/>
                <a:cs typeface="Cambria Math"/>
              </a:rPr>
              <a:t>w,b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279005" y="1634997"/>
            <a:ext cx="321310" cy="611505"/>
          </a:xfrm>
          <a:custGeom>
            <a:avLst/>
            <a:gdLst/>
            <a:ahLst/>
            <a:cxnLst/>
            <a:rect l="l" t="t" r="r" b="b"/>
            <a:pathLst>
              <a:path w="321309" h="611505">
                <a:moveTo>
                  <a:pt x="79375" y="382905"/>
                </a:moveTo>
                <a:lnTo>
                  <a:pt x="75946" y="373253"/>
                </a:lnTo>
                <a:lnTo>
                  <a:pt x="58699" y="379501"/>
                </a:lnTo>
                <a:lnTo>
                  <a:pt x="43573" y="388531"/>
                </a:lnTo>
                <a:lnTo>
                  <a:pt x="11087" y="431876"/>
                </a:lnTo>
                <a:lnTo>
                  <a:pt x="1231" y="470547"/>
                </a:lnTo>
                <a:lnTo>
                  <a:pt x="0" y="492379"/>
                </a:lnTo>
                <a:lnTo>
                  <a:pt x="1104" y="512191"/>
                </a:lnTo>
                <a:lnTo>
                  <a:pt x="11036" y="553021"/>
                </a:lnTo>
                <a:lnTo>
                  <a:pt x="43459" y="596252"/>
                </a:lnTo>
                <a:lnTo>
                  <a:pt x="75946" y="611505"/>
                </a:lnTo>
                <a:lnTo>
                  <a:pt x="78994" y="601853"/>
                </a:lnTo>
                <a:lnTo>
                  <a:pt x="65430" y="595833"/>
                </a:lnTo>
                <a:lnTo>
                  <a:pt x="53733" y="587463"/>
                </a:lnTo>
                <a:lnTo>
                  <a:pt x="29641" y="548386"/>
                </a:lnTo>
                <a:lnTo>
                  <a:pt x="21755" y="492379"/>
                </a:lnTo>
                <a:lnTo>
                  <a:pt x="21717" y="491236"/>
                </a:lnTo>
                <a:lnTo>
                  <a:pt x="22593" y="470903"/>
                </a:lnTo>
                <a:lnTo>
                  <a:pt x="35814" y="420624"/>
                </a:lnTo>
                <a:lnTo>
                  <a:pt x="65646" y="388912"/>
                </a:lnTo>
                <a:lnTo>
                  <a:pt x="79375" y="382905"/>
                </a:lnTo>
                <a:close/>
              </a:path>
              <a:path w="321309" h="611505">
                <a:moveTo>
                  <a:pt x="91186" y="9652"/>
                </a:moveTo>
                <a:lnTo>
                  <a:pt x="87884" y="0"/>
                </a:lnTo>
                <a:lnTo>
                  <a:pt x="70561" y="6261"/>
                </a:lnTo>
                <a:lnTo>
                  <a:pt x="55397" y="15328"/>
                </a:lnTo>
                <a:lnTo>
                  <a:pt x="22898" y="58648"/>
                </a:lnTo>
                <a:lnTo>
                  <a:pt x="13042" y="97409"/>
                </a:lnTo>
                <a:lnTo>
                  <a:pt x="11811" y="119253"/>
                </a:lnTo>
                <a:lnTo>
                  <a:pt x="12915" y="138963"/>
                </a:lnTo>
                <a:lnTo>
                  <a:pt x="22898" y="179768"/>
                </a:lnTo>
                <a:lnTo>
                  <a:pt x="55397" y="222999"/>
                </a:lnTo>
                <a:lnTo>
                  <a:pt x="87884" y="238252"/>
                </a:lnTo>
                <a:lnTo>
                  <a:pt x="90805" y="228600"/>
                </a:lnTo>
                <a:lnTo>
                  <a:pt x="77254" y="222580"/>
                </a:lnTo>
                <a:lnTo>
                  <a:pt x="65557" y="214210"/>
                </a:lnTo>
                <a:lnTo>
                  <a:pt x="41579" y="175196"/>
                </a:lnTo>
                <a:lnTo>
                  <a:pt x="33705" y="119253"/>
                </a:lnTo>
                <a:lnTo>
                  <a:pt x="33655" y="117983"/>
                </a:lnTo>
                <a:lnTo>
                  <a:pt x="34531" y="97650"/>
                </a:lnTo>
                <a:lnTo>
                  <a:pt x="47752" y="47371"/>
                </a:lnTo>
                <a:lnTo>
                  <a:pt x="77470" y="15659"/>
                </a:lnTo>
                <a:lnTo>
                  <a:pt x="91186" y="9652"/>
                </a:lnTo>
                <a:close/>
              </a:path>
              <a:path w="321309" h="611505">
                <a:moveTo>
                  <a:pt x="309245" y="492379"/>
                </a:moveTo>
                <a:lnTo>
                  <a:pt x="304304" y="450380"/>
                </a:lnTo>
                <a:lnTo>
                  <a:pt x="289560" y="415036"/>
                </a:lnTo>
                <a:lnTo>
                  <a:pt x="250482" y="379501"/>
                </a:lnTo>
                <a:lnTo>
                  <a:pt x="233172" y="373253"/>
                </a:lnTo>
                <a:lnTo>
                  <a:pt x="229870" y="382905"/>
                </a:lnTo>
                <a:lnTo>
                  <a:pt x="243649" y="388912"/>
                </a:lnTo>
                <a:lnTo>
                  <a:pt x="255498" y="397192"/>
                </a:lnTo>
                <a:lnTo>
                  <a:pt x="279590" y="435610"/>
                </a:lnTo>
                <a:lnTo>
                  <a:pt x="286588" y="470547"/>
                </a:lnTo>
                <a:lnTo>
                  <a:pt x="286639" y="470903"/>
                </a:lnTo>
                <a:lnTo>
                  <a:pt x="287528" y="491236"/>
                </a:lnTo>
                <a:lnTo>
                  <a:pt x="286639" y="512203"/>
                </a:lnTo>
                <a:lnTo>
                  <a:pt x="283984" y="531253"/>
                </a:lnTo>
                <a:lnTo>
                  <a:pt x="265315" y="576732"/>
                </a:lnTo>
                <a:lnTo>
                  <a:pt x="230251" y="601853"/>
                </a:lnTo>
                <a:lnTo>
                  <a:pt x="233172" y="611505"/>
                </a:lnTo>
                <a:lnTo>
                  <a:pt x="278739" y="584454"/>
                </a:lnTo>
                <a:lnTo>
                  <a:pt x="304304" y="534504"/>
                </a:lnTo>
                <a:lnTo>
                  <a:pt x="308000" y="514299"/>
                </a:lnTo>
                <a:lnTo>
                  <a:pt x="309245" y="492379"/>
                </a:lnTo>
                <a:close/>
              </a:path>
              <a:path w="321309" h="611505">
                <a:moveTo>
                  <a:pt x="321056" y="119253"/>
                </a:moveTo>
                <a:lnTo>
                  <a:pt x="319824" y="97650"/>
                </a:lnTo>
                <a:lnTo>
                  <a:pt x="319811" y="97409"/>
                </a:lnTo>
                <a:lnTo>
                  <a:pt x="316115" y="77190"/>
                </a:lnTo>
                <a:lnTo>
                  <a:pt x="301371" y="41783"/>
                </a:lnTo>
                <a:lnTo>
                  <a:pt x="262343" y="6261"/>
                </a:lnTo>
                <a:lnTo>
                  <a:pt x="245110" y="0"/>
                </a:lnTo>
                <a:lnTo>
                  <a:pt x="241681" y="9652"/>
                </a:lnTo>
                <a:lnTo>
                  <a:pt x="255460" y="15659"/>
                </a:lnTo>
                <a:lnTo>
                  <a:pt x="267309" y="23939"/>
                </a:lnTo>
                <a:lnTo>
                  <a:pt x="291401" y="62357"/>
                </a:lnTo>
                <a:lnTo>
                  <a:pt x="298411" y="97409"/>
                </a:lnTo>
                <a:lnTo>
                  <a:pt x="298450" y="97650"/>
                </a:lnTo>
                <a:lnTo>
                  <a:pt x="299339" y="117983"/>
                </a:lnTo>
                <a:lnTo>
                  <a:pt x="298450" y="138963"/>
                </a:lnTo>
                <a:lnTo>
                  <a:pt x="295808" y="158038"/>
                </a:lnTo>
                <a:lnTo>
                  <a:pt x="277241" y="203479"/>
                </a:lnTo>
                <a:lnTo>
                  <a:pt x="242062" y="228600"/>
                </a:lnTo>
                <a:lnTo>
                  <a:pt x="245110" y="238252"/>
                </a:lnTo>
                <a:lnTo>
                  <a:pt x="290614" y="211201"/>
                </a:lnTo>
                <a:lnTo>
                  <a:pt x="316179" y="161264"/>
                </a:lnTo>
                <a:lnTo>
                  <a:pt x="319836" y="141097"/>
                </a:lnTo>
                <a:lnTo>
                  <a:pt x="321056" y="119253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98665" y="1494218"/>
            <a:ext cx="1644650" cy="773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69240">
              <a:lnSpc>
                <a:spcPct val="122700"/>
              </a:lnSpc>
              <a:spcBef>
                <a:spcPts val="95"/>
              </a:spcBef>
              <a:tabLst>
                <a:tab pos="584200" algn="l"/>
              </a:tabLst>
            </a:pPr>
            <a:r>
              <a:rPr sz="2000" spc="65" dirty="0">
                <a:solidFill>
                  <a:srgbClr val="0096FF"/>
                </a:solidFill>
                <a:latin typeface="Cambria Math"/>
                <a:cs typeface="Cambria Math"/>
              </a:rPr>
              <a:t>x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sz="2000" spc="-35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=</a:t>
            </a:r>
            <a:r>
              <a:rPr sz="2000" spc="8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wx</a:t>
            </a:r>
            <a:r>
              <a:rPr sz="2000" spc="7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+</a:t>
            </a:r>
            <a:r>
              <a:rPr sz="2000" spc="1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b </a:t>
            </a:r>
            <a:r>
              <a:rPr sz="2000" spc="509" dirty="0">
                <a:solidFill>
                  <a:srgbClr val="0096FF"/>
                </a:solidFill>
                <a:latin typeface="Cambria Math"/>
                <a:cs typeface="Cambria Math"/>
              </a:rPr>
              <a:t>f</a:t>
            </a:r>
            <a:r>
              <a:rPr sz="2000" spc="46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65" dirty="0">
                <a:solidFill>
                  <a:srgbClr val="0096FF"/>
                </a:solidFill>
                <a:latin typeface="Cambria Math"/>
                <a:cs typeface="Cambria Math"/>
              </a:rPr>
              <a:t>x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	=</a:t>
            </a:r>
            <a:r>
              <a:rPr sz="2000" spc="16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wx</a:t>
            </a:r>
            <a:r>
              <a:rPr sz="2000" spc="-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+</a:t>
            </a:r>
            <a:r>
              <a:rPr sz="2000" spc="1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3025" y="1600072"/>
            <a:ext cx="1658493" cy="132753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959096" y="2013013"/>
            <a:ext cx="16954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70" dirty="0">
                <a:solidFill>
                  <a:srgbClr val="C00000"/>
                </a:solidFill>
                <a:latin typeface="Cambria Math"/>
                <a:cs typeface="Cambria Math"/>
              </a:rPr>
              <a:t>y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0342" y="1722120"/>
            <a:ext cx="4060190" cy="2757170"/>
            <a:chOff x="200342" y="1722120"/>
            <a:chExt cx="4060190" cy="275717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342" y="3976230"/>
              <a:ext cx="153403" cy="1714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441" y="3854437"/>
              <a:ext cx="42946" cy="5473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216" y="3911701"/>
              <a:ext cx="540728" cy="20276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8014" y="3865943"/>
              <a:ext cx="430364" cy="17786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8429" y="3735781"/>
              <a:ext cx="873610" cy="52451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26237" y="3909314"/>
              <a:ext cx="110667" cy="137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02660" y="3819677"/>
              <a:ext cx="212023" cy="24688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96971" y="3881247"/>
              <a:ext cx="205994" cy="2032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02746" y="3921442"/>
              <a:ext cx="1757341" cy="557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22014" y="1722120"/>
              <a:ext cx="299084" cy="646557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794254" y="1632489"/>
            <a:ext cx="944880" cy="69532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000" spc="-10" dirty="0">
                <a:solidFill>
                  <a:srgbClr val="FF40FF"/>
                </a:solidFill>
                <a:latin typeface="Verdana"/>
                <a:cs typeface="Verdana"/>
              </a:rPr>
              <a:t>"y-</a:t>
            </a:r>
            <a:r>
              <a:rPr sz="2000" spc="-20" dirty="0">
                <a:solidFill>
                  <a:srgbClr val="FF40FF"/>
                </a:solidFill>
                <a:latin typeface="Verdana"/>
                <a:cs typeface="Verdana"/>
              </a:rPr>
              <a:t>hat"</a:t>
            </a:r>
            <a:endParaRPr sz="2000">
              <a:latin typeface="Verdana"/>
              <a:cs typeface="Verdana"/>
            </a:endParaRPr>
          </a:p>
          <a:p>
            <a:pPr marL="80645" algn="ctr">
              <a:lnSpc>
                <a:spcPct val="100000"/>
              </a:lnSpc>
              <a:spcBef>
                <a:spcPts val="235"/>
              </a:spcBef>
            </a:pPr>
            <a:r>
              <a:rPr sz="2000" spc="-1170" dirty="0">
                <a:solidFill>
                  <a:srgbClr val="FF40FF"/>
                </a:solidFill>
                <a:latin typeface="Cambria Math"/>
                <a:cs typeface="Cambria Math"/>
              </a:rPr>
              <a:t>y</a:t>
            </a:r>
            <a:r>
              <a:rPr sz="2000" spc="-420" dirty="0">
                <a:solidFill>
                  <a:srgbClr val="FF40FF"/>
                </a:solidFill>
                <a:latin typeface="Cambria Math"/>
                <a:cs typeface="Cambria Math"/>
              </a:rPr>
              <a:t>�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589348" y="519937"/>
            <a:ext cx="2229485" cy="974725"/>
            <a:chOff x="5589348" y="519937"/>
            <a:chExt cx="2229485" cy="974725"/>
          </a:xfrm>
        </p:grpSpPr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89348" y="519937"/>
              <a:ext cx="1077135" cy="48907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51065" y="558672"/>
              <a:ext cx="1067307" cy="28524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40170" y="1169288"/>
              <a:ext cx="198754" cy="27432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59131" y="1148461"/>
              <a:ext cx="367982" cy="346201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847971" y="3800475"/>
            <a:ext cx="327660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FF9300"/>
                </a:solidFill>
                <a:latin typeface="Verdana"/>
                <a:cs typeface="Verdana"/>
              </a:rPr>
              <a:t>Univariate</a:t>
            </a:r>
            <a:r>
              <a:rPr sz="1800" spc="-5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linear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regression.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835652" y="3545966"/>
            <a:ext cx="3673475" cy="873125"/>
            <a:chOff x="4835652" y="3545966"/>
            <a:chExt cx="3673475" cy="873125"/>
          </a:xfrm>
        </p:grpSpPr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913950" y="3545966"/>
              <a:ext cx="595176" cy="22885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70450" y="4092486"/>
              <a:ext cx="326325" cy="4019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835652" y="4249508"/>
              <a:ext cx="497586" cy="16926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15355" y="4092981"/>
              <a:ext cx="735014" cy="29442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16739" y="4152480"/>
              <a:ext cx="598766" cy="25794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2653664" y="2603500"/>
            <a:ext cx="1819910" cy="1253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80645" indent="190500">
              <a:lnSpc>
                <a:spcPct val="132700"/>
              </a:lnSpc>
              <a:spcBef>
                <a:spcPts val="90"/>
              </a:spcBef>
            </a:pPr>
            <a:r>
              <a:rPr sz="2000" spc="-10" dirty="0">
                <a:solidFill>
                  <a:srgbClr val="FF40FF"/>
                </a:solidFill>
                <a:latin typeface="Verdana"/>
                <a:cs typeface="Verdana"/>
              </a:rPr>
              <a:t>prediction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dirty="0">
                <a:solidFill>
                  <a:srgbClr val="FF40FF"/>
                </a:solidFill>
                <a:latin typeface="Verdana"/>
                <a:cs typeface="Verdana"/>
              </a:rPr>
              <a:t>estimated</a:t>
            </a:r>
            <a:r>
              <a:rPr sz="2000" spc="-75" dirty="0">
                <a:solidFill>
                  <a:srgbClr val="FF40FF"/>
                </a:solidFill>
                <a:latin typeface="Verdana"/>
                <a:cs typeface="Verdana"/>
              </a:rPr>
              <a:t> </a:t>
            </a:r>
            <a:r>
              <a:rPr sz="2000" spc="35" dirty="0">
                <a:solidFill>
                  <a:srgbClr val="C00000"/>
                </a:solidFill>
                <a:latin typeface="Cambria Math"/>
                <a:cs typeface="Cambria Math"/>
              </a:rPr>
              <a:t>y</a:t>
            </a:r>
            <a:r>
              <a:rPr sz="2000" spc="35" dirty="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  <a:p>
            <a:pPr marL="1020444">
              <a:lnSpc>
                <a:spcPct val="100000"/>
              </a:lnSpc>
              <a:spcBef>
                <a:spcPts val="900"/>
              </a:spcBef>
            </a:pP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target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02563" y="193929"/>
            <a:ext cx="6986270" cy="3370579"/>
            <a:chOff x="802563" y="193929"/>
            <a:chExt cx="6986270" cy="3370579"/>
          </a:xfrm>
        </p:grpSpPr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77614" y="3421761"/>
              <a:ext cx="305238" cy="14223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02563" y="2529458"/>
              <a:ext cx="1193901" cy="29540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326386" y="2488437"/>
              <a:ext cx="996823" cy="21056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37610" y="193929"/>
              <a:ext cx="1155446" cy="61899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048000" y="1933574"/>
              <a:ext cx="190500" cy="18097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62266" y="2363470"/>
              <a:ext cx="35686" cy="19253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075170" y="2363215"/>
              <a:ext cx="713485" cy="187706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4823205" y="2741920"/>
            <a:ext cx="4107179" cy="80264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930"/>
              </a:spcBef>
            </a:pPr>
            <a:r>
              <a:rPr sz="2000" spc="65" dirty="0">
                <a:solidFill>
                  <a:srgbClr val="FFAB40"/>
                </a:solidFill>
                <a:latin typeface="Cambria Math"/>
                <a:cs typeface="Cambria Math"/>
              </a:rPr>
              <a:t>x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800" dirty="0">
                <a:latin typeface="Verdana"/>
                <a:cs typeface="Verdana"/>
              </a:rPr>
              <a:t>Linear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regression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2700" baseline="3086" dirty="0">
                <a:latin typeface="Verdana"/>
                <a:cs typeface="Verdana"/>
              </a:rPr>
              <a:t>with</a:t>
            </a:r>
            <a:r>
              <a:rPr sz="2700" spc="-75" baseline="3086" dirty="0">
                <a:latin typeface="Verdana"/>
                <a:cs typeface="Verdana"/>
              </a:rPr>
              <a:t> </a:t>
            </a:r>
            <a:r>
              <a:rPr sz="2700" baseline="3086" dirty="0">
                <a:solidFill>
                  <a:srgbClr val="FF9300"/>
                </a:solidFill>
                <a:latin typeface="Verdana"/>
                <a:cs typeface="Verdana"/>
              </a:rPr>
              <a:t>one</a:t>
            </a:r>
            <a:r>
              <a:rPr sz="2700" spc="-82" baseline="3086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2700" spc="-15" baseline="3086" dirty="0">
                <a:latin typeface="Verdana"/>
                <a:cs typeface="Verdana"/>
              </a:rPr>
              <a:t>variable.</a:t>
            </a:r>
            <a:endParaRPr sz="2700" baseline="3086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116906" y="2975991"/>
            <a:ext cx="1808480" cy="251460"/>
            <a:chOff x="7116906" y="2975991"/>
            <a:chExt cx="1808480" cy="251460"/>
          </a:xfrm>
        </p:grpSpPr>
        <p:pic>
          <p:nvPicPr>
            <p:cNvPr id="56" name="object 5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116906" y="2975991"/>
              <a:ext cx="654604" cy="25095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879560" y="2986659"/>
              <a:ext cx="822561" cy="20637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790553" y="3040634"/>
              <a:ext cx="134469" cy="1563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2225" marR="5080" indent="-9525">
              <a:lnSpc>
                <a:spcPts val="5710"/>
              </a:lnSpc>
              <a:spcBef>
                <a:spcPts val="259"/>
              </a:spcBef>
            </a:pPr>
            <a:r>
              <a:rPr sz="4800" dirty="0">
                <a:solidFill>
                  <a:srgbClr val="0070EA"/>
                </a:solidFill>
              </a:rPr>
              <a:t>Linear</a:t>
            </a:r>
            <a:r>
              <a:rPr sz="4800" spc="-6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Regression </a:t>
            </a:r>
            <a:r>
              <a:rPr sz="4800" dirty="0">
                <a:solidFill>
                  <a:srgbClr val="0070EA"/>
                </a:solidFill>
              </a:rPr>
              <a:t>with</a:t>
            </a:r>
            <a:r>
              <a:rPr sz="4800" spc="-45" dirty="0">
                <a:solidFill>
                  <a:srgbClr val="0070EA"/>
                </a:solidFill>
              </a:rPr>
              <a:t> </a:t>
            </a:r>
            <a:r>
              <a:rPr sz="4800" dirty="0">
                <a:solidFill>
                  <a:srgbClr val="0070EA"/>
                </a:solidFill>
              </a:rPr>
              <a:t>One</a:t>
            </a:r>
            <a:r>
              <a:rPr sz="4800" spc="-75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Variable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546925" rIns="0" bIns="0" rtlCol="0">
            <a:spAutoFit/>
          </a:bodyPr>
          <a:lstStyle/>
          <a:p>
            <a:pPr marL="898525">
              <a:lnSpc>
                <a:spcPct val="100000"/>
              </a:lnSpc>
              <a:spcBef>
                <a:spcPts val="130"/>
              </a:spcBef>
            </a:pPr>
            <a:r>
              <a:rPr sz="4400" dirty="0">
                <a:latin typeface="Verdana"/>
                <a:cs typeface="Verdana"/>
              </a:rPr>
              <a:t>Cost</a:t>
            </a:r>
            <a:r>
              <a:rPr sz="4400" spc="-55" dirty="0">
                <a:latin typeface="Verdana"/>
                <a:cs typeface="Verdana"/>
              </a:rPr>
              <a:t> </a:t>
            </a:r>
            <a:r>
              <a:rPr sz="4400" spc="-10" dirty="0">
                <a:latin typeface="Verdana"/>
                <a:cs typeface="Verdana"/>
              </a:rPr>
              <a:t>Function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50531" y="959230"/>
            <a:ext cx="368300" cy="282575"/>
          </a:xfrm>
          <a:custGeom>
            <a:avLst/>
            <a:gdLst/>
            <a:ahLst/>
            <a:cxnLst/>
            <a:rect l="l" t="t" r="r" b="b"/>
            <a:pathLst>
              <a:path w="368300" h="282575">
                <a:moveTo>
                  <a:pt x="278129" y="0"/>
                </a:moveTo>
                <a:lnTo>
                  <a:pt x="274066" y="11557"/>
                </a:lnTo>
                <a:lnTo>
                  <a:pt x="290429" y="18631"/>
                </a:lnTo>
                <a:lnTo>
                  <a:pt x="304482" y="28432"/>
                </a:lnTo>
                <a:lnTo>
                  <a:pt x="333015" y="73925"/>
                </a:lnTo>
                <a:lnTo>
                  <a:pt x="341308" y="115466"/>
                </a:lnTo>
                <a:lnTo>
                  <a:pt x="342392" y="139827"/>
                </a:lnTo>
                <a:lnTo>
                  <a:pt x="341344" y="164707"/>
                </a:lnTo>
                <a:lnTo>
                  <a:pt x="332962" y="207656"/>
                </a:lnTo>
                <a:lnTo>
                  <a:pt x="304482" y="253857"/>
                </a:lnTo>
                <a:lnTo>
                  <a:pt x="274574" y="270891"/>
                </a:lnTo>
                <a:lnTo>
                  <a:pt x="278129" y="282321"/>
                </a:lnTo>
                <a:lnTo>
                  <a:pt x="316626" y="264302"/>
                </a:lnTo>
                <a:lnTo>
                  <a:pt x="344932" y="233045"/>
                </a:lnTo>
                <a:lnTo>
                  <a:pt x="362362" y="191150"/>
                </a:lnTo>
                <a:lnTo>
                  <a:pt x="368173" y="141351"/>
                </a:lnTo>
                <a:lnTo>
                  <a:pt x="366733" y="115732"/>
                </a:lnTo>
                <a:lnTo>
                  <a:pt x="366718" y="115466"/>
                </a:lnTo>
                <a:lnTo>
                  <a:pt x="355046" y="69556"/>
                </a:lnTo>
                <a:lnTo>
                  <a:pt x="331922" y="32164"/>
                </a:lnTo>
                <a:lnTo>
                  <a:pt x="298584" y="7435"/>
                </a:lnTo>
                <a:lnTo>
                  <a:pt x="278129" y="0"/>
                </a:lnTo>
                <a:close/>
              </a:path>
              <a:path w="368300" h="282575">
                <a:moveTo>
                  <a:pt x="90043" y="0"/>
                </a:moveTo>
                <a:lnTo>
                  <a:pt x="51546" y="18145"/>
                </a:lnTo>
                <a:lnTo>
                  <a:pt x="23241" y="49530"/>
                </a:lnTo>
                <a:lnTo>
                  <a:pt x="5810" y="91535"/>
                </a:lnTo>
                <a:lnTo>
                  <a:pt x="85" y="139827"/>
                </a:lnTo>
                <a:lnTo>
                  <a:pt x="0" y="141351"/>
                </a:lnTo>
                <a:lnTo>
                  <a:pt x="1432" y="167233"/>
                </a:lnTo>
                <a:lnTo>
                  <a:pt x="12965" y="213092"/>
                </a:lnTo>
                <a:lnTo>
                  <a:pt x="36018" y="250334"/>
                </a:lnTo>
                <a:lnTo>
                  <a:pt x="69494" y="274960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083" y="207656"/>
                </a:lnTo>
                <a:lnTo>
                  <a:pt x="26701" y="164707"/>
                </a:lnTo>
                <a:lnTo>
                  <a:pt x="25653" y="139827"/>
                </a:lnTo>
                <a:lnTo>
                  <a:pt x="26701" y="115732"/>
                </a:lnTo>
                <a:lnTo>
                  <a:pt x="35083" y="73925"/>
                </a:lnTo>
                <a:lnTo>
                  <a:pt x="63674" y="28432"/>
                </a:lnTo>
                <a:lnTo>
                  <a:pt x="93979" y="11557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08346" y="868362"/>
            <a:ext cx="351155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845945" algn="l"/>
                <a:tab pos="2227580" algn="l"/>
              </a:tabLst>
            </a:pPr>
            <a:r>
              <a:rPr sz="2400" dirty="0">
                <a:latin typeface="Verdana"/>
                <a:cs typeface="Verdana"/>
              </a:rPr>
              <a:t>Model: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114" dirty="0">
                <a:solidFill>
                  <a:srgbClr val="0096FF"/>
                </a:solidFill>
                <a:latin typeface="Cambria Math"/>
                <a:cs typeface="Cambria Math"/>
              </a:rPr>
              <a:t>f</a:t>
            </a:r>
            <a:r>
              <a:rPr sz="2550" spc="172" baseline="-17973" dirty="0">
                <a:solidFill>
                  <a:srgbClr val="0096FF"/>
                </a:solidFill>
                <a:latin typeface="Cambria Math"/>
                <a:cs typeface="Cambria Math"/>
              </a:rPr>
              <a:t>w,b</a:t>
            </a:r>
            <a:r>
              <a:rPr sz="2550" baseline="-17973" dirty="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sz="2400" spc="40" dirty="0">
                <a:latin typeface="Cambria Math"/>
                <a:cs typeface="Cambria Math"/>
              </a:rPr>
              <a:t>x</a:t>
            </a:r>
            <a:r>
              <a:rPr sz="2400" dirty="0">
                <a:latin typeface="Cambria Math"/>
                <a:cs typeface="Cambria Math"/>
              </a:rPr>
              <a:t>	=</a:t>
            </a:r>
            <a:r>
              <a:rPr sz="2400" spc="160" dirty="0"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400" dirty="0">
                <a:latin typeface="Cambria Math"/>
                <a:cs typeface="Cambria Math"/>
              </a:rPr>
              <a:t>x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10" dirty="0"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endParaRPr sz="2400">
              <a:latin typeface="Cambria Math"/>
              <a:cs typeface="Cambria Math"/>
            </a:endParaRPr>
          </a:p>
          <a:p>
            <a:pPr marL="83185">
              <a:lnSpc>
                <a:spcPct val="100000"/>
              </a:lnSpc>
              <a:spcBef>
                <a:spcPts val="1920"/>
              </a:spcBef>
            </a:pP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w,</a:t>
            </a:r>
            <a:r>
              <a:rPr sz="2400" spc="-19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96FF"/>
                </a:solidFill>
                <a:latin typeface="Verdana"/>
                <a:cs typeface="Verdana"/>
              </a:rPr>
              <a:t>parameters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/>
              <a:t>Training</a:t>
            </a:r>
            <a:r>
              <a:rPr sz="2700" spc="-70" dirty="0"/>
              <a:t> </a:t>
            </a:r>
            <a:r>
              <a:rPr sz="2700" spc="-25" dirty="0"/>
              <a:t>set</a:t>
            </a:r>
            <a:endParaRPr sz="2700"/>
          </a:p>
        </p:txBody>
      </p:sp>
      <p:sp>
        <p:nvSpPr>
          <p:cNvPr id="5" name="object 5"/>
          <p:cNvSpPr txBox="1"/>
          <p:nvPr/>
        </p:nvSpPr>
        <p:spPr>
          <a:xfrm>
            <a:off x="5379339" y="3028569"/>
            <a:ext cx="23564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w,</a:t>
            </a:r>
            <a:r>
              <a:rPr sz="2400" spc="-19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r>
              <a:rPr sz="2400" spc="34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latin typeface="Arial"/>
                <a:cs typeface="Arial"/>
              </a:rPr>
              <a:t>do</a:t>
            </a:r>
            <a:r>
              <a:rPr sz="2400" spc="-25" dirty="0">
                <a:latin typeface="Verdana"/>
                <a:cs typeface="Verdana"/>
              </a:rPr>
              <a:t>?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862" y="896937"/>
            <a:ext cx="1814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size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feet</a:t>
            </a:r>
            <a:r>
              <a:rPr sz="1800" baseline="23148" dirty="0">
                <a:latin typeface="Cambria Math"/>
                <a:cs typeface="Cambria Math"/>
              </a:rPr>
              <a:t>2</a:t>
            </a:r>
            <a:r>
              <a:rPr sz="1800" spc="615" baseline="23148" dirty="0">
                <a:latin typeface="Cambria Math"/>
                <a:cs typeface="Cambria Math"/>
              </a:rPr>
              <a:t> </a:t>
            </a:r>
            <a:r>
              <a:rPr sz="1800" spc="30" dirty="0">
                <a:latin typeface="Verdana"/>
                <a:cs typeface="Verdana"/>
              </a:rPr>
              <a:t>(</a:t>
            </a:r>
            <a:r>
              <a:rPr sz="1800" spc="30" dirty="0">
                <a:latin typeface="Cambria Math"/>
                <a:cs typeface="Cambria Math"/>
              </a:rPr>
              <a:t>x</a:t>
            </a:r>
            <a:r>
              <a:rPr sz="1800" spc="3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68879" y="890524"/>
            <a:ext cx="192214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Verdana"/>
                <a:cs typeface="Verdana"/>
              </a:rPr>
              <a:t>price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$</a:t>
            </a:r>
            <a:r>
              <a:rPr sz="1800" dirty="0">
                <a:latin typeface="Cambria Math"/>
                <a:cs typeface="Cambria Math"/>
              </a:rPr>
              <a:t>1000</a:t>
            </a:r>
            <a:r>
              <a:rPr sz="1800" dirty="0">
                <a:latin typeface="Verdana"/>
                <a:cs typeface="Verdana"/>
              </a:rPr>
              <a:t>'s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(</a:t>
            </a:r>
            <a:r>
              <a:rPr sz="1800" spc="-25" dirty="0">
                <a:latin typeface="Cambria Math"/>
                <a:cs typeface="Cambria Math"/>
              </a:rPr>
              <a:t>y</a:t>
            </a:r>
            <a:r>
              <a:rPr sz="1800" spc="-25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3362" y="1290700"/>
            <a:ext cx="4613275" cy="0"/>
          </a:xfrm>
          <a:custGeom>
            <a:avLst/>
            <a:gdLst/>
            <a:ahLst/>
            <a:cxnLst/>
            <a:rect l="l" t="t" r="r" b="b"/>
            <a:pathLst>
              <a:path w="4613275">
                <a:moveTo>
                  <a:pt x="0" y="0"/>
                </a:moveTo>
                <a:lnTo>
                  <a:pt x="4613084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38451" y="871600"/>
            <a:ext cx="0" cy="1946275"/>
          </a:xfrm>
          <a:custGeom>
            <a:avLst/>
            <a:gdLst/>
            <a:ahLst/>
            <a:cxnLst/>
            <a:rect l="l" t="t" r="r" b="b"/>
            <a:pathLst>
              <a:path h="1946275">
                <a:moveTo>
                  <a:pt x="0" y="194614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003935" y="1420647"/>
          <a:ext cx="2595245" cy="1395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9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 marR="791210" algn="ctr">
                        <a:lnSpc>
                          <a:spcPts val="1764"/>
                        </a:lnSpc>
                      </a:pPr>
                      <a:r>
                        <a:rPr sz="1800" spc="-20" dirty="0">
                          <a:latin typeface="Cambria Math"/>
                          <a:cs typeface="Cambria Math"/>
                        </a:rPr>
                        <a:t>2104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8830" algn="ctr">
                        <a:lnSpc>
                          <a:spcPts val="1764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460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R="791210" algn="ctr">
                        <a:lnSpc>
                          <a:spcPts val="1950"/>
                        </a:lnSpc>
                      </a:pPr>
                      <a:r>
                        <a:rPr sz="1800" spc="-20" dirty="0">
                          <a:latin typeface="Cambria Math"/>
                          <a:cs typeface="Cambria Math"/>
                        </a:rPr>
                        <a:t>1416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8830" algn="ctr">
                        <a:lnSpc>
                          <a:spcPts val="195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232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R="791210" algn="ctr">
                        <a:lnSpc>
                          <a:spcPts val="1950"/>
                        </a:lnSpc>
                      </a:pPr>
                      <a:r>
                        <a:rPr sz="1800" spc="-20" dirty="0">
                          <a:latin typeface="Cambria Math"/>
                          <a:cs typeface="Cambria Math"/>
                        </a:rPr>
                        <a:t>1534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8830" algn="ctr">
                        <a:lnSpc>
                          <a:spcPts val="195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315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marR="801370" algn="ctr">
                        <a:lnSpc>
                          <a:spcPts val="195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852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8830" algn="ctr">
                        <a:lnSpc>
                          <a:spcPts val="195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178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R="791210" algn="ctr">
                        <a:lnSpc>
                          <a:spcPts val="1950"/>
                        </a:lnSpc>
                      </a:pPr>
                      <a:r>
                        <a:rPr sz="1800" spc="925" dirty="0">
                          <a:latin typeface="Cambria Math"/>
                          <a:cs typeface="Cambria Math"/>
                        </a:rPr>
                        <a:t>.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8990" algn="ctr">
                        <a:lnSpc>
                          <a:spcPts val="1950"/>
                        </a:lnSpc>
                      </a:pPr>
                      <a:r>
                        <a:rPr sz="1800" spc="925" dirty="0">
                          <a:latin typeface="Cambria Math"/>
                          <a:cs typeface="Cambria Math"/>
                        </a:rPr>
                        <a:t>.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202" y="707898"/>
            <a:ext cx="1070712" cy="19113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8574" y="661669"/>
            <a:ext cx="1058989" cy="28828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59957" y="1921510"/>
            <a:ext cx="1597121" cy="511175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62725" y="1247775"/>
            <a:ext cx="2385060" cy="1771650"/>
            <a:chOff x="6562725" y="1247775"/>
            <a:chExt cx="2385060" cy="1771650"/>
          </a:xfrm>
        </p:grpSpPr>
        <p:sp>
          <p:nvSpPr>
            <p:cNvPr id="3" name="object 3"/>
            <p:cNvSpPr/>
            <p:nvPr/>
          </p:nvSpPr>
          <p:spPr>
            <a:xfrm>
              <a:off x="6638925" y="1266825"/>
              <a:ext cx="2247900" cy="1733550"/>
            </a:xfrm>
            <a:custGeom>
              <a:avLst/>
              <a:gdLst/>
              <a:ahLst/>
              <a:cxnLst/>
              <a:rect l="l" t="t" r="r" b="b"/>
              <a:pathLst>
                <a:path w="2247900" h="1733550">
                  <a:moveTo>
                    <a:pt x="85725" y="1647825"/>
                  </a:moveTo>
                  <a:lnTo>
                    <a:pt x="85725" y="0"/>
                  </a:lnTo>
                </a:path>
                <a:path w="2247900" h="1733550">
                  <a:moveTo>
                    <a:pt x="0" y="1647825"/>
                  </a:moveTo>
                  <a:lnTo>
                    <a:pt x="161925" y="1647825"/>
                  </a:lnTo>
                </a:path>
                <a:path w="2247900" h="1733550">
                  <a:moveTo>
                    <a:pt x="0" y="1095375"/>
                  </a:moveTo>
                  <a:lnTo>
                    <a:pt x="161925" y="1095375"/>
                  </a:lnTo>
                </a:path>
                <a:path w="2247900" h="1733550">
                  <a:moveTo>
                    <a:pt x="0" y="552450"/>
                  </a:moveTo>
                  <a:lnTo>
                    <a:pt x="161925" y="552450"/>
                  </a:lnTo>
                </a:path>
                <a:path w="2247900" h="1733550">
                  <a:moveTo>
                    <a:pt x="0" y="0"/>
                  </a:moveTo>
                  <a:lnTo>
                    <a:pt x="161925" y="0"/>
                  </a:lnTo>
                </a:path>
                <a:path w="2247900" h="1733550">
                  <a:moveTo>
                    <a:pt x="85725" y="1647825"/>
                  </a:moveTo>
                  <a:lnTo>
                    <a:pt x="2247900" y="1647825"/>
                  </a:lnTo>
                </a:path>
                <a:path w="2247900" h="1733550">
                  <a:moveTo>
                    <a:pt x="85725" y="1571625"/>
                  </a:moveTo>
                  <a:lnTo>
                    <a:pt x="85725" y="1733550"/>
                  </a:lnTo>
                </a:path>
                <a:path w="2247900" h="1733550">
                  <a:moveTo>
                    <a:pt x="809625" y="1571625"/>
                  </a:moveTo>
                  <a:lnTo>
                    <a:pt x="809625" y="1733550"/>
                  </a:lnTo>
                </a:path>
                <a:path w="2247900" h="1733550">
                  <a:moveTo>
                    <a:pt x="1533525" y="1571625"/>
                  </a:moveTo>
                  <a:lnTo>
                    <a:pt x="1533525" y="1733550"/>
                  </a:lnTo>
                </a:path>
                <a:path w="2247900" h="1733550">
                  <a:moveTo>
                    <a:pt x="2247900" y="1571625"/>
                  </a:moveTo>
                  <a:lnTo>
                    <a:pt x="2247900" y="17335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81775" y="1524000"/>
              <a:ext cx="2346960" cy="929640"/>
            </a:xfrm>
            <a:custGeom>
              <a:avLst/>
              <a:gdLst/>
              <a:ahLst/>
              <a:cxnLst/>
              <a:rect l="l" t="t" r="r" b="b"/>
              <a:pathLst>
                <a:path w="2346959" h="929639">
                  <a:moveTo>
                    <a:pt x="0" y="929258"/>
                  </a:moveTo>
                  <a:lnTo>
                    <a:pt x="2346579" y="0"/>
                  </a:lnTo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5301" y="272916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5301" y="217925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5301" y="162934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45301" y="1079118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5275" y="3050285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15758" y="2886916"/>
            <a:ext cx="1045844" cy="143065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415"/>
              </a:spcBef>
              <a:tabLst>
                <a:tab pos="889635" algn="l"/>
              </a:tabLst>
            </a:pPr>
            <a:r>
              <a:rPr sz="2000" spc="-50" dirty="0">
                <a:latin typeface="Cambria Math"/>
                <a:cs typeface="Cambria Math"/>
              </a:rPr>
              <a:t>1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00" dirty="0">
                <a:latin typeface="Cambria Math"/>
                <a:cs typeface="Cambria Math"/>
              </a:rPr>
              <a:t>w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-4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0.5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Cambria Math"/>
                <a:cs typeface="Cambria Math"/>
              </a:rPr>
              <a:t>b</a:t>
            </a:r>
            <a:r>
              <a:rPr sz="2400" spc="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17609" y="3050285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91940" y="204152"/>
            <a:ext cx="48640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000" spc="82" baseline="12500" dirty="0">
                <a:latin typeface="Cambria Math"/>
                <a:cs typeface="Cambria Math"/>
              </a:rPr>
              <a:t>f</a:t>
            </a:r>
            <a:r>
              <a:rPr sz="1500" spc="55" dirty="0">
                <a:latin typeface="Cambria Math"/>
                <a:cs typeface="Cambria Math"/>
              </a:rPr>
              <a:t>w,b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77461" y="225297"/>
            <a:ext cx="309245" cy="238760"/>
          </a:xfrm>
          <a:custGeom>
            <a:avLst/>
            <a:gdLst/>
            <a:ahLst/>
            <a:cxnLst/>
            <a:rect l="l" t="t" r="r" b="b"/>
            <a:pathLst>
              <a:path w="309245" h="238759">
                <a:moveTo>
                  <a:pt x="233299" y="0"/>
                </a:moveTo>
                <a:lnTo>
                  <a:pt x="229870" y="9651"/>
                </a:lnTo>
                <a:lnTo>
                  <a:pt x="243659" y="15652"/>
                </a:lnTo>
                <a:lnTo>
                  <a:pt x="255508" y="23939"/>
                </a:lnTo>
                <a:lnTo>
                  <a:pt x="279598" y="62351"/>
                </a:lnTo>
                <a:lnTo>
                  <a:pt x="287527" y="117982"/>
                </a:lnTo>
                <a:lnTo>
                  <a:pt x="286646" y="138955"/>
                </a:lnTo>
                <a:lnTo>
                  <a:pt x="273430" y="190373"/>
                </a:lnTo>
                <a:lnTo>
                  <a:pt x="243802" y="222573"/>
                </a:lnTo>
                <a:lnTo>
                  <a:pt x="230250" y="228600"/>
                </a:lnTo>
                <a:lnTo>
                  <a:pt x="233299" y="238251"/>
                </a:lnTo>
                <a:lnTo>
                  <a:pt x="278804" y="211195"/>
                </a:lnTo>
                <a:lnTo>
                  <a:pt x="304323" y="161258"/>
                </a:lnTo>
                <a:lnTo>
                  <a:pt x="309245" y="119252"/>
                </a:lnTo>
                <a:lnTo>
                  <a:pt x="308022" y="97645"/>
                </a:lnTo>
                <a:lnTo>
                  <a:pt x="298154" y="58638"/>
                </a:lnTo>
                <a:lnTo>
                  <a:pt x="265668" y="15319"/>
                </a:lnTo>
                <a:lnTo>
                  <a:pt x="250537" y="6260"/>
                </a:lnTo>
                <a:lnTo>
                  <a:pt x="233299" y="0"/>
                </a:lnTo>
                <a:close/>
              </a:path>
              <a:path w="309245" h="238759">
                <a:moveTo>
                  <a:pt x="76073" y="0"/>
                </a:moveTo>
                <a:lnTo>
                  <a:pt x="30567" y="27164"/>
                </a:lnTo>
                <a:lnTo>
                  <a:pt x="4937" y="77184"/>
                </a:lnTo>
                <a:lnTo>
                  <a:pt x="71" y="117982"/>
                </a:lnTo>
                <a:lnTo>
                  <a:pt x="0" y="119252"/>
                </a:lnTo>
                <a:lnTo>
                  <a:pt x="4937" y="161258"/>
                </a:lnTo>
                <a:lnTo>
                  <a:pt x="19685" y="196596"/>
                </a:lnTo>
                <a:lnTo>
                  <a:pt x="58689" y="232011"/>
                </a:lnTo>
                <a:lnTo>
                  <a:pt x="76073" y="238251"/>
                </a:lnTo>
                <a:lnTo>
                  <a:pt x="78993" y="228600"/>
                </a:lnTo>
                <a:lnTo>
                  <a:pt x="65444" y="222573"/>
                </a:lnTo>
                <a:lnTo>
                  <a:pt x="53752" y="214201"/>
                </a:lnTo>
                <a:lnTo>
                  <a:pt x="29753" y="175186"/>
                </a:lnTo>
                <a:lnTo>
                  <a:pt x="21771" y="119252"/>
                </a:lnTo>
                <a:lnTo>
                  <a:pt x="21716" y="117982"/>
                </a:lnTo>
                <a:lnTo>
                  <a:pt x="22617" y="97645"/>
                </a:lnTo>
                <a:lnTo>
                  <a:pt x="35940" y="47371"/>
                </a:lnTo>
                <a:lnTo>
                  <a:pt x="65659" y="15652"/>
                </a:lnTo>
                <a:lnTo>
                  <a:pt x="79375" y="9651"/>
                </a:lnTo>
                <a:lnTo>
                  <a:pt x="760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151376" y="147002"/>
            <a:ext cx="13754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27025" algn="l"/>
              </a:tabLst>
            </a:pPr>
            <a:r>
              <a:rPr sz="2000" spc="65" dirty="0">
                <a:latin typeface="Cambria Math"/>
                <a:cs typeface="Cambria Math"/>
              </a:rPr>
              <a:t>x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1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wx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1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0550" y="1266825"/>
            <a:ext cx="2247900" cy="1733550"/>
          </a:xfrm>
          <a:custGeom>
            <a:avLst/>
            <a:gdLst/>
            <a:ahLst/>
            <a:cxnLst/>
            <a:rect l="l" t="t" r="r" b="b"/>
            <a:pathLst>
              <a:path w="2247900" h="1733550">
                <a:moveTo>
                  <a:pt x="76200" y="1647825"/>
                </a:moveTo>
                <a:lnTo>
                  <a:pt x="76200" y="0"/>
                </a:lnTo>
              </a:path>
              <a:path w="2247900" h="1733550">
                <a:moveTo>
                  <a:pt x="0" y="1647825"/>
                </a:moveTo>
                <a:lnTo>
                  <a:pt x="161925" y="1647825"/>
                </a:lnTo>
              </a:path>
              <a:path w="2247900" h="1733550">
                <a:moveTo>
                  <a:pt x="0" y="1095375"/>
                </a:moveTo>
                <a:lnTo>
                  <a:pt x="161925" y="1095375"/>
                </a:lnTo>
              </a:path>
              <a:path w="2247900" h="1733550">
                <a:moveTo>
                  <a:pt x="0" y="552450"/>
                </a:moveTo>
                <a:lnTo>
                  <a:pt x="161925" y="552450"/>
                </a:lnTo>
              </a:path>
              <a:path w="2247900" h="1733550">
                <a:moveTo>
                  <a:pt x="0" y="0"/>
                </a:moveTo>
                <a:lnTo>
                  <a:pt x="161925" y="0"/>
                </a:lnTo>
              </a:path>
              <a:path w="2247900" h="1733550">
                <a:moveTo>
                  <a:pt x="76200" y="1647825"/>
                </a:moveTo>
                <a:lnTo>
                  <a:pt x="2247900" y="1647825"/>
                </a:lnTo>
              </a:path>
              <a:path w="2247900" h="1733550">
                <a:moveTo>
                  <a:pt x="76200" y="1571625"/>
                </a:moveTo>
                <a:lnTo>
                  <a:pt x="76200" y="1733550"/>
                </a:lnTo>
              </a:path>
              <a:path w="2247900" h="1733550">
                <a:moveTo>
                  <a:pt x="800100" y="1571625"/>
                </a:moveTo>
                <a:lnTo>
                  <a:pt x="800100" y="1733550"/>
                </a:lnTo>
              </a:path>
              <a:path w="2247900" h="1733550">
                <a:moveTo>
                  <a:pt x="1524000" y="1571625"/>
                </a:moveTo>
                <a:lnTo>
                  <a:pt x="1524000" y="1733550"/>
                </a:lnTo>
              </a:path>
              <a:path w="2247900" h="1733550">
                <a:moveTo>
                  <a:pt x="2247900" y="1571625"/>
                </a:moveTo>
                <a:lnTo>
                  <a:pt x="2247900" y="173355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58569" y="2886916"/>
            <a:ext cx="965835" cy="143065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415"/>
              </a:spcBef>
              <a:tabLst>
                <a:tab pos="787400" algn="l"/>
              </a:tabLst>
            </a:pPr>
            <a:r>
              <a:rPr sz="2000" spc="-50" dirty="0">
                <a:latin typeface="Cambria Math"/>
                <a:cs typeface="Cambria Math"/>
              </a:rPr>
              <a:t>1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00" dirty="0">
                <a:latin typeface="Cambria Math"/>
                <a:cs typeface="Cambria Math"/>
              </a:rPr>
              <a:t>w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-4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Cambria Math"/>
                <a:cs typeface="Cambria Math"/>
              </a:rPr>
              <a:t>b</a:t>
            </a:r>
            <a:r>
              <a:rPr sz="2400" spc="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1.5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5432" y="272916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5432" y="217925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5432" y="162934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5432" y="1079118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5469" y="3050285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57804" y="3050285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609975" y="1266825"/>
            <a:ext cx="2257425" cy="1733550"/>
          </a:xfrm>
          <a:custGeom>
            <a:avLst/>
            <a:gdLst/>
            <a:ahLst/>
            <a:cxnLst/>
            <a:rect l="l" t="t" r="r" b="b"/>
            <a:pathLst>
              <a:path w="2257425" h="1733550">
                <a:moveTo>
                  <a:pt x="85725" y="1647825"/>
                </a:moveTo>
                <a:lnTo>
                  <a:pt x="85725" y="0"/>
                </a:lnTo>
              </a:path>
              <a:path w="2257425" h="1733550">
                <a:moveTo>
                  <a:pt x="0" y="1647825"/>
                </a:moveTo>
                <a:lnTo>
                  <a:pt x="161925" y="1647825"/>
                </a:lnTo>
              </a:path>
              <a:path w="2257425" h="1733550">
                <a:moveTo>
                  <a:pt x="0" y="1095375"/>
                </a:moveTo>
                <a:lnTo>
                  <a:pt x="161925" y="1095375"/>
                </a:lnTo>
              </a:path>
              <a:path w="2257425" h="1733550">
                <a:moveTo>
                  <a:pt x="0" y="552450"/>
                </a:moveTo>
                <a:lnTo>
                  <a:pt x="161925" y="552450"/>
                </a:lnTo>
              </a:path>
              <a:path w="2257425" h="1733550">
                <a:moveTo>
                  <a:pt x="0" y="0"/>
                </a:moveTo>
                <a:lnTo>
                  <a:pt x="161925" y="0"/>
                </a:lnTo>
              </a:path>
              <a:path w="2257425" h="1733550">
                <a:moveTo>
                  <a:pt x="85725" y="1647825"/>
                </a:moveTo>
                <a:lnTo>
                  <a:pt x="2257425" y="1647825"/>
                </a:lnTo>
              </a:path>
              <a:path w="2257425" h="1733550">
                <a:moveTo>
                  <a:pt x="85725" y="1571625"/>
                </a:moveTo>
                <a:lnTo>
                  <a:pt x="85725" y="1733550"/>
                </a:lnTo>
              </a:path>
              <a:path w="2257425" h="1733550">
                <a:moveTo>
                  <a:pt x="809625" y="1571625"/>
                </a:moveTo>
                <a:lnTo>
                  <a:pt x="809625" y="1733550"/>
                </a:lnTo>
              </a:path>
              <a:path w="2257425" h="1733550">
                <a:moveTo>
                  <a:pt x="1533525" y="1571625"/>
                </a:moveTo>
                <a:lnTo>
                  <a:pt x="1533525" y="1733550"/>
                </a:lnTo>
              </a:path>
              <a:path w="2257425" h="1733550">
                <a:moveTo>
                  <a:pt x="2257425" y="1571625"/>
                </a:moveTo>
                <a:lnTo>
                  <a:pt x="2257425" y="173355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315334" y="272916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15334" y="217925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15334" y="162934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15334" y="1079118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15309" y="3050285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58690" y="2886916"/>
            <a:ext cx="1033144" cy="143065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415"/>
              </a:spcBef>
              <a:tabLst>
                <a:tab pos="817244" algn="l"/>
              </a:tabLst>
            </a:pPr>
            <a:r>
              <a:rPr sz="2000" spc="-50" dirty="0">
                <a:latin typeface="Cambria Math"/>
                <a:cs typeface="Cambria Math"/>
              </a:rPr>
              <a:t>1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00" dirty="0">
                <a:latin typeface="Cambria Math"/>
                <a:cs typeface="Cambria Math"/>
              </a:rPr>
              <a:t>w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-4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0.5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Cambria Math"/>
                <a:cs typeface="Cambria Math"/>
              </a:rPr>
              <a:t>b</a:t>
            </a:r>
            <a:r>
              <a:rPr sz="2400" spc="-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 </a:t>
            </a: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87771" y="3050285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705225" y="542925"/>
            <a:ext cx="320675" cy="0"/>
          </a:xfrm>
          <a:custGeom>
            <a:avLst/>
            <a:gdLst/>
            <a:ahLst/>
            <a:cxnLst/>
            <a:rect l="l" t="t" r="r" b="b"/>
            <a:pathLst>
              <a:path w="320675">
                <a:moveTo>
                  <a:pt x="0" y="0"/>
                </a:moveTo>
                <a:lnTo>
                  <a:pt x="320675" y="0"/>
                </a:lnTo>
              </a:path>
            </a:pathLst>
          </a:custGeom>
          <a:ln w="38100">
            <a:solidFill>
              <a:srgbClr val="009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566540" y="655637"/>
            <a:ext cx="52324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50" dirty="0">
                <a:latin typeface="Cambria Math"/>
                <a:cs typeface="Cambria Math"/>
              </a:rPr>
              <a:t>f(x)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281" y="3679571"/>
            <a:ext cx="372130" cy="18541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723" y="3998379"/>
            <a:ext cx="382383" cy="24892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31574" y="3705453"/>
            <a:ext cx="292852" cy="17780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61155" y="4026103"/>
            <a:ext cx="306825" cy="19176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13296" y="3691686"/>
            <a:ext cx="423976" cy="20700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50177" y="4029100"/>
            <a:ext cx="383667" cy="191769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3524250" y="1505585"/>
            <a:ext cx="2425065" cy="1572260"/>
            <a:chOff x="3524250" y="1505585"/>
            <a:chExt cx="2425065" cy="1572260"/>
          </a:xfrm>
        </p:grpSpPr>
        <p:sp>
          <p:nvSpPr>
            <p:cNvPr id="40" name="object 40"/>
            <p:cNvSpPr/>
            <p:nvPr/>
          </p:nvSpPr>
          <p:spPr>
            <a:xfrm>
              <a:off x="3543300" y="2114550"/>
              <a:ext cx="2386965" cy="929640"/>
            </a:xfrm>
            <a:custGeom>
              <a:avLst/>
              <a:gdLst/>
              <a:ahLst/>
              <a:cxnLst/>
              <a:rect l="l" t="t" r="r" b="b"/>
              <a:pathLst>
                <a:path w="2386965" h="929639">
                  <a:moveTo>
                    <a:pt x="0" y="929258"/>
                  </a:moveTo>
                  <a:lnTo>
                    <a:pt x="2386838" y="0"/>
                  </a:lnTo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56027" y="1505585"/>
              <a:ext cx="597430" cy="35674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6135" y="1610741"/>
              <a:ext cx="142874" cy="3225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47946" y="1706626"/>
              <a:ext cx="136905" cy="3035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52797" y="1524889"/>
              <a:ext cx="896747" cy="25819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75939" y="2875407"/>
              <a:ext cx="168482" cy="20193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31283" y="2313559"/>
              <a:ext cx="1107948" cy="57708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28158" y="1816862"/>
              <a:ext cx="692023" cy="321690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6588070" y="805561"/>
            <a:ext cx="2028825" cy="2153285"/>
            <a:chOff x="6588070" y="805561"/>
            <a:chExt cx="2028825" cy="2153285"/>
          </a:xfrm>
        </p:grpSpPr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34504" y="1211834"/>
              <a:ext cx="526669" cy="31610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33191" y="1213993"/>
              <a:ext cx="283504" cy="22097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27721" y="1709166"/>
              <a:ext cx="1022350" cy="61353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46644" y="805561"/>
              <a:ext cx="832738" cy="66509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88070" y="2314321"/>
              <a:ext cx="268278" cy="64414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22642" y="2583687"/>
              <a:ext cx="358266" cy="178307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1142987" y="4182351"/>
            <a:ext cx="1674495" cy="391160"/>
            <a:chOff x="1142987" y="4182351"/>
            <a:chExt cx="1674495" cy="391160"/>
          </a:xfrm>
        </p:grpSpPr>
        <p:pic>
          <p:nvPicPr>
            <p:cNvPr id="56" name="object 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42987" y="4182351"/>
              <a:ext cx="435241" cy="39079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48587" y="4275074"/>
              <a:ext cx="1168273" cy="266268"/>
            </a:xfrm>
            <a:prstGeom prst="rect">
              <a:avLst/>
            </a:prstGeom>
          </p:spPr>
        </p:pic>
      </p:grpSp>
      <p:grpSp>
        <p:nvGrpSpPr>
          <p:cNvPr id="58" name="object 58"/>
          <p:cNvGrpSpPr/>
          <p:nvPr/>
        </p:nvGrpSpPr>
        <p:grpSpPr>
          <a:xfrm>
            <a:off x="504825" y="1554352"/>
            <a:ext cx="2448560" cy="1028700"/>
            <a:chOff x="504825" y="1554352"/>
            <a:chExt cx="2448560" cy="1028700"/>
          </a:xfrm>
        </p:grpSpPr>
        <p:sp>
          <p:nvSpPr>
            <p:cNvPr id="59" name="object 59"/>
            <p:cNvSpPr/>
            <p:nvPr/>
          </p:nvSpPr>
          <p:spPr>
            <a:xfrm>
              <a:off x="504825" y="2114550"/>
              <a:ext cx="2448560" cy="0"/>
            </a:xfrm>
            <a:custGeom>
              <a:avLst/>
              <a:gdLst/>
              <a:ahLst/>
              <a:cxnLst/>
              <a:rect l="l" t="t" r="r" b="b"/>
              <a:pathLst>
                <a:path w="2448560">
                  <a:moveTo>
                    <a:pt x="0" y="0"/>
                  </a:moveTo>
                  <a:lnTo>
                    <a:pt x="2448052" y="0"/>
                  </a:lnTo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47928" y="1554352"/>
              <a:ext cx="1267383" cy="28917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93925" y="1570608"/>
              <a:ext cx="141224" cy="18643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441320" y="1568322"/>
              <a:ext cx="354203" cy="24549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73200" y="2198877"/>
              <a:ext cx="158869" cy="383921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16636" y="2284094"/>
              <a:ext cx="137513" cy="9525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22857" y="2216404"/>
              <a:ext cx="307467" cy="25336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44512" y="2211451"/>
              <a:ext cx="206375" cy="206375"/>
            </a:xfrm>
            <a:prstGeom prst="rect">
              <a:avLst/>
            </a:prstGeom>
          </p:spPr>
        </p:pic>
      </p:grp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91509" y="80644"/>
            <a:ext cx="543052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945200"/>
                </a:solidFill>
              </a:rPr>
              <a:t>Cost</a:t>
            </a:r>
            <a:r>
              <a:rPr sz="2000" spc="-40" dirty="0">
                <a:solidFill>
                  <a:srgbClr val="945200"/>
                </a:solidFill>
              </a:rPr>
              <a:t> </a:t>
            </a:r>
            <a:r>
              <a:rPr sz="2000" dirty="0"/>
              <a:t>function</a:t>
            </a:r>
            <a:r>
              <a:rPr sz="3000" baseline="1388" dirty="0"/>
              <a:t>:</a:t>
            </a:r>
            <a:r>
              <a:rPr sz="3000" spc="-22" baseline="1388" dirty="0"/>
              <a:t> </a:t>
            </a:r>
            <a:r>
              <a:rPr sz="3000" baseline="1388" dirty="0"/>
              <a:t>Squared</a:t>
            </a:r>
            <a:r>
              <a:rPr sz="3000" spc="-89" baseline="1388" dirty="0"/>
              <a:t> </a:t>
            </a:r>
            <a:r>
              <a:rPr sz="3000" baseline="1388" dirty="0"/>
              <a:t>error</a:t>
            </a:r>
            <a:r>
              <a:rPr sz="3000" spc="-67" baseline="1388" dirty="0"/>
              <a:t> </a:t>
            </a:r>
            <a:r>
              <a:rPr sz="3000" baseline="1388" dirty="0"/>
              <a:t>cost</a:t>
            </a:r>
            <a:r>
              <a:rPr sz="3000" spc="-67" baseline="1388" dirty="0"/>
              <a:t> </a:t>
            </a:r>
            <a:r>
              <a:rPr sz="3000" spc="-15" baseline="1388" dirty="0"/>
              <a:t>function</a:t>
            </a:r>
            <a:endParaRPr sz="3000" baseline="1388"/>
          </a:p>
        </p:txBody>
      </p:sp>
      <p:sp>
        <p:nvSpPr>
          <p:cNvPr id="3" name="object 3"/>
          <p:cNvSpPr/>
          <p:nvPr/>
        </p:nvSpPr>
        <p:spPr>
          <a:xfrm>
            <a:off x="295275" y="542924"/>
            <a:ext cx="2971800" cy="2133600"/>
          </a:xfrm>
          <a:custGeom>
            <a:avLst/>
            <a:gdLst/>
            <a:ahLst/>
            <a:cxnLst/>
            <a:rect l="l" t="t" r="r" b="b"/>
            <a:pathLst>
              <a:path w="2971800" h="2133600">
                <a:moveTo>
                  <a:pt x="2971800" y="1905000"/>
                </a:moveTo>
                <a:lnTo>
                  <a:pt x="2948940" y="1885950"/>
                </a:lnTo>
                <a:lnTo>
                  <a:pt x="2839974" y="1795145"/>
                </a:lnTo>
                <a:lnTo>
                  <a:pt x="2833293" y="1791550"/>
                </a:lnTo>
                <a:lnTo>
                  <a:pt x="2808808" y="1811489"/>
                </a:lnTo>
                <a:lnTo>
                  <a:pt x="2810827" y="1818474"/>
                </a:lnTo>
                <a:lnTo>
                  <a:pt x="2815590" y="1824355"/>
                </a:lnTo>
                <a:lnTo>
                  <a:pt x="2889491" y="1885950"/>
                </a:lnTo>
                <a:lnTo>
                  <a:pt x="247650" y="1885950"/>
                </a:lnTo>
                <a:lnTo>
                  <a:pt x="247650" y="82334"/>
                </a:lnTo>
                <a:lnTo>
                  <a:pt x="309219" y="156210"/>
                </a:lnTo>
                <a:lnTo>
                  <a:pt x="315112" y="160972"/>
                </a:lnTo>
                <a:lnTo>
                  <a:pt x="322122" y="162991"/>
                </a:lnTo>
                <a:lnTo>
                  <a:pt x="329387" y="162229"/>
                </a:lnTo>
                <a:lnTo>
                  <a:pt x="336042" y="158623"/>
                </a:lnTo>
                <a:lnTo>
                  <a:pt x="340779" y="152742"/>
                </a:lnTo>
                <a:lnTo>
                  <a:pt x="342823" y="145757"/>
                </a:lnTo>
                <a:lnTo>
                  <a:pt x="342074" y="138506"/>
                </a:lnTo>
                <a:lnTo>
                  <a:pt x="338480" y="131826"/>
                </a:lnTo>
                <a:lnTo>
                  <a:pt x="253365" y="29718"/>
                </a:lnTo>
                <a:lnTo>
                  <a:pt x="228600" y="0"/>
                </a:lnTo>
                <a:lnTo>
                  <a:pt x="118719" y="131826"/>
                </a:lnTo>
                <a:lnTo>
                  <a:pt x="115112" y="138506"/>
                </a:lnTo>
                <a:lnTo>
                  <a:pt x="114376" y="145757"/>
                </a:lnTo>
                <a:lnTo>
                  <a:pt x="116408" y="152742"/>
                </a:lnTo>
                <a:lnTo>
                  <a:pt x="121158" y="158623"/>
                </a:lnTo>
                <a:lnTo>
                  <a:pt x="127800" y="162229"/>
                </a:lnTo>
                <a:lnTo>
                  <a:pt x="135064" y="162991"/>
                </a:lnTo>
                <a:lnTo>
                  <a:pt x="142074" y="160972"/>
                </a:lnTo>
                <a:lnTo>
                  <a:pt x="147980" y="156210"/>
                </a:lnTo>
                <a:lnTo>
                  <a:pt x="209537" y="82334"/>
                </a:lnTo>
                <a:lnTo>
                  <a:pt x="209550" y="29718"/>
                </a:lnTo>
                <a:lnTo>
                  <a:pt x="209550" y="82334"/>
                </a:lnTo>
                <a:lnTo>
                  <a:pt x="209550" y="1885950"/>
                </a:lnTo>
                <a:lnTo>
                  <a:pt x="0" y="1885950"/>
                </a:lnTo>
                <a:lnTo>
                  <a:pt x="0" y="1924050"/>
                </a:lnTo>
                <a:lnTo>
                  <a:pt x="209550" y="1924050"/>
                </a:lnTo>
                <a:lnTo>
                  <a:pt x="209550" y="2133600"/>
                </a:lnTo>
                <a:lnTo>
                  <a:pt x="247650" y="2133600"/>
                </a:lnTo>
                <a:lnTo>
                  <a:pt x="247650" y="1924050"/>
                </a:lnTo>
                <a:lnTo>
                  <a:pt x="2889491" y="1924050"/>
                </a:lnTo>
                <a:lnTo>
                  <a:pt x="2912364" y="1905000"/>
                </a:lnTo>
                <a:lnTo>
                  <a:pt x="2815590" y="1985645"/>
                </a:lnTo>
                <a:lnTo>
                  <a:pt x="2810827" y="1991537"/>
                </a:lnTo>
                <a:lnTo>
                  <a:pt x="2808808" y="1998522"/>
                </a:lnTo>
                <a:lnTo>
                  <a:pt x="2809570" y="2005774"/>
                </a:lnTo>
                <a:lnTo>
                  <a:pt x="2813177" y="2012442"/>
                </a:lnTo>
                <a:lnTo>
                  <a:pt x="2819057" y="2017204"/>
                </a:lnTo>
                <a:lnTo>
                  <a:pt x="2826042" y="2019223"/>
                </a:lnTo>
                <a:lnTo>
                  <a:pt x="2833293" y="2018461"/>
                </a:lnTo>
                <a:lnTo>
                  <a:pt x="2839974" y="2014855"/>
                </a:lnTo>
                <a:lnTo>
                  <a:pt x="2948940" y="1924050"/>
                </a:lnTo>
                <a:lnTo>
                  <a:pt x="2971800" y="190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69564" y="2393060"/>
            <a:ext cx="17335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x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1950" y="1038225"/>
            <a:ext cx="2611120" cy="1250315"/>
            <a:chOff x="361950" y="1038225"/>
            <a:chExt cx="2611120" cy="1250315"/>
          </a:xfrm>
        </p:grpSpPr>
        <p:sp>
          <p:nvSpPr>
            <p:cNvPr id="6" name="object 6"/>
            <p:cNvSpPr/>
            <p:nvPr/>
          </p:nvSpPr>
          <p:spPr>
            <a:xfrm>
              <a:off x="647700" y="1057275"/>
              <a:ext cx="1838960" cy="1134110"/>
            </a:xfrm>
            <a:custGeom>
              <a:avLst/>
              <a:gdLst/>
              <a:ahLst/>
              <a:cxnLst/>
              <a:rect l="l" t="t" r="r" b="b"/>
              <a:pathLst>
                <a:path w="1838960" h="1134110">
                  <a:moveTo>
                    <a:pt x="0" y="1133602"/>
                  </a:moveTo>
                  <a:lnTo>
                    <a:pt x="162001" y="971550"/>
                  </a:lnTo>
                </a:path>
                <a:path w="1838960" h="1134110">
                  <a:moveTo>
                    <a:pt x="162001" y="1133602"/>
                  </a:moveTo>
                  <a:lnTo>
                    <a:pt x="0" y="971550"/>
                  </a:lnTo>
                </a:path>
                <a:path w="1838960" h="1134110">
                  <a:moveTo>
                    <a:pt x="457200" y="1114552"/>
                  </a:moveTo>
                  <a:lnTo>
                    <a:pt x="619201" y="952500"/>
                  </a:lnTo>
                </a:path>
                <a:path w="1838960" h="1134110">
                  <a:moveTo>
                    <a:pt x="638302" y="1114552"/>
                  </a:moveTo>
                  <a:lnTo>
                    <a:pt x="476250" y="952500"/>
                  </a:lnTo>
                </a:path>
                <a:path w="1838960" h="1134110">
                  <a:moveTo>
                    <a:pt x="552450" y="514476"/>
                  </a:moveTo>
                  <a:lnTo>
                    <a:pt x="714502" y="352425"/>
                  </a:lnTo>
                </a:path>
                <a:path w="1838960" h="1134110">
                  <a:moveTo>
                    <a:pt x="714502" y="514476"/>
                  </a:moveTo>
                  <a:lnTo>
                    <a:pt x="552450" y="352425"/>
                  </a:lnTo>
                </a:path>
                <a:path w="1838960" h="1134110">
                  <a:moveTo>
                    <a:pt x="1085850" y="676401"/>
                  </a:moveTo>
                  <a:lnTo>
                    <a:pt x="1247902" y="514350"/>
                  </a:lnTo>
                </a:path>
                <a:path w="1838960" h="1134110">
                  <a:moveTo>
                    <a:pt x="1247902" y="676401"/>
                  </a:moveTo>
                  <a:lnTo>
                    <a:pt x="1085850" y="514350"/>
                  </a:lnTo>
                </a:path>
                <a:path w="1838960" h="1134110">
                  <a:moveTo>
                    <a:pt x="1447800" y="466851"/>
                  </a:moveTo>
                  <a:lnTo>
                    <a:pt x="1609852" y="304800"/>
                  </a:lnTo>
                </a:path>
                <a:path w="1838960" h="1134110">
                  <a:moveTo>
                    <a:pt x="1609852" y="466851"/>
                  </a:moveTo>
                  <a:lnTo>
                    <a:pt x="1447800" y="304800"/>
                  </a:lnTo>
                </a:path>
                <a:path w="1838960" h="1134110">
                  <a:moveTo>
                    <a:pt x="1676400" y="162051"/>
                  </a:moveTo>
                  <a:lnTo>
                    <a:pt x="1838452" y="0"/>
                  </a:lnTo>
                </a:path>
                <a:path w="1838960" h="1134110">
                  <a:moveTo>
                    <a:pt x="1838452" y="162051"/>
                  </a:moveTo>
                  <a:lnTo>
                    <a:pt x="1676400" y="0"/>
                  </a:lnTo>
                </a:path>
              </a:pathLst>
            </a:custGeom>
            <a:ln w="381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1133475"/>
              <a:ext cx="2573020" cy="1136015"/>
            </a:xfrm>
            <a:custGeom>
              <a:avLst/>
              <a:gdLst/>
              <a:ahLst/>
              <a:cxnLst/>
              <a:rect l="l" t="t" r="r" b="b"/>
              <a:pathLst>
                <a:path w="2573020" h="1136014">
                  <a:moveTo>
                    <a:pt x="0" y="1135507"/>
                  </a:moveTo>
                  <a:lnTo>
                    <a:pt x="2572512" y="0"/>
                  </a:lnTo>
                </a:path>
              </a:pathLst>
            </a:custGeom>
            <a:ln w="3810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0667" y="617474"/>
            <a:ext cx="1451610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2310"/>
              </a:lnSpc>
              <a:spcBef>
                <a:spcPts val="105"/>
              </a:spcBef>
            </a:pPr>
            <a:r>
              <a:rPr sz="2400" spc="-50" dirty="0">
                <a:solidFill>
                  <a:srgbClr val="C00000"/>
                </a:solidFill>
                <a:latin typeface="Cambria Math"/>
                <a:cs typeface="Cambria Math"/>
              </a:rPr>
              <a:t>y</a:t>
            </a:r>
            <a:endParaRPr sz="2400">
              <a:latin typeface="Cambria Math"/>
              <a:cs typeface="Cambria Math"/>
            </a:endParaRPr>
          </a:p>
          <a:p>
            <a:pPr marL="333375">
              <a:lnSpc>
                <a:spcPts val="1830"/>
              </a:lnSpc>
            </a:pPr>
            <a:r>
              <a:rPr sz="3000" spc="82" baseline="-20833" dirty="0">
                <a:latin typeface="Cambria Math"/>
                <a:cs typeface="Cambria Math"/>
              </a:rPr>
              <a:t>(</a:t>
            </a:r>
            <a:r>
              <a:rPr sz="3000" spc="82" baseline="-20833" dirty="0">
                <a:solidFill>
                  <a:srgbClr val="FFAB40"/>
                </a:solidFill>
                <a:latin typeface="Cambria Math"/>
                <a:cs typeface="Cambria Math"/>
              </a:rPr>
              <a:t>x</a:t>
            </a:r>
            <a:r>
              <a:rPr sz="1500" spc="55" dirty="0">
                <a:latin typeface="Cambria Math"/>
                <a:cs typeface="Cambria Math"/>
              </a:rPr>
              <a:t>(i)</a:t>
            </a:r>
            <a:r>
              <a:rPr sz="3000" spc="82" baseline="-20833" dirty="0">
                <a:latin typeface="Cambria Math"/>
                <a:cs typeface="Cambria Math"/>
              </a:rPr>
              <a:t>,</a:t>
            </a:r>
            <a:r>
              <a:rPr sz="3000" spc="-135" baseline="-20833" dirty="0">
                <a:latin typeface="Cambria Math"/>
                <a:cs typeface="Cambria Math"/>
              </a:rPr>
              <a:t> </a:t>
            </a:r>
            <a:r>
              <a:rPr sz="3000" spc="97" baseline="-20833" dirty="0">
                <a:solidFill>
                  <a:srgbClr val="C00000"/>
                </a:solidFill>
                <a:latin typeface="Cambria Math"/>
                <a:cs typeface="Cambria Math"/>
              </a:rPr>
              <a:t>y</a:t>
            </a:r>
            <a:r>
              <a:rPr sz="1500" spc="65" dirty="0">
                <a:latin typeface="Cambria Math"/>
                <a:cs typeface="Cambria Math"/>
              </a:rPr>
              <a:t>(i)</a:t>
            </a:r>
            <a:r>
              <a:rPr sz="3000" spc="97" baseline="-20833" dirty="0">
                <a:latin typeface="Cambria Math"/>
                <a:cs typeface="Cambria Math"/>
              </a:rPr>
              <a:t>)</a:t>
            </a:r>
            <a:endParaRPr sz="3000" baseline="-20833">
              <a:latin typeface="Cambria Math"/>
              <a:cs typeface="Cambria Math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4202" y="4140999"/>
            <a:ext cx="197993" cy="17645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667125" y="3793807"/>
            <a:ext cx="4439285" cy="659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Verdana"/>
                <a:cs typeface="Verdana"/>
              </a:rPr>
              <a:t>Find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000" spc="-35" dirty="0">
                <a:latin typeface="Cambria Math"/>
                <a:cs typeface="Cambria Math"/>
              </a:rPr>
              <a:t>,</a:t>
            </a:r>
            <a:r>
              <a:rPr sz="2000" spc="-90" dirty="0">
                <a:latin typeface="Cambria Math"/>
                <a:cs typeface="Cambria Math"/>
              </a:rPr>
              <a:t> </a:t>
            </a:r>
            <a:r>
              <a:rPr sz="2000" spc="-25" dirty="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r>
              <a:rPr sz="2000" spc="-25" dirty="0"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  <a:p>
            <a:pPr marL="123825">
              <a:lnSpc>
                <a:spcPct val="100000"/>
              </a:lnSpc>
              <a:spcBef>
                <a:spcPts val="155"/>
              </a:spcBef>
            </a:pPr>
            <a:r>
              <a:rPr sz="2000" spc="-875" dirty="0">
                <a:solidFill>
                  <a:srgbClr val="FF40FF"/>
                </a:solidFill>
                <a:latin typeface="Cambria Math"/>
                <a:cs typeface="Cambria Math"/>
              </a:rPr>
              <a:t>y</a:t>
            </a:r>
            <a:r>
              <a:rPr sz="2000" spc="25" dirty="0">
                <a:solidFill>
                  <a:srgbClr val="FF40FF"/>
                </a:solidFill>
                <a:latin typeface="Cambria Math"/>
                <a:cs typeface="Cambria Math"/>
              </a:rPr>
              <a:t>�</a:t>
            </a:r>
            <a:r>
              <a:rPr sz="2250" spc="-232" baseline="27777" dirty="0">
                <a:latin typeface="Cambria Math"/>
                <a:cs typeface="Cambria Math"/>
              </a:rPr>
              <a:t>(</a:t>
            </a:r>
            <a:r>
              <a:rPr sz="2250" spc="-195" baseline="27777" dirty="0">
                <a:latin typeface="Cambria Math"/>
                <a:cs typeface="Cambria Math"/>
              </a:rPr>
              <a:t>i</a:t>
            </a:r>
            <a:r>
              <a:rPr sz="2250" spc="-187" baseline="27777" dirty="0">
                <a:latin typeface="Cambria Math"/>
                <a:cs typeface="Cambria Math"/>
              </a:rPr>
              <a:t>)</a:t>
            </a:r>
            <a:r>
              <a:rPr sz="2250" spc="690" baseline="27777" dirty="0">
                <a:latin typeface="Cambria Math"/>
                <a:cs typeface="Cambria Math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close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Cambria Math"/>
                <a:cs typeface="Cambria Math"/>
              </a:rPr>
              <a:t>y</a:t>
            </a:r>
            <a:r>
              <a:rPr sz="2250" spc="120" baseline="27777" dirty="0">
                <a:latin typeface="Cambria Math"/>
                <a:cs typeface="Cambria Math"/>
              </a:rPr>
              <a:t>(i)</a:t>
            </a:r>
            <a:r>
              <a:rPr sz="2250" spc="705" baseline="27777" dirty="0">
                <a:latin typeface="Cambria Math"/>
                <a:cs typeface="Cambria Math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55" dirty="0">
                <a:latin typeface="Cambria Math"/>
                <a:cs typeface="Cambria Math"/>
              </a:rPr>
              <a:t>(</a:t>
            </a:r>
            <a:r>
              <a:rPr sz="2000" spc="55" dirty="0">
                <a:solidFill>
                  <a:srgbClr val="FFC000"/>
                </a:solidFill>
                <a:latin typeface="Cambria Math"/>
                <a:cs typeface="Cambria Math"/>
              </a:rPr>
              <a:t>x</a:t>
            </a:r>
            <a:r>
              <a:rPr sz="2000" spc="27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250" spc="165" baseline="27777" dirty="0">
                <a:latin typeface="Cambria Math"/>
                <a:cs typeface="Cambria Math"/>
              </a:rPr>
              <a:t>i</a:t>
            </a:r>
            <a:r>
              <a:rPr sz="2250" spc="630" baseline="27777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85" dirty="0">
                <a:latin typeface="Cambria Math"/>
                <a:cs typeface="Cambria Math"/>
              </a:rPr>
              <a:t> </a:t>
            </a:r>
            <a:r>
              <a:rPr sz="2000" spc="50" dirty="0">
                <a:solidFill>
                  <a:srgbClr val="C00000"/>
                </a:solidFill>
                <a:latin typeface="Cambria Math"/>
                <a:cs typeface="Cambria Math"/>
              </a:rPr>
              <a:t>y</a:t>
            </a:r>
            <a:r>
              <a:rPr sz="2250" spc="75" baseline="27777" dirty="0">
                <a:latin typeface="Cambria Math"/>
                <a:cs typeface="Cambria Math"/>
              </a:rPr>
              <a:t>(i)</a:t>
            </a:r>
            <a:r>
              <a:rPr sz="2000" spc="50" dirty="0">
                <a:latin typeface="Cambria Math"/>
                <a:cs typeface="Cambria Math"/>
              </a:rPr>
              <a:t>).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2548" y="1000505"/>
            <a:ext cx="339217" cy="66065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2696" y="1301241"/>
            <a:ext cx="180287" cy="30861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666426" y="936116"/>
            <a:ext cx="2419985" cy="887730"/>
            <a:chOff x="3666426" y="936116"/>
            <a:chExt cx="2419985" cy="8877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0463" y="1030096"/>
              <a:ext cx="95631" cy="6108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52604" y="936116"/>
              <a:ext cx="508902" cy="88760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91735" y="1447672"/>
              <a:ext cx="156210" cy="1485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66426" y="1149730"/>
              <a:ext cx="1197038" cy="4892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97739" y="1095120"/>
              <a:ext cx="545988" cy="510158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7144501" y="1218946"/>
            <a:ext cx="641350" cy="593725"/>
            <a:chOff x="7144501" y="1218946"/>
            <a:chExt cx="641350" cy="593725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71367" y="1218946"/>
              <a:ext cx="214240" cy="42100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44501" y="1652905"/>
              <a:ext cx="400822" cy="15938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476875" y="1934781"/>
            <a:ext cx="34899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7030A0"/>
                </a:solidFill>
                <a:latin typeface="Verdana"/>
                <a:cs typeface="Verdana"/>
              </a:rPr>
              <a:t>m</a:t>
            </a:r>
            <a:r>
              <a:rPr sz="1550" spc="5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=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number</a:t>
            </a:r>
            <a:r>
              <a:rPr sz="1550" spc="25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training</a:t>
            </a:r>
            <a:r>
              <a:rPr sz="1550" spc="17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examples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93031" y="2615691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4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39" h="69214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68189" y="2359660"/>
            <a:ext cx="99949" cy="173354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4957190" y="2721610"/>
            <a:ext cx="339725" cy="175895"/>
            <a:chOff x="4957190" y="2721610"/>
            <a:chExt cx="339725" cy="175895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57190" y="2721610"/>
              <a:ext cx="105537" cy="17335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86984" y="2772791"/>
              <a:ext cx="209550" cy="124206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21121" y="2237994"/>
            <a:ext cx="170941" cy="96647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13929" y="1244678"/>
            <a:ext cx="1496060" cy="1560830"/>
            <a:chOff x="113929" y="1244678"/>
            <a:chExt cx="1496060" cy="1560830"/>
          </a:xfrm>
        </p:grpSpPr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80338" y="1747138"/>
              <a:ext cx="172131" cy="2286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3748" y="1309750"/>
              <a:ext cx="199111" cy="26162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929" y="1244678"/>
              <a:ext cx="328932" cy="73271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21473" y="2332481"/>
              <a:ext cx="387971" cy="47269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17779" y="1575180"/>
              <a:ext cx="220979" cy="292100"/>
            </a:xfrm>
            <a:custGeom>
              <a:avLst/>
              <a:gdLst/>
              <a:ahLst/>
              <a:cxnLst/>
              <a:rect l="l" t="t" r="r" b="b"/>
              <a:pathLst>
                <a:path w="220979" h="292100">
                  <a:moveTo>
                    <a:pt x="18542" y="0"/>
                  </a:moveTo>
                  <a:lnTo>
                    <a:pt x="22136" y="381"/>
                  </a:lnTo>
                  <a:lnTo>
                    <a:pt x="25742" y="762"/>
                  </a:lnTo>
                  <a:lnTo>
                    <a:pt x="29337" y="1143"/>
                  </a:lnTo>
                  <a:lnTo>
                    <a:pt x="32943" y="1778"/>
                  </a:lnTo>
                  <a:lnTo>
                    <a:pt x="39776" y="3937"/>
                  </a:lnTo>
                  <a:lnTo>
                    <a:pt x="59575" y="7874"/>
                  </a:lnTo>
                  <a:lnTo>
                    <a:pt x="164706" y="8636"/>
                  </a:lnTo>
                  <a:lnTo>
                    <a:pt x="215099" y="7874"/>
                  </a:lnTo>
                  <a:lnTo>
                    <a:pt x="220497" y="7874"/>
                  </a:lnTo>
                </a:path>
                <a:path w="220979" h="292100">
                  <a:moveTo>
                    <a:pt x="0" y="291973"/>
                  </a:moveTo>
                  <a:lnTo>
                    <a:pt x="195478" y="291973"/>
                  </a:lnTo>
                  <a:lnTo>
                    <a:pt x="202323" y="291973"/>
                  </a:lnTo>
                </a:path>
              </a:pathLst>
            </a:custGeom>
            <a:ln w="179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75460" y="1573656"/>
              <a:ext cx="24130" cy="292735"/>
            </a:xfrm>
            <a:custGeom>
              <a:avLst/>
              <a:gdLst/>
              <a:ahLst/>
              <a:cxnLst/>
              <a:rect l="l" t="t" r="r" b="b"/>
              <a:pathLst>
                <a:path w="24130" h="292735">
                  <a:moveTo>
                    <a:pt x="15875" y="0"/>
                  </a:moveTo>
                  <a:lnTo>
                    <a:pt x="23113" y="22987"/>
                  </a:lnTo>
                  <a:lnTo>
                    <a:pt x="23494" y="31622"/>
                  </a:lnTo>
                  <a:lnTo>
                    <a:pt x="23748" y="40258"/>
                  </a:lnTo>
                  <a:lnTo>
                    <a:pt x="23494" y="48894"/>
                  </a:lnTo>
                  <a:lnTo>
                    <a:pt x="22732" y="57530"/>
                  </a:lnTo>
                  <a:lnTo>
                    <a:pt x="21589" y="66166"/>
                  </a:lnTo>
                  <a:lnTo>
                    <a:pt x="18414" y="84962"/>
                  </a:lnTo>
                  <a:lnTo>
                    <a:pt x="17652" y="88137"/>
                  </a:lnTo>
                  <a:lnTo>
                    <a:pt x="16255" y="99313"/>
                  </a:lnTo>
                  <a:lnTo>
                    <a:pt x="15112" y="110870"/>
                  </a:lnTo>
                  <a:lnTo>
                    <a:pt x="15112" y="139953"/>
                  </a:lnTo>
                  <a:lnTo>
                    <a:pt x="15493" y="150113"/>
                  </a:lnTo>
                  <a:lnTo>
                    <a:pt x="15493" y="160527"/>
                  </a:lnTo>
                  <a:lnTo>
                    <a:pt x="14858" y="170560"/>
                  </a:lnTo>
                  <a:lnTo>
                    <a:pt x="11175" y="198627"/>
                  </a:lnTo>
                  <a:lnTo>
                    <a:pt x="3301" y="258063"/>
                  </a:lnTo>
                  <a:lnTo>
                    <a:pt x="380" y="287654"/>
                  </a:lnTo>
                  <a:lnTo>
                    <a:pt x="0" y="292607"/>
                  </a:lnTo>
                </a:path>
              </a:pathLst>
            </a:custGeom>
            <a:ln w="17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63637" y="1754250"/>
              <a:ext cx="206438" cy="206375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07034" y="3141344"/>
            <a:ext cx="121094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000" spc="-875" dirty="0">
                <a:solidFill>
                  <a:srgbClr val="FF40FF"/>
                </a:solidFill>
                <a:latin typeface="Cambria Math"/>
                <a:cs typeface="Cambria Math"/>
              </a:rPr>
              <a:t>y</a:t>
            </a:r>
            <a:r>
              <a:rPr sz="2000" spc="25" dirty="0">
                <a:solidFill>
                  <a:srgbClr val="FF40FF"/>
                </a:solidFill>
                <a:latin typeface="Cambria Math"/>
                <a:cs typeface="Cambria Math"/>
              </a:rPr>
              <a:t>�</a:t>
            </a:r>
            <a:r>
              <a:rPr sz="2250" spc="-232" baseline="27777" dirty="0">
                <a:latin typeface="Cambria Math"/>
                <a:cs typeface="Cambria Math"/>
              </a:rPr>
              <a:t>(</a:t>
            </a:r>
            <a:r>
              <a:rPr sz="2250" spc="-187" baseline="27777" dirty="0">
                <a:latin typeface="Cambria Math"/>
                <a:cs typeface="Cambria Math"/>
              </a:rPr>
              <a:t>i)</a:t>
            </a:r>
            <a:r>
              <a:rPr sz="2250" spc="480" baseline="27777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80" dirty="0"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96FF"/>
                </a:solidFill>
                <a:latin typeface="Cambria Math"/>
                <a:cs typeface="Cambria Math"/>
              </a:rPr>
              <a:t>f</a:t>
            </a:r>
            <a:r>
              <a:rPr sz="2250" spc="-30" baseline="-16666" dirty="0">
                <a:solidFill>
                  <a:srgbClr val="0096FF"/>
                </a:solidFill>
                <a:latin typeface="Cambria Math"/>
                <a:cs typeface="Cambria Math"/>
              </a:rPr>
              <a:t>w,b</a:t>
            </a:r>
            <a:endParaRPr sz="2250" baseline="-16666">
              <a:latin typeface="Cambria Math"/>
              <a:cs typeface="Cambria Math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619636" y="3166364"/>
            <a:ext cx="575310" cy="321310"/>
            <a:chOff x="1619636" y="3166364"/>
            <a:chExt cx="575310" cy="321310"/>
          </a:xfrm>
        </p:grpSpPr>
        <p:sp>
          <p:nvSpPr>
            <p:cNvPr id="39" name="object 39"/>
            <p:cNvSpPr/>
            <p:nvPr/>
          </p:nvSpPr>
          <p:spPr>
            <a:xfrm>
              <a:off x="1619636" y="3176778"/>
              <a:ext cx="575310" cy="311150"/>
            </a:xfrm>
            <a:custGeom>
              <a:avLst/>
              <a:gdLst/>
              <a:ahLst/>
              <a:cxnLst/>
              <a:rect l="l" t="t" r="r" b="b"/>
              <a:pathLst>
                <a:path w="575310" h="311150">
                  <a:moveTo>
                    <a:pt x="493516" y="0"/>
                  </a:moveTo>
                  <a:lnTo>
                    <a:pt x="490468" y="10287"/>
                  </a:lnTo>
                  <a:lnTo>
                    <a:pt x="504705" y="17690"/>
                  </a:lnTo>
                  <a:lnTo>
                    <a:pt x="517122" y="28463"/>
                  </a:lnTo>
                  <a:lnTo>
                    <a:pt x="543276" y="80456"/>
                  </a:lnTo>
                  <a:lnTo>
                    <a:pt x="551086" y="128133"/>
                  </a:lnTo>
                  <a:lnTo>
                    <a:pt x="552063" y="155448"/>
                  </a:lnTo>
                  <a:lnTo>
                    <a:pt x="551086" y="182687"/>
                  </a:lnTo>
                  <a:lnTo>
                    <a:pt x="543276" y="230260"/>
                  </a:lnTo>
                  <a:lnTo>
                    <a:pt x="527704" y="268047"/>
                  </a:lnTo>
                  <a:lnTo>
                    <a:pt x="490468" y="300355"/>
                  </a:lnTo>
                  <a:lnTo>
                    <a:pt x="493516" y="310642"/>
                  </a:lnTo>
                  <a:lnTo>
                    <a:pt x="528266" y="292163"/>
                  </a:lnTo>
                  <a:lnTo>
                    <a:pt x="553968" y="257302"/>
                  </a:lnTo>
                  <a:lnTo>
                    <a:pt x="569858" y="210264"/>
                  </a:lnTo>
                  <a:lnTo>
                    <a:pt x="575171" y="155448"/>
                  </a:lnTo>
                  <a:lnTo>
                    <a:pt x="573904" y="128133"/>
                  </a:lnTo>
                  <a:lnTo>
                    <a:pt x="563229" y="75864"/>
                  </a:lnTo>
                  <a:lnTo>
                    <a:pt x="542254" y="33861"/>
                  </a:lnTo>
                  <a:lnTo>
                    <a:pt x="512016" y="7191"/>
                  </a:lnTo>
                  <a:lnTo>
                    <a:pt x="493516" y="0"/>
                  </a:lnTo>
                  <a:close/>
                </a:path>
                <a:path w="575310" h="311150">
                  <a:moveTo>
                    <a:pt x="81655" y="0"/>
                  </a:moveTo>
                  <a:lnTo>
                    <a:pt x="46968" y="18478"/>
                  </a:lnTo>
                  <a:lnTo>
                    <a:pt x="21330" y="53340"/>
                  </a:lnTo>
                  <a:lnTo>
                    <a:pt x="5328" y="100377"/>
                  </a:lnTo>
                  <a:lnTo>
                    <a:pt x="0" y="155448"/>
                  </a:lnTo>
                  <a:lnTo>
                    <a:pt x="1276" y="182687"/>
                  </a:lnTo>
                  <a:lnTo>
                    <a:pt x="1327" y="183774"/>
                  </a:lnTo>
                  <a:lnTo>
                    <a:pt x="11995" y="234777"/>
                  </a:lnTo>
                  <a:lnTo>
                    <a:pt x="33023" y="276780"/>
                  </a:lnTo>
                  <a:lnTo>
                    <a:pt x="63174" y="303450"/>
                  </a:lnTo>
                  <a:lnTo>
                    <a:pt x="81655" y="310642"/>
                  </a:lnTo>
                  <a:lnTo>
                    <a:pt x="84830" y="300355"/>
                  </a:lnTo>
                  <a:lnTo>
                    <a:pt x="70536" y="292951"/>
                  </a:lnTo>
                  <a:lnTo>
                    <a:pt x="58112" y="282178"/>
                  </a:lnTo>
                  <a:lnTo>
                    <a:pt x="31894" y="230260"/>
                  </a:lnTo>
                  <a:lnTo>
                    <a:pt x="24084" y="182687"/>
                  </a:lnTo>
                  <a:lnTo>
                    <a:pt x="23108" y="155448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521" y="42594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80489" y="3166364"/>
              <a:ext cx="197993" cy="176403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675129" y="3046094"/>
            <a:ext cx="37211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00" spc="172" baseline="-20833" dirty="0">
                <a:solidFill>
                  <a:srgbClr val="FFC000"/>
                </a:solidFill>
                <a:latin typeface="Cambria Math"/>
                <a:cs typeface="Cambria Math"/>
              </a:rPr>
              <a:t>x</a:t>
            </a:r>
            <a:r>
              <a:rPr sz="3000" spc="412" baseline="-20833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1500" spc="60" dirty="0">
                <a:latin typeface="Cambria Math"/>
                <a:cs typeface="Cambria Math"/>
              </a:rPr>
              <a:t>i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7034" y="3857307"/>
            <a:ext cx="48640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000" spc="82" baseline="12500" dirty="0">
                <a:solidFill>
                  <a:srgbClr val="0096FF"/>
                </a:solidFill>
                <a:latin typeface="Cambria Math"/>
                <a:cs typeface="Cambria Math"/>
              </a:rPr>
              <a:t>f</a:t>
            </a:r>
            <a:r>
              <a:rPr sz="1500" spc="55" dirty="0">
                <a:solidFill>
                  <a:srgbClr val="0096FF"/>
                </a:solidFill>
                <a:latin typeface="Cambria Math"/>
                <a:cs typeface="Cambria Math"/>
              </a:rPr>
              <a:t>w,b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95787" y="3823589"/>
            <a:ext cx="575310" cy="321310"/>
            <a:chOff x="895787" y="3823589"/>
            <a:chExt cx="575310" cy="321310"/>
          </a:xfrm>
        </p:grpSpPr>
        <p:sp>
          <p:nvSpPr>
            <p:cNvPr id="44" name="object 44"/>
            <p:cNvSpPr/>
            <p:nvPr/>
          </p:nvSpPr>
          <p:spPr>
            <a:xfrm>
              <a:off x="895787" y="3834003"/>
              <a:ext cx="575310" cy="311150"/>
            </a:xfrm>
            <a:custGeom>
              <a:avLst/>
              <a:gdLst/>
              <a:ahLst/>
              <a:cxnLst/>
              <a:rect l="l" t="t" r="r" b="b"/>
              <a:pathLst>
                <a:path w="575310" h="311150">
                  <a:moveTo>
                    <a:pt x="493465" y="0"/>
                  </a:moveTo>
                  <a:lnTo>
                    <a:pt x="490417" y="10287"/>
                  </a:lnTo>
                  <a:lnTo>
                    <a:pt x="504655" y="17691"/>
                  </a:lnTo>
                  <a:lnTo>
                    <a:pt x="517071" y="28471"/>
                  </a:lnTo>
                  <a:lnTo>
                    <a:pt x="543225" y="80501"/>
                  </a:lnTo>
                  <a:lnTo>
                    <a:pt x="551035" y="128159"/>
                  </a:lnTo>
                  <a:lnTo>
                    <a:pt x="552012" y="155448"/>
                  </a:lnTo>
                  <a:lnTo>
                    <a:pt x="551035" y="182675"/>
                  </a:lnTo>
                  <a:lnTo>
                    <a:pt x="543225" y="230237"/>
                  </a:lnTo>
                  <a:lnTo>
                    <a:pt x="527654" y="268063"/>
                  </a:lnTo>
                  <a:lnTo>
                    <a:pt x="490417" y="300355"/>
                  </a:lnTo>
                  <a:lnTo>
                    <a:pt x="493465" y="310654"/>
                  </a:lnTo>
                  <a:lnTo>
                    <a:pt x="528215" y="292163"/>
                  </a:lnTo>
                  <a:lnTo>
                    <a:pt x="553917" y="257289"/>
                  </a:lnTo>
                  <a:lnTo>
                    <a:pt x="569808" y="210258"/>
                  </a:lnTo>
                  <a:lnTo>
                    <a:pt x="575120" y="155448"/>
                  </a:lnTo>
                  <a:lnTo>
                    <a:pt x="573855" y="128159"/>
                  </a:lnTo>
                  <a:lnTo>
                    <a:pt x="563178" y="75877"/>
                  </a:lnTo>
                  <a:lnTo>
                    <a:pt x="542203" y="33866"/>
                  </a:lnTo>
                  <a:lnTo>
                    <a:pt x="511965" y="7191"/>
                  </a:lnTo>
                  <a:lnTo>
                    <a:pt x="493465" y="0"/>
                  </a:lnTo>
                  <a:close/>
                </a:path>
                <a:path w="575310" h="311150">
                  <a:moveTo>
                    <a:pt x="81616" y="0"/>
                  </a:moveTo>
                  <a:lnTo>
                    <a:pt x="46930" y="18480"/>
                  </a:lnTo>
                  <a:lnTo>
                    <a:pt x="21215" y="53352"/>
                  </a:lnTo>
                  <a:lnTo>
                    <a:pt x="5299" y="100379"/>
                  </a:lnTo>
                  <a:lnTo>
                    <a:pt x="0" y="155448"/>
                  </a:lnTo>
                  <a:lnTo>
                    <a:pt x="1269" y="182675"/>
                  </a:lnTo>
                  <a:lnTo>
                    <a:pt x="1320" y="183776"/>
                  </a:lnTo>
                  <a:lnTo>
                    <a:pt x="11931" y="234763"/>
                  </a:lnTo>
                  <a:lnTo>
                    <a:pt x="32950" y="276775"/>
                  </a:lnTo>
                  <a:lnTo>
                    <a:pt x="63153" y="303455"/>
                  </a:lnTo>
                  <a:lnTo>
                    <a:pt x="81616" y="310654"/>
                  </a:lnTo>
                  <a:lnTo>
                    <a:pt x="84753" y="300355"/>
                  </a:lnTo>
                  <a:lnTo>
                    <a:pt x="70483" y="292956"/>
                  </a:lnTo>
                  <a:lnTo>
                    <a:pt x="58056" y="282192"/>
                  </a:lnTo>
                  <a:lnTo>
                    <a:pt x="31900" y="230237"/>
                  </a:lnTo>
                  <a:lnTo>
                    <a:pt x="24084" y="182675"/>
                  </a:lnTo>
                  <a:lnTo>
                    <a:pt x="23108" y="155448"/>
                  </a:lnTo>
                  <a:lnTo>
                    <a:pt x="24084" y="128159"/>
                  </a:lnTo>
                  <a:lnTo>
                    <a:pt x="31900" y="80501"/>
                  </a:lnTo>
                  <a:lnTo>
                    <a:pt x="47476" y="42621"/>
                  </a:lnTo>
                  <a:lnTo>
                    <a:pt x="84753" y="10287"/>
                  </a:lnTo>
                  <a:lnTo>
                    <a:pt x="816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56627" y="3823589"/>
              <a:ext cx="197954" cy="17646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950277" y="3704590"/>
            <a:ext cx="37274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000" spc="172" baseline="-20833" dirty="0">
                <a:solidFill>
                  <a:srgbClr val="FFC000"/>
                </a:solidFill>
                <a:latin typeface="Cambria Math"/>
                <a:cs typeface="Cambria Math"/>
              </a:rPr>
              <a:t>x</a:t>
            </a:r>
            <a:r>
              <a:rPr sz="3000" spc="412" baseline="-20833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1500" spc="60" dirty="0">
                <a:latin typeface="Cambria Math"/>
                <a:cs typeface="Cambria Math"/>
              </a:rPr>
              <a:t>i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12824" y="3800157"/>
            <a:ext cx="13595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235" dirty="0"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000" dirty="0">
                <a:solidFill>
                  <a:srgbClr val="FFC000"/>
                </a:solidFill>
                <a:latin typeface="Cambria Math"/>
                <a:cs typeface="Cambria Math"/>
              </a:rPr>
              <a:t>x</a:t>
            </a:r>
            <a:r>
              <a:rPr sz="2250" baseline="27777" dirty="0">
                <a:latin typeface="Cambria Math"/>
                <a:cs typeface="Cambria Math"/>
              </a:rPr>
              <a:t>(i)</a:t>
            </a:r>
            <a:r>
              <a:rPr sz="2250" spc="359" baseline="27777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25166" y="728662"/>
            <a:ext cx="48640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000" spc="82" baseline="12500" dirty="0">
                <a:solidFill>
                  <a:srgbClr val="0096FF"/>
                </a:solidFill>
                <a:latin typeface="Cambria Math"/>
                <a:cs typeface="Cambria Math"/>
              </a:rPr>
              <a:t>f</a:t>
            </a:r>
            <a:r>
              <a:rPr sz="1500" spc="55" dirty="0">
                <a:solidFill>
                  <a:srgbClr val="0096FF"/>
                </a:solidFill>
                <a:latin typeface="Cambria Math"/>
                <a:cs typeface="Cambria Math"/>
              </a:rPr>
              <a:t>w,b</a:t>
            </a:r>
            <a:endParaRPr sz="1500">
              <a:latin typeface="Cambria Math"/>
              <a:cs typeface="Cambria Math"/>
            </a:endParaRPr>
          </a:p>
        </p:txBody>
      </p:sp>
      <p:pic>
        <p:nvPicPr>
          <p:cNvPr id="49" name="object 4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830566" y="1047496"/>
            <a:ext cx="316610" cy="283210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4941061" y="2404617"/>
            <a:ext cx="2893695" cy="644525"/>
            <a:chOff x="4941061" y="2404617"/>
            <a:chExt cx="2893695" cy="644525"/>
          </a:xfrm>
        </p:grpSpPr>
        <p:sp>
          <p:nvSpPr>
            <p:cNvPr id="51" name="object 51"/>
            <p:cNvSpPr/>
            <p:nvPr/>
          </p:nvSpPr>
          <p:spPr>
            <a:xfrm>
              <a:off x="4941062" y="2404617"/>
              <a:ext cx="718820" cy="644525"/>
            </a:xfrm>
            <a:custGeom>
              <a:avLst/>
              <a:gdLst/>
              <a:ahLst/>
              <a:cxnLst/>
              <a:rect l="l" t="t" r="r" b="b"/>
              <a:pathLst>
                <a:path w="718820" h="644525">
                  <a:moveTo>
                    <a:pt x="361950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361950" y="252222"/>
                  </a:lnTo>
                  <a:lnTo>
                    <a:pt x="361950" y="233172"/>
                  </a:lnTo>
                  <a:close/>
                </a:path>
                <a:path w="718820" h="644525">
                  <a:moveTo>
                    <a:pt x="467360" y="511302"/>
                  </a:moveTo>
                  <a:lnTo>
                    <a:pt x="448818" y="511302"/>
                  </a:lnTo>
                  <a:lnTo>
                    <a:pt x="444373" y="531241"/>
                  </a:lnTo>
                  <a:lnTo>
                    <a:pt x="462788" y="531241"/>
                  </a:lnTo>
                  <a:lnTo>
                    <a:pt x="467360" y="511302"/>
                  </a:lnTo>
                  <a:close/>
                </a:path>
                <a:path w="718820" h="644525">
                  <a:moveTo>
                    <a:pt x="470916" y="626618"/>
                  </a:moveTo>
                  <a:lnTo>
                    <a:pt x="464566" y="620395"/>
                  </a:lnTo>
                  <a:lnTo>
                    <a:pt x="462788" y="622554"/>
                  </a:lnTo>
                  <a:lnTo>
                    <a:pt x="461010" y="624205"/>
                  </a:lnTo>
                  <a:lnTo>
                    <a:pt x="451485" y="631444"/>
                  </a:lnTo>
                  <a:lnTo>
                    <a:pt x="450469" y="631952"/>
                  </a:lnTo>
                  <a:lnTo>
                    <a:pt x="446532" y="631952"/>
                  </a:lnTo>
                  <a:lnTo>
                    <a:pt x="445008" y="631444"/>
                  </a:lnTo>
                  <a:lnTo>
                    <a:pt x="444119" y="630428"/>
                  </a:lnTo>
                  <a:lnTo>
                    <a:pt x="443103" y="629412"/>
                  </a:lnTo>
                  <a:lnTo>
                    <a:pt x="442722" y="627634"/>
                  </a:lnTo>
                  <a:lnTo>
                    <a:pt x="442849" y="621538"/>
                  </a:lnTo>
                  <a:lnTo>
                    <a:pt x="443230" y="619379"/>
                  </a:lnTo>
                  <a:lnTo>
                    <a:pt x="443484" y="617220"/>
                  </a:lnTo>
                  <a:lnTo>
                    <a:pt x="444119" y="614299"/>
                  </a:lnTo>
                  <a:lnTo>
                    <a:pt x="445008" y="610743"/>
                  </a:lnTo>
                  <a:lnTo>
                    <a:pt x="458724" y="548767"/>
                  </a:lnTo>
                  <a:lnTo>
                    <a:pt x="454152" y="548767"/>
                  </a:lnTo>
                  <a:lnTo>
                    <a:pt x="427228" y="549783"/>
                  </a:lnTo>
                  <a:lnTo>
                    <a:pt x="426059" y="556260"/>
                  </a:lnTo>
                  <a:lnTo>
                    <a:pt x="430149" y="556260"/>
                  </a:lnTo>
                  <a:lnTo>
                    <a:pt x="432943" y="556768"/>
                  </a:lnTo>
                  <a:lnTo>
                    <a:pt x="434467" y="557911"/>
                  </a:lnTo>
                  <a:lnTo>
                    <a:pt x="436118" y="559054"/>
                  </a:lnTo>
                  <a:lnTo>
                    <a:pt x="437007" y="560832"/>
                  </a:lnTo>
                  <a:lnTo>
                    <a:pt x="437007" y="565404"/>
                  </a:lnTo>
                  <a:lnTo>
                    <a:pt x="436880" y="565912"/>
                  </a:lnTo>
                  <a:lnTo>
                    <a:pt x="436626" y="568833"/>
                  </a:lnTo>
                  <a:lnTo>
                    <a:pt x="436118" y="572135"/>
                  </a:lnTo>
                  <a:lnTo>
                    <a:pt x="434594" y="579247"/>
                  </a:lnTo>
                  <a:lnTo>
                    <a:pt x="433832" y="582930"/>
                  </a:lnTo>
                  <a:lnTo>
                    <a:pt x="432943" y="586740"/>
                  </a:lnTo>
                  <a:lnTo>
                    <a:pt x="432054" y="590677"/>
                  </a:lnTo>
                  <a:lnTo>
                    <a:pt x="431165" y="594487"/>
                  </a:lnTo>
                  <a:lnTo>
                    <a:pt x="430149" y="598424"/>
                  </a:lnTo>
                  <a:lnTo>
                    <a:pt x="429260" y="602361"/>
                  </a:lnTo>
                  <a:lnTo>
                    <a:pt x="428371" y="606044"/>
                  </a:lnTo>
                  <a:lnTo>
                    <a:pt x="426847" y="613156"/>
                  </a:lnTo>
                  <a:lnTo>
                    <a:pt x="426212" y="616458"/>
                  </a:lnTo>
                  <a:lnTo>
                    <a:pt x="425196" y="622554"/>
                  </a:lnTo>
                  <a:lnTo>
                    <a:pt x="425323" y="632079"/>
                  </a:lnTo>
                  <a:lnTo>
                    <a:pt x="426085" y="634111"/>
                  </a:lnTo>
                  <a:lnTo>
                    <a:pt x="426847" y="636270"/>
                  </a:lnTo>
                  <a:lnTo>
                    <a:pt x="427863" y="638048"/>
                  </a:lnTo>
                  <a:lnTo>
                    <a:pt x="430657" y="641096"/>
                  </a:lnTo>
                  <a:lnTo>
                    <a:pt x="432308" y="642239"/>
                  </a:lnTo>
                  <a:lnTo>
                    <a:pt x="434213" y="643128"/>
                  </a:lnTo>
                  <a:lnTo>
                    <a:pt x="436232" y="644144"/>
                  </a:lnTo>
                  <a:lnTo>
                    <a:pt x="436702" y="644144"/>
                  </a:lnTo>
                  <a:lnTo>
                    <a:pt x="438150" y="644398"/>
                  </a:lnTo>
                  <a:lnTo>
                    <a:pt x="443103" y="644398"/>
                  </a:lnTo>
                  <a:lnTo>
                    <a:pt x="445516" y="644144"/>
                  </a:lnTo>
                  <a:lnTo>
                    <a:pt x="447675" y="643509"/>
                  </a:lnTo>
                  <a:lnTo>
                    <a:pt x="449961" y="642874"/>
                  </a:lnTo>
                  <a:lnTo>
                    <a:pt x="452247" y="641858"/>
                  </a:lnTo>
                  <a:lnTo>
                    <a:pt x="457073" y="639064"/>
                  </a:lnTo>
                  <a:lnTo>
                    <a:pt x="459486" y="637159"/>
                  </a:lnTo>
                  <a:lnTo>
                    <a:pt x="462153" y="634873"/>
                  </a:lnTo>
                  <a:lnTo>
                    <a:pt x="464820" y="632714"/>
                  </a:lnTo>
                  <a:lnTo>
                    <a:pt x="465607" y="631952"/>
                  </a:lnTo>
                  <a:lnTo>
                    <a:pt x="467741" y="629920"/>
                  </a:lnTo>
                  <a:lnTo>
                    <a:pt x="470916" y="626618"/>
                  </a:lnTo>
                  <a:close/>
                </a:path>
                <a:path w="718820" h="644525">
                  <a:moveTo>
                    <a:pt x="599059" y="601472"/>
                  </a:moveTo>
                  <a:lnTo>
                    <a:pt x="491998" y="601472"/>
                  </a:lnTo>
                  <a:lnTo>
                    <a:pt x="491998" y="615696"/>
                  </a:lnTo>
                  <a:lnTo>
                    <a:pt x="599059" y="615696"/>
                  </a:lnTo>
                  <a:lnTo>
                    <a:pt x="599059" y="601472"/>
                  </a:lnTo>
                  <a:close/>
                </a:path>
                <a:path w="718820" h="644525">
                  <a:moveTo>
                    <a:pt x="599059" y="560959"/>
                  </a:moveTo>
                  <a:lnTo>
                    <a:pt x="491998" y="560959"/>
                  </a:lnTo>
                  <a:lnTo>
                    <a:pt x="491998" y="575183"/>
                  </a:lnTo>
                  <a:lnTo>
                    <a:pt x="599059" y="575183"/>
                  </a:lnTo>
                  <a:lnTo>
                    <a:pt x="599059" y="560959"/>
                  </a:lnTo>
                  <a:close/>
                </a:path>
                <a:path w="718820" h="644525">
                  <a:moveTo>
                    <a:pt x="718439" y="398907"/>
                  </a:moveTo>
                  <a:lnTo>
                    <a:pt x="699897" y="398907"/>
                  </a:lnTo>
                  <a:lnTo>
                    <a:pt x="696988" y="414985"/>
                  </a:lnTo>
                  <a:lnTo>
                    <a:pt x="693813" y="427926"/>
                  </a:lnTo>
                  <a:lnTo>
                    <a:pt x="690372" y="437743"/>
                  </a:lnTo>
                  <a:lnTo>
                    <a:pt x="686689" y="444373"/>
                  </a:lnTo>
                  <a:lnTo>
                    <a:pt x="681609" y="451104"/>
                  </a:lnTo>
                  <a:lnTo>
                    <a:pt x="674243" y="454533"/>
                  </a:lnTo>
                  <a:lnTo>
                    <a:pt x="446786" y="454533"/>
                  </a:lnTo>
                  <a:lnTo>
                    <a:pt x="608457" y="235077"/>
                  </a:lnTo>
                  <a:lnTo>
                    <a:pt x="608457" y="219837"/>
                  </a:lnTo>
                  <a:lnTo>
                    <a:pt x="458724" y="16383"/>
                  </a:lnTo>
                  <a:lnTo>
                    <a:pt x="656844" y="16383"/>
                  </a:lnTo>
                  <a:lnTo>
                    <a:pt x="687451" y="40513"/>
                  </a:lnTo>
                  <a:lnTo>
                    <a:pt x="695071" y="74295"/>
                  </a:lnTo>
                  <a:lnTo>
                    <a:pt x="711708" y="74295"/>
                  </a:lnTo>
                  <a:lnTo>
                    <a:pt x="711708" y="0"/>
                  </a:lnTo>
                  <a:lnTo>
                    <a:pt x="408432" y="0"/>
                  </a:lnTo>
                  <a:lnTo>
                    <a:pt x="408432" y="11938"/>
                  </a:lnTo>
                  <a:lnTo>
                    <a:pt x="579247" y="240030"/>
                  </a:lnTo>
                  <a:lnTo>
                    <a:pt x="403352" y="478536"/>
                  </a:lnTo>
                  <a:lnTo>
                    <a:pt x="403352" y="490982"/>
                  </a:lnTo>
                  <a:lnTo>
                    <a:pt x="712089" y="490982"/>
                  </a:lnTo>
                  <a:lnTo>
                    <a:pt x="718439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77204" y="2927603"/>
              <a:ext cx="78867" cy="11976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97092" y="2422143"/>
              <a:ext cx="2137537" cy="38417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21375" y="2821685"/>
              <a:ext cx="360923" cy="217169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3402076" y="258825"/>
            <a:ext cx="5198745" cy="4251325"/>
            <a:chOff x="3402076" y="258825"/>
            <a:chExt cx="5198745" cy="4251325"/>
          </a:xfrm>
        </p:grpSpPr>
        <p:pic>
          <p:nvPicPr>
            <p:cNvPr id="56" name="object 5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841623" y="2552192"/>
              <a:ext cx="114173" cy="21996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982593" y="2532506"/>
              <a:ext cx="614045" cy="238760"/>
            </a:xfrm>
            <a:custGeom>
              <a:avLst/>
              <a:gdLst/>
              <a:ahLst/>
              <a:cxnLst/>
              <a:rect l="l" t="t" r="r" b="b"/>
              <a:pathLst>
                <a:path w="614045" h="238760">
                  <a:moveTo>
                    <a:pt x="537972" y="0"/>
                  </a:moveTo>
                  <a:lnTo>
                    <a:pt x="534543" y="9779"/>
                  </a:lnTo>
                  <a:lnTo>
                    <a:pt x="548350" y="15708"/>
                  </a:lnTo>
                  <a:lnTo>
                    <a:pt x="560228" y="23971"/>
                  </a:lnTo>
                  <a:lnTo>
                    <a:pt x="584271" y="62404"/>
                  </a:lnTo>
                  <a:lnTo>
                    <a:pt x="592201" y="117982"/>
                  </a:lnTo>
                  <a:lnTo>
                    <a:pt x="591319" y="139009"/>
                  </a:lnTo>
                  <a:lnTo>
                    <a:pt x="578104" y="190373"/>
                  </a:lnTo>
                  <a:lnTo>
                    <a:pt x="548546" y="222573"/>
                  </a:lnTo>
                  <a:lnTo>
                    <a:pt x="534924" y="228600"/>
                  </a:lnTo>
                  <a:lnTo>
                    <a:pt x="537972" y="238251"/>
                  </a:lnTo>
                  <a:lnTo>
                    <a:pt x="583477" y="211195"/>
                  </a:lnTo>
                  <a:lnTo>
                    <a:pt x="609044" y="161305"/>
                  </a:lnTo>
                  <a:lnTo>
                    <a:pt x="613918" y="119253"/>
                  </a:lnTo>
                  <a:lnTo>
                    <a:pt x="612714" y="97647"/>
                  </a:lnTo>
                  <a:lnTo>
                    <a:pt x="602934" y="58691"/>
                  </a:lnTo>
                  <a:lnTo>
                    <a:pt x="570404" y="15319"/>
                  </a:lnTo>
                  <a:lnTo>
                    <a:pt x="555265" y="6260"/>
                  </a:lnTo>
                  <a:lnTo>
                    <a:pt x="537972" y="0"/>
                  </a:lnTo>
                  <a:close/>
                </a:path>
                <a:path w="614045" h="238760">
                  <a:moveTo>
                    <a:pt x="75946" y="0"/>
                  </a:moveTo>
                  <a:lnTo>
                    <a:pt x="30547" y="27164"/>
                  </a:lnTo>
                  <a:lnTo>
                    <a:pt x="4889" y="77231"/>
                  </a:lnTo>
                  <a:lnTo>
                    <a:pt x="70" y="117982"/>
                  </a:lnTo>
                  <a:lnTo>
                    <a:pt x="0" y="119253"/>
                  </a:lnTo>
                  <a:lnTo>
                    <a:pt x="1099" y="139009"/>
                  </a:lnTo>
                  <a:lnTo>
                    <a:pt x="1216" y="141106"/>
                  </a:lnTo>
                  <a:lnTo>
                    <a:pt x="4873" y="161305"/>
                  </a:lnTo>
                  <a:lnTo>
                    <a:pt x="19558" y="196595"/>
                  </a:lnTo>
                  <a:lnTo>
                    <a:pt x="58634" y="232011"/>
                  </a:lnTo>
                  <a:lnTo>
                    <a:pt x="75946" y="238251"/>
                  </a:lnTo>
                  <a:lnTo>
                    <a:pt x="78994" y="228600"/>
                  </a:lnTo>
                  <a:lnTo>
                    <a:pt x="65371" y="222573"/>
                  </a:lnTo>
                  <a:lnTo>
                    <a:pt x="53641" y="214201"/>
                  </a:lnTo>
                  <a:lnTo>
                    <a:pt x="29646" y="175204"/>
                  </a:lnTo>
                  <a:lnTo>
                    <a:pt x="21770" y="119253"/>
                  </a:lnTo>
                  <a:lnTo>
                    <a:pt x="21717" y="117982"/>
                  </a:lnTo>
                  <a:lnTo>
                    <a:pt x="22598" y="97647"/>
                  </a:lnTo>
                  <a:lnTo>
                    <a:pt x="35814" y="47498"/>
                  </a:lnTo>
                  <a:lnTo>
                    <a:pt x="65585" y="15708"/>
                  </a:lnTo>
                  <a:lnTo>
                    <a:pt x="79375" y="9779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071620" y="2603499"/>
              <a:ext cx="233679" cy="15468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371656" y="2543936"/>
              <a:ext cx="113856" cy="18161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414776" y="271525"/>
              <a:ext cx="21590" cy="4225925"/>
            </a:xfrm>
            <a:custGeom>
              <a:avLst/>
              <a:gdLst/>
              <a:ahLst/>
              <a:cxnLst/>
              <a:rect l="l" t="t" r="r" b="b"/>
              <a:pathLst>
                <a:path w="21589" h="4225925">
                  <a:moveTo>
                    <a:pt x="21082" y="0"/>
                  </a:moveTo>
                  <a:lnTo>
                    <a:pt x="0" y="4225886"/>
                  </a:lnTo>
                </a:path>
              </a:pathLst>
            </a:custGeom>
            <a:ln w="253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313932" y="1060068"/>
              <a:ext cx="755268" cy="78308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28542" y="2795650"/>
              <a:ext cx="184400" cy="269239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3424301" y="3671950"/>
              <a:ext cx="5176520" cy="0"/>
            </a:xfrm>
            <a:custGeom>
              <a:avLst/>
              <a:gdLst/>
              <a:ahLst/>
              <a:cxnLst/>
              <a:rect l="l" t="t" r="r" b="b"/>
              <a:pathLst>
                <a:path w="5176520">
                  <a:moveTo>
                    <a:pt x="5176139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383651" y="1192275"/>
              <a:ext cx="206375" cy="2159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336026" y="744600"/>
              <a:ext cx="215900" cy="20637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583426" y="1782825"/>
              <a:ext cx="206375" cy="20637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573776" y="392175"/>
              <a:ext cx="206375" cy="20637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173851" y="1392300"/>
              <a:ext cx="206375" cy="20637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898773" y="3106546"/>
              <a:ext cx="1024127" cy="20993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058155" y="3136011"/>
              <a:ext cx="856107" cy="274574"/>
            </a:xfrm>
            <a:prstGeom prst="rect">
              <a:avLst/>
            </a:prstGeom>
          </p:spPr>
        </p:pic>
      </p:grpSp>
      <p:pic>
        <p:nvPicPr>
          <p:cNvPr id="71" name="object 71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391846" y="3209798"/>
            <a:ext cx="362195" cy="209550"/>
          </a:xfrm>
          <a:prstGeom prst="rect">
            <a:avLst/>
          </a:prstGeom>
        </p:spPr>
      </p:pic>
      <p:sp>
        <p:nvSpPr>
          <p:cNvPr id="72" name="object 7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2225" marR="5080" indent="-9525">
              <a:lnSpc>
                <a:spcPts val="5710"/>
              </a:lnSpc>
              <a:spcBef>
                <a:spcPts val="259"/>
              </a:spcBef>
            </a:pPr>
            <a:r>
              <a:rPr sz="4800" dirty="0">
                <a:solidFill>
                  <a:srgbClr val="0070EA"/>
                </a:solidFill>
              </a:rPr>
              <a:t>Linear</a:t>
            </a:r>
            <a:r>
              <a:rPr sz="4800" spc="-6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Regression </a:t>
            </a:r>
            <a:r>
              <a:rPr sz="4800" dirty="0">
                <a:solidFill>
                  <a:srgbClr val="0070EA"/>
                </a:solidFill>
              </a:rPr>
              <a:t>with</a:t>
            </a:r>
            <a:r>
              <a:rPr sz="4800" spc="-45" dirty="0">
                <a:solidFill>
                  <a:srgbClr val="0070EA"/>
                </a:solidFill>
              </a:rPr>
              <a:t> </a:t>
            </a:r>
            <a:r>
              <a:rPr sz="4800" dirty="0">
                <a:solidFill>
                  <a:srgbClr val="0070EA"/>
                </a:solidFill>
              </a:rPr>
              <a:t>One</a:t>
            </a:r>
            <a:r>
              <a:rPr sz="4800" spc="-75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Variable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272478" rIns="0" bIns="0" rtlCol="0">
            <a:spAutoFit/>
          </a:bodyPr>
          <a:lstStyle/>
          <a:p>
            <a:pPr marL="1784350" marR="5080" indent="-648970">
              <a:lnSpc>
                <a:spcPct val="117300"/>
              </a:lnSpc>
              <a:spcBef>
                <a:spcPts val="90"/>
              </a:spcBef>
            </a:pPr>
            <a:r>
              <a:rPr sz="3950" dirty="0">
                <a:latin typeface="Verdana"/>
                <a:cs typeface="Verdana"/>
              </a:rPr>
              <a:t>Cost</a:t>
            </a:r>
            <a:r>
              <a:rPr sz="3950" spc="40" dirty="0">
                <a:latin typeface="Verdana"/>
                <a:cs typeface="Verdana"/>
              </a:rPr>
              <a:t> </a:t>
            </a:r>
            <a:r>
              <a:rPr sz="3950" spc="-10" dirty="0">
                <a:latin typeface="Verdana"/>
                <a:cs typeface="Verdana"/>
              </a:rPr>
              <a:t>Function Intuition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676" y="4314626"/>
            <a:ext cx="205184" cy="20518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230240" y="2959480"/>
            <a:ext cx="641350" cy="304165"/>
            <a:chOff x="5230240" y="2959480"/>
            <a:chExt cx="641350" cy="3041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5955" y="2979038"/>
              <a:ext cx="114173" cy="2200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86450" y="2959480"/>
              <a:ext cx="366395" cy="238760"/>
            </a:xfrm>
            <a:custGeom>
              <a:avLst/>
              <a:gdLst/>
              <a:ahLst/>
              <a:cxnLst/>
              <a:rect l="l" t="t" r="r" b="b"/>
              <a:pathLst>
                <a:path w="366395" h="238760">
                  <a:moveTo>
                    <a:pt x="290449" y="0"/>
                  </a:moveTo>
                  <a:lnTo>
                    <a:pt x="287020" y="9651"/>
                  </a:lnTo>
                  <a:lnTo>
                    <a:pt x="300809" y="15654"/>
                  </a:lnTo>
                  <a:lnTo>
                    <a:pt x="312658" y="23955"/>
                  </a:lnTo>
                  <a:lnTo>
                    <a:pt x="336748" y="62404"/>
                  </a:lnTo>
                  <a:lnTo>
                    <a:pt x="344677" y="117982"/>
                  </a:lnTo>
                  <a:lnTo>
                    <a:pt x="343796" y="138955"/>
                  </a:lnTo>
                  <a:lnTo>
                    <a:pt x="330581" y="190373"/>
                  </a:lnTo>
                  <a:lnTo>
                    <a:pt x="300952" y="222573"/>
                  </a:lnTo>
                  <a:lnTo>
                    <a:pt x="287400" y="228600"/>
                  </a:lnTo>
                  <a:lnTo>
                    <a:pt x="290449" y="238251"/>
                  </a:lnTo>
                  <a:lnTo>
                    <a:pt x="335954" y="211195"/>
                  </a:lnTo>
                  <a:lnTo>
                    <a:pt x="361473" y="161258"/>
                  </a:lnTo>
                  <a:lnTo>
                    <a:pt x="366395" y="119252"/>
                  </a:lnTo>
                  <a:lnTo>
                    <a:pt x="365172" y="97647"/>
                  </a:lnTo>
                  <a:lnTo>
                    <a:pt x="365158" y="97397"/>
                  </a:lnTo>
                  <a:lnTo>
                    <a:pt x="355304" y="58638"/>
                  </a:lnTo>
                  <a:lnTo>
                    <a:pt x="322818" y="15319"/>
                  </a:lnTo>
                  <a:lnTo>
                    <a:pt x="307687" y="6260"/>
                  </a:lnTo>
                  <a:lnTo>
                    <a:pt x="290449" y="0"/>
                  </a:lnTo>
                  <a:close/>
                </a:path>
                <a:path w="366395" h="238760">
                  <a:moveTo>
                    <a:pt x="76073" y="0"/>
                  </a:moveTo>
                  <a:lnTo>
                    <a:pt x="30567" y="27164"/>
                  </a:lnTo>
                  <a:lnTo>
                    <a:pt x="4937" y="77184"/>
                  </a:lnTo>
                  <a:lnTo>
                    <a:pt x="71" y="117982"/>
                  </a:lnTo>
                  <a:lnTo>
                    <a:pt x="0" y="119252"/>
                  </a:lnTo>
                  <a:lnTo>
                    <a:pt x="4937" y="161258"/>
                  </a:lnTo>
                  <a:lnTo>
                    <a:pt x="19685" y="196595"/>
                  </a:lnTo>
                  <a:lnTo>
                    <a:pt x="58689" y="232011"/>
                  </a:lnTo>
                  <a:lnTo>
                    <a:pt x="76073" y="238251"/>
                  </a:lnTo>
                  <a:lnTo>
                    <a:pt x="78994" y="228600"/>
                  </a:lnTo>
                  <a:lnTo>
                    <a:pt x="65444" y="222573"/>
                  </a:lnTo>
                  <a:lnTo>
                    <a:pt x="53752" y="214201"/>
                  </a:lnTo>
                  <a:lnTo>
                    <a:pt x="29753" y="175186"/>
                  </a:lnTo>
                  <a:lnTo>
                    <a:pt x="21771" y="119252"/>
                  </a:lnTo>
                  <a:lnTo>
                    <a:pt x="21716" y="117982"/>
                  </a:lnTo>
                  <a:lnTo>
                    <a:pt x="22617" y="97647"/>
                  </a:lnTo>
                  <a:lnTo>
                    <a:pt x="35940" y="47498"/>
                  </a:lnTo>
                  <a:lnTo>
                    <a:pt x="65659" y="15654"/>
                  </a:lnTo>
                  <a:lnTo>
                    <a:pt x="79375" y="9651"/>
                  </a:lnTo>
                  <a:lnTo>
                    <a:pt x="760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5604" y="3030473"/>
              <a:ext cx="179450" cy="1220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230240" y="3213607"/>
              <a:ext cx="641350" cy="50165"/>
            </a:xfrm>
            <a:custGeom>
              <a:avLst/>
              <a:gdLst/>
              <a:ahLst/>
              <a:cxnLst/>
              <a:rect l="l" t="t" r="r" b="b"/>
              <a:pathLst>
                <a:path w="641350" h="50164">
                  <a:moveTo>
                    <a:pt x="13843" y="31368"/>
                  </a:moveTo>
                  <a:lnTo>
                    <a:pt x="8636" y="31368"/>
                  </a:lnTo>
                  <a:lnTo>
                    <a:pt x="6778" y="31543"/>
                  </a:lnTo>
                  <a:lnTo>
                    <a:pt x="403" y="40259"/>
                  </a:lnTo>
                  <a:lnTo>
                    <a:pt x="1048" y="44323"/>
                  </a:lnTo>
                  <a:lnTo>
                    <a:pt x="1164" y="45055"/>
                  </a:lnTo>
                  <a:lnTo>
                    <a:pt x="9525" y="50037"/>
                  </a:lnTo>
                  <a:lnTo>
                    <a:pt x="14922" y="48768"/>
                  </a:lnTo>
                  <a:lnTo>
                    <a:pt x="10816" y="48768"/>
                  </a:lnTo>
                  <a:lnTo>
                    <a:pt x="16334" y="45758"/>
                  </a:lnTo>
                  <a:lnTo>
                    <a:pt x="45406" y="45758"/>
                  </a:lnTo>
                  <a:lnTo>
                    <a:pt x="53192" y="45055"/>
                  </a:lnTo>
                  <a:lnTo>
                    <a:pt x="54148" y="45055"/>
                  </a:lnTo>
                  <a:lnTo>
                    <a:pt x="57276" y="41275"/>
                  </a:lnTo>
                  <a:lnTo>
                    <a:pt x="57214" y="40259"/>
                  </a:lnTo>
                  <a:lnTo>
                    <a:pt x="57121" y="38753"/>
                  </a:lnTo>
                  <a:lnTo>
                    <a:pt x="57034" y="37337"/>
                  </a:lnTo>
                  <a:lnTo>
                    <a:pt x="56919" y="35462"/>
                  </a:lnTo>
                  <a:lnTo>
                    <a:pt x="56886" y="34925"/>
                  </a:lnTo>
                  <a:lnTo>
                    <a:pt x="16637" y="34925"/>
                  </a:lnTo>
                  <a:lnTo>
                    <a:pt x="11281" y="32004"/>
                  </a:lnTo>
                  <a:lnTo>
                    <a:pt x="11811" y="32004"/>
                  </a:lnTo>
                  <a:lnTo>
                    <a:pt x="10286" y="31750"/>
                  </a:lnTo>
                  <a:lnTo>
                    <a:pt x="14147" y="31750"/>
                  </a:lnTo>
                  <a:lnTo>
                    <a:pt x="13843" y="31368"/>
                  </a:lnTo>
                  <a:close/>
                </a:path>
                <a:path w="641350" h="50164">
                  <a:moveTo>
                    <a:pt x="4571" y="48768"/>
                  </a:moveTo>
                  <a:lnTo>
                    <a:pt x="1968" y="48768"/>
                  </a:lnTo>
                  <a:lnTo>
                    <a:pt x="15303" y="49530"/>
                  </a:lnTo>
                  <a:lnTo>
                    <a:pt x="12700" y="49530"/>
                  </a:lnTo>
                  <a:lnTo>
                    <a:pt x="4571" y="48768"/>
                  </a:lnTo>
                  <a:close/>
                </a:path>
                <a:path w="641350" h="50164">
                  <a:moveTo>
                    <a:pt x="2881" y="47117"/>
                  </a:moveTo>
                  <a:lnTo>
                    <a:pt x="4571" y="48768"/>
                  </a:lnTo>
                  <a:lnTo>
                    <a:pt x="12700" y="49530"/>
                  </a:lnTo>
                  <a:lnTo>
                    <a:pt x="8352" y="49530"/>
                  </a:lnTo>
                  <a:lnTo>
                    <a:pt x="2881" y="47117"/>
                  </a:lnTo>
                  <a:close/>
                </a:path>
                <a:path w="641350" h="50164">
                  <a:moveTo>
                    <a:pt x="43180" y="48768"/>
                  </a:moveTo>
                  <a:lnTo>
                    <a:pt x="14922" y="48768"/>
                  </a:lnTo>
                  <a:lnTo>
                    <a:pt x="11684" y="49530"/>
                  </a:lnTo>
                  <a:lnTo>
                    <a:pt x="32054" y="49530"/>
                  </a:lnTo>
                  <a:lnTo>
                    <a:pt x="43180" y="48768"/>
                  </a:lnTo>
                  <a:close/>
                </a:path>
                <a:path w="641350" h="50164">
                  <a:moveTo>
                    <a:pt x="16453" y="45758"/>
                  </a:moveTo>
                  <a:lnTo>
                    <a:pt x="15636" y="46138"/>
                  </a:lnTo>
                  <a:lnTo>
                    <a:pt x="10816" y="48768"/>
                  </a:lnTo>
                  <a:lnTo>
                    <a:pt x="14030" y="48768"/>
                  </a:lnTo>
                  <a:lnTo>
                    <a:pt x="16453" y="45758"/>
                  </a:lnTo>
                  <a:close/>
                </a:path>
                <a:path w="641350" h="50164">
                  <a:moveTo>
                    <a:pt x="45406" y="45758"/>
                  </a:moveTo>
                  <a:lnTo>
                    <a:pt x="16453" y="45758"/>
                  </a:lnTo>
                  <a:lnTo>
                    <a:pt x="14030" y="48768"/>
                  </a:lnTo>
                  <a:lnTo>
                    <a:pt x="12498" y="48768"/>
                  </a:lnTo>
                  <a:lnTo>
                    <a:pt x="45406" y="45758"/>
                  </a:lnTo>
                  <a:close/>
                </a:path>
                <a:path w="641350" h="50164">
                  <a:moveTo>
                    <a:pt x="361361" y="29844"/>
                  </a:moveTo>
                  <a:lnTo>
                    <a:pt x="53212" y="29844"/>
                  </a:lnTo>
                  <a:lnTo>
                    <a:pt x="56769" y="33019"/>
                  </a:lnTo>
                  <a:lnTo>
                    <a:pt x="56794" y="33439"/>
                  </a:lnTo>
                  <a:lnTo>
                    <a:pt x="56919" y="35462"/>
                  </a:lnTo>
                  <a:lnTo>
                    <a:pt x="57034" y="37337"/>
                  </a:lnTo>
                  <a:lnTo>
                    <a:pt x="57121" y="38753"/>
                  </a:lnTo>
                  <a:lnTo>
                    <a:pt x="57214" y="40259"/>
                  </a:lnTo>
                  <a:lnTo>
                    <a:pt x="57276" y="41275"/>
                  </a:lnTo>
                  <a:lnTo>
                    <a:pt x="54148" y="45055"/>
                  </a:lnTo>
                  <a:lnTo>
                    <a:pt x="53192" y="45055"/>
                  </a:lnTo>
                  <a:lnTo>
                    <a:pt x="12498" y="48768"/>
                  </a:lnTo>
                  <a:lnTo>
                    <a:pt x="46947" y="48768"/>
                  </a:lnTo>
                  <a:lnTo>
                    <a:pt x="127635" y="42291"/>
                  </a:lnTo>
                  <a:lnTo>
                    <a:pt x="152019" y="40640"/>
                  </a:lnTo>
                  <a:lnTo>
                    <a:pt x="152019" y="40512"/>
                  </a:lnTo>
                  <a:lnTo>
                    <a:pt x="176277" y="38753"/>
                  </a:lnTo>
                  <a:lnTo>
                    <a:pt x="175916" y="38753"/>
                  </a:lnTo>
                  <a:lnTo>
                    <a:pt x="292965" y="32639"/>
                  </a:lnTo>
                  <a:lnTo>
                    <a:pt x="292019" y="32639"/>
                  </a:lnTo>
                  <a:lnTo>
                    <a:pt x="361361" y="29844"/>
                  </a:lnTo>
                  <a:close/>
                </a:path>
                <a:path w="641350" h="50164">
                  <a:moveTo>
                    <a:pt x="1723" y="46138"/>
                  </a:moveTo>
                  <a:lnTo>
                    <a:pt x="2032" y="46736"/>
                  </a:lnTo>
                  <a:lnTo>
                    <a:pt x="2881" y="47117"/>
                  </a:lnTo>
                  <a:lnTo>
                    <a:pt x="2370" y="46736"/>
                  </a:lnTo>
                  <a:lnTo>
                    <a:pt x="1723" y="46138"/>
                  </a:lnTo>
                  <a:close/>
                </a:path>
                <a:path w="641350" h="50164">
                  <a:moveTo>
                    <a:pt x="1310" y="45339"/>
                  </a:moveTo>
                  <a:lnTo>
                    <a:pt x="1311" y="45758"/>
                  </a:lnTo>
                  <a:lnTo>
                    <a:pt x="1723" y="46138"/>
                  </a:lnTo>
                  <a:lnTo>
                    <a:pt x="1310" y="45339"/>
                  </a:lnTo>
                  <a:close/>
                </a:path>
                <a:path w="641350" h="50164">
                  <a:moveTo>
                    <a:pt x="463" y="40640"/>
                  </a:moveTo>
                  <a:lnTo>
                    <a:pt x="241" y="41275"/>
                  </a:lnTo>
                  <a:lnTo>
                    <a:pt x="80" y="42291"/>
                  </a:lnTo>
                  <a:lnTo>
                    <a:pt x="0" y="42799"/>
                  </a:lnTo>
                  <a:lnTo>
                    <a:pt x="1164" y="45055"/>
                  </a:lnTo>
                  <a:lnTo>
                    <a:pt x="564" y="41275"/>
                  </a:lnTo>
                  <a:lnTo>
                    <a:pt x="463" y="40640"/>
                  </a:lnTo>
                  <a:close/>
                </a:path>
                <a:path w="641350" h="50164">
                  <a:moveTo>
                    <a:pt x="1164" y="35462"/>
                  </a:moveTo>
                  <a:lnTo>
                    <a:pt x="0" y="37718"/>
                  </a:lnTo>
                  <a:lnTo>
                    <a:pt x="403" y="40259"/>
                  </a:lnTo>
                  <a:lnTo>
                    <a:pt x="1164" y="35462"/>
                  </a:lnTo>
                  <a:close/>
                </a:path>
                <a:path w="641350" h="50164">
                  <a:moveTo>
                    <a:pt x="1638" y="34543"/>
                  </a:moveTo>
                  <a:lnTo>
                    <a:pt x="1249" y="34925"/>
                  </a:lnTo>
                  <a:lnTo>
                    <a:pt x="1164" y="35462"/>
                  </a:lnTo>
                  <a:lnTo>
                    <a:pt x="1638" y="34543"/>
                  </a:lnTo>
                  <a:close/>
                </a:path>
                <a:path w="641350" h="50164">
                  <a:moveTo>
                    <a:pt x="10540" y="31750"/>
                  </a:moveTo>
                  <a:lnTo>
                    <a:pt x="10286" y="31750"/>
                  </a:lnTo>
                  <a:lnTo>
                    <a:pt x="11811" y="32004"/>
                  </a:lnTo>
                  <a:lnTo>
                    <a:pt x="11281" y="32004"/>
                  </a:lnTo>
                  <a:lnTo>
                    <a:pt x="16637" y="34925"/>
                  </a:lnTo>
                  <a:lnTo>
                    <a:pt x="16383" y="34543"/>
                  </a:lnTo>
                  <a:lnTo>
                    <a:pt x="15265" y="33147"/>
                  </a:lnTo>
                  <a:lnTo>
                    <a:pt x="15163" y="33019"/>
                  </a:lnTo>
                  <a:lnTo>
                    <a:pt x="15336" y="33019"/>
                  </a:lnTo>
                  <a:lnTo>
                    <a:pt x="13091" y="32639"/>
                  </a:lnTo>
                  <a:lnTo>
                    <a:pt x="15239" y="32639"/>
                  </a:lnTo>
                  <a:lnTo>
                    <a:pt x="12573" y="32004"/>
                  </a:lnTo>
                  <a:lnTo>
                    <a:pt x="10540" y="31750"/>
                  </a:lnTo>
                  <a:close/>
                </a:path>
                <a:path w="641350" h="50164">
                  <a:moveTo>
                    <a:pt x="29949" y="30987"/>
                  </a:moveTo>
                  <a:lnTo>
                    <a:pt x="12223" y="30987"/>
                  </a:lnTo>
                  <a:lnTo>
                    <a:pt x="13843" y="31368"/>
                  </a:lnTo>
                  <a:lnTo>
                    <a:pt x="16383" y="34543"/>
                  </a:lnTo>
                  <a:lnTo>
                    <a:pt x="16637" y="34925"/>
                  </a:lnTo>
                  <a:lnTo>
                    <a:pt x="56886" y="34925"/>
                  </a:lnTo>
                  <a:lnTo>
                    <a:pt x="56776" y="33147"/>
                  </a:lnTo>
                  <a:lnTo>
                    <a:pt x="16256" y="33147"/>
                  </a:lnTo>
                  <a:lnTo>
                    <a:pt x="15372" y="33019"/>
                  </a:lnTo>
                  <a:lnTo>
                    <a:pt x="16001" y="33019"/>
                  </a:lnTo>
                  <a:lnTo>
                    <a:pt x="15239" y="32639"/>
                  </a:lnTo>
                  <a:lnTo>
                    <a:pt x="12077" y="32639"/>
                  </a:lnTo>
                  <a:lnTo>
                    <a:pt x="29949" y="30987"/>
                  </a:lnTo>
                  <a:close/>
                </a:path>
                <a:path w="641350" h="50164">
                  <a:moveTo>
                    <a:pt x="2741" y="33439"/>
                  </a:moveTo>
                  <a:lnTo>
                    <a:pt x="2032" y="33781"/>
                  </a:lnTo>
                  <a:lnTo>
                    <a:pt x="1723" y="34379"/>
                  </a:lnTo>
                  <a:lnTo>
                    <a:pt x="2741" y="33439"/>
                  </a:lnTo>
                  <a:close/>
                </a:path>
                <a:path w="641350" h="50164">
                  <a:moveTo>
                    <a:pt x="6778" y="31543"/>
                  </a:moveTo>
                  <a:lnTo>
                    <a:pt x="4572" y="31750"/>
                  </a:lnTo>
                  <a:lnTo>
                    <a:pt x="2741" y="33439"/>
                  </a:lnTo>
                  <a:lnTo>
                    <a:pt x="5714" y="32004"/>
                  </a:lnTo>
                  <a:lnTo>
                    <a:pt x="6778" y="31543"/>
                  </a:lnTo>
                  <a:close/>
                </a:path>
                <a:path w="641350" h="50164">
                  <a:moveTo>
                    <a:pt x="16001" y="33019"/>
                  </a:moveTo>
                  <a:lnTo>
                    <a:pt x="15372" y="33019"/>
                  </a:lnTo>
                  <a:lnTo>
                    <a:pt x="16256" y="33147"/>
                  </a:lnTo>
                  <a:lnTo>
                    <a:pt x="16001" y="33019"/>
                  </a:lnTo>
                  <a:close/>
                </a:path>
                <a:path w="641350" h="50164">
                  <a:moveTo>
                    <a:pt x="53212" y="29844"/>
                  </a:moveTo>
                  <a:lnTo>
                    <a:pt x="49022" y="30099"/>
                  </a:lnTo>
                  <a:lnTo>
                    <a:pt x="31353" y="30987"/>
                  </a:lnTo>
                  <a:lnTo>
                    <a:pt x="29949" y="30987"/>
                  </a:lnTo>
                  <a:lnTo>
                    <a:pt x="12077" y="32639"/>
                  </a:lnTo>
                  <a:lnTo>
                    <a:pt x="15239" y="32639"/>
                  </a:lnTo>
                  <a:lnTo>
                    <a:pt x="16256" y="33147"/>
                  </a:lnTo>
                  <a:lnTo>
                    <a:pt x="56776" y="33147"/>
                  </a:lnTo>
                  <a:lnTo>
                    <a:pt x="56769" y="33019"/>
                  </a:lnTo>
                  <a:lnTo>
                    <a:pt x="53212" y="29844"/>
                  </a:lnTo>
                  <a:close/>
                </a:path>
                <a:path w="641350" h="50164">
                  <a:moveTo>
                    <a:pt x="14147" y="31750"/>
                  </a:moveTo>
                  <a:lnTo>
                    <a:pt x="11302" y="31750"/>
                  </a:lnTo>
                  <a:lnTo>
                    <a:pt x="11811" y="32004"/>
                  </a:lnTo>
                  <a:lnTo>
                    <a:pt x="12573" y="32004"/>
                  </a:lnTo>
                  <a:lnTo>
                    <a:pt x="15239" y="32639"/>
                  </a:lnTo>
                  <a:lnTo>
                    <a:pt x="13091" y="32639"/>
                  </a:lnTo>
                  <a:lnTo>
                    <a:pt x="15336" y="33019"/>
                  </a:lnTo>
                  <a:lnTo>
                    <a:pt x="15163" y="33019"/>
                  </a:lnTo>
                  <a:lnTo>
                    <a:pt x="14147" y="31750"/>
                  </a:lnTo>
                  <a:close/>
                </a:path>
                <a:path w="641350" h="50164">
                  <a:moveTo>
                    <a:pt x="11302" y="31750"/>
                  </a:moveTo>
                  <a:lnTo>
                    <a:pt x="10816" y="31750"/>
                  </a:lnTo>
                  <a:lnTo>
                    <a:pt x="11281" y="32004"/>
                  </a:lnTo>
                  <a:lnTo>
                    <a:pt x="11811" y="32004"/>
                  </a:lnTo>
                  <a:lnTo>
                    <a:pt x="11302" y="31750"/>
                  </a:lnTo>
                  <a:close/>
                </a:path>
                <a:path w="641350" h="50164">
                  <a:moveTo>
                    <a:pt x="10064" y="30480"/>
                  </a:moveTo>
                  <a:lnTo>
                    <a:pt x="9231" y="30480"/>
                  </a:lnTo>
                  <a:lnTo>
                    <a:pt x="6778" y="31543"/>
                  </a:lnTo>
                  <a:lnTo>
                    <a:pt x="8636" y="31368"/>
                  </a:lnTo>
                  <a:lnTo>
                    <a:pt x="13842" y="31368"/>
                  </a:lnTo>
                  <a:lnTo>
                    <a:pt x="10064" y="30480"/>
                  </a:lnTo>
                  <a:close/>
                </a:path>
                <a:path w="641350" h="50164">
                  <a:moveTo>
                    <a:pt x="614425" y="20700"/>
                  </a:moveTo>
                  <a:lnTo>
                    <a:pt x="147353" y="20700"/>
                  </a:lnTo>
                  <a:lnTo>
                    <a:pt x="97468" y="24637"/>
                  </a:lnTo>
                  <a:lnTo>
                    <a:pt x="97613" y="24637"/>
                  </a:lnTo>
                  <a:lnTo>
                    <a:pt x="52832" y="28702"/>
                  </a:lnTo>
                  <a:lnTo>
                    <a:pt x="30812" y="30480"/>
                  </a:lnTo>
                  <a:lnTo>
                    <a:pt x="25273" y="30480"/>
                  </a:lnTo>
                  <a:lnTo>
                    <a:pt x="17653" y="30987"/>
                  </a:lnTo>
                  <a:lnTo>
                    <a:pt x="31353" y="30987"/>
                  </a:lnTo>
                  <a:lnTo>
                    <a:pt x="49022" y="30099"/>
                  </a:lnTo>
                  <a:lnTo>
                    <a:pt x="53212" y="29844"/>
                  </a:lnTo>
                  <a:lnTo>
                    <a:pt x="361361" y="29844"/>
                  </a:lnTo>
                  <a:lnTo>
                    <a:pt x="398399" y="28193"/>
                  </a:lnTo>
                  <a:lnTo>
                    <a:pt x="431292" y="27178"/>
                  </a:lnTo>
                  <a:lnTo>
                    <a:pt x="517525" y="23622"/>
                  </a:lnTo>
                  <a:lnTo>
                    <a:pt x="542544" y="22987"/>
                  </a:lnTo>
                  <a:lnTo>
                    <a:pt x="561339" y="22225"/>
                  </a:lnTo>
                  <a:lnTo>
                    <a:pt x="586936" y="21460"/>
                  </a:lnTo>
                  <a:lnTo>
                    <a:pt x="641177" y="21460"/>
                  </a:lnTo>
                  <a:lnTo>
                    <a:pt x="609726" y="21081"/>
                  </a:lnTo>
                  <a:lnTo>
                    <a:pt x="615568" y="21081"/>
                  </a:lnTo>
                  <a:lnTo>
                    <a:pt x="614425" y="20700"/>
                  </a:lnTo>
                  <a:close/>
                </a:path>
                <a:path w="641350" h="50164">
                  <a:moveTo>
                    <a:pt x="609981" y="21081"/>
                  </a:moveTo>
                  <a:lnTo>
                    <a:pt x="609726" y="21081"/>
                  </a:lnTo>
                  <a:lnTo>
                    <a:pt x="641177" y="21460"/>
                  </a:lnTo>
                  <a:lnTo>
                    <a:pt x="586866" y="21460"/>
                  </a:lnTo>
                  <a:lnTo>
                    <a:pt x="609981" y="21081"/>
                  </a:lnTo>
                  <a:close/>
                </a:path>
                <a:path w="641350" h="50164">
                  <a:moveTo>
                    <a:pt x="622680" y="21081"/>
                  </a:moveTo>
                  <a:lnTo>
                    <a:pt x="609981" y="21081"/>
                  </a:lnTo>
                  <a:lnTo>
                    <a:pt x="586866" y="21460"/>
                  </a:lnTo>
                  <a:lnTo>
                    <a:pt x="625901" y="21460"/>
                  </a:lnTo>
                  <a:lnTo>
                    <a:pt x="622680" y="21081"/>
                  </a:lnTo>
                  <a:close/>
                </a:path>
                <a:path w="641350" h="50164">
                  <a:moveTo>
                    <a:pt x="593979" y="14224"/>
                  </a:moveTo>
                  <a:lnTo>
                    <a:pt x="608076" y="20193"/>
                  </a:lnTo>
                  <a:lnTo>
                    <a:pt x="608457" y="20193"/>
                  </a:lnTo>
                  <a:lnTo>
                    <a:pt x="612690" y="20700"/>
                  </a:lnTo>
                  <a:lnTo>
                    <a:pt x="614425" y="20700"/>
                  </a:lnTo>
                  <a:lnTo>
                    <a:pt x="615568" y="21081"/>
                  </a:lnTo>
                  <a:lnTo>
                    <a:pt x="622680" y="21081"/>
                  </a:lnTo>
                  <a:lnTo>
                    <a:pt x="625901" y="21460"/>
                  </a:lnTo>
                  <a:lnTo>
                    <a:pt x="630684" y="21460"/>
                  </a:lnTo>
                  <a:lnTo>
                    <a:pt x="635500" y="16644"/>
                  </a:lnTo>
                  <a:lnTo>
                    <a:pt x="635524" y="15875"/>
                  </a:lnTo>
                  <a:lnTo>
                    <a:pt x="598481" y="15875"/>
                  </a:lnTo>
                  <a:lnTo>
                    <a:pt x="593979" y="14224"/>
                  </a:lnTo>
                  <a:close/>
                </a:path>
                <a:path w="641350" h="50164">
                  <a:moveTo>
                    <a:pt x="637285" y="21081"/>
                  </a:moveTo>
                  <a:lnTo>
                    <a:pt x="631063" y="21081"/>
                  </a:lnTo>
                  <a:lnTo>
                    <a:pt x="630684" y="21460"/>
                  </a:lnTo>
                  <a:lnTo>
                    <a:pt x="618718" y="21460"/>
                  </a:lnTo>
                  <a:lnTo>
                    <a:pt x="637285" y="21081"/>
                  </a:lnTo>
                  <a:close/>
                </a:path>
                <a:path w="641350" h="50164">
                  <a:moveTo>
                    <a:pt x="611632" y="762"/>
                  </a:moveTo>
                  <a:lnTo>
                    <a:pt x="582083" y="762"/>
                  </a:lnTo>
                  <a:lnTo>
                    <a:pt x="560705" y="1397"/>
                  </a:lnTo>
                  <a:lnTo>
                    <a:pt x="541909" y="2159"/>
                  </a:lnTo>
                  <a:lnTo>
                    <a:pt x="516763" y="2793"/>
                  </a:lnTo>
                  <a:lnTo>
                    <a:pt x="331978" y="10541"/>
                  </a:lnTo>
                  <a:lnTo>
                    <a:pt x="225552" y="15875"/>
                  </a:lnTo>
                  <a:lnTo>
                    <a:pt x="226314" y="15875"/>
                  </a:lnTo>
                  <a:lnTo>
                    <a:pt x="175260" y="18668"/>
                  </a:lnTo>
                  <a:lnTo>
                    <a:pt x="147102" y="20700"/>
                  </a:lnTo>
                  <a:lnTo>
                    <a:pt x="612690" y="20700"/>
                  </a:lnTo>
                  <a:lnTo>
                    <a:pt x="608457" y="20193"/>
                  </a:lnTo>
                  <a:lnTo>
                    <a:pt x="608076" y="20193"/>
                  </a:lnTo>
                  <a:lnTo>
                    <a:pt x="603885" y="19431"/>
                  </a:lnTo>
                  <a:lnTo>
                    <a:pt x="602742" y="19177"/>
                  </a:lnTo>
                  <a:lnTo>
                    <a:pt x="599439" y="18287"/>
                  </a:lnTo>
                  <a:lnTo>
                    <a:pt x="597323" y="17018"/>
                  </a:lnTo>
                  <a:lnTo>
                    <a:pt x="587756" y="17018"/>
                  </a:lnTo>
                  <a:lnTo>
                    <a:pt x="584835" y="16002"/>
                  </a:lnTo>
                  <a:lnTo>
                    <a:pt x="583564" y="13589"/>
                  </a:lnTo>
                  <a:lnTo>
                    <a:pt x="582422" y="11175"/>
                  </a:lnTo>
                  <a:lnTo>
                    <a:pt x="583438" y="8255"/>
                  </a:lnTo>
                  <a:lnTo>
                    <a:pt x="585851" y="7112"/>
                  </a:lnTo>
                  <a:lnTo>
                    <a:pt x="586486" y="6731"/>
                  </a:lnTo>
                  <a:lnTo>
                    <a:pt x="588645" y="6223"/>
                  </a:lnTo>
                  <a:lnTo>
                    <a:pt x="593217" y="6223"/>
                  </a:lnTo>
                  <a:lnTo>
                    <a:pt x="595129" y="6025"/>
                  </a:lnTo>
                  <a:lnTo>
                    <a:pt x="608076" y="1269"/>
                  </a:lnTo>
                  <a:lnTo>
                    <a:pt x="607398" y="1269"/>
                  </a:lnTo>
                  <a:lnTo>
                    <a:pt x="611632" y="762"/>
                  </a:lnTo>
                  <a:close/>
                </a:path>
                <a:path w="641350" h="50164">
                  <a:moveTo>
                    <a:pt x="595129" y="6025"/>
                  </a:moveTo>
                  <a:lnTo>
                    <a:pt x="593217" y="6223"/>
                  </a:lnTo>
                  <a:lnTo>
                    <a:pt x="588645" y="6223"/>
                  </a:lnTo>
                  <a:lnTo>
                    <a:pt x="586486" y="6731"/>
                  </a:lnTo>
                  <a:lnTo>
                    <a:pt x="585851" y="7112"/>
                  </a:lnTo>
                  <a:lnTo>
                    <a:pt x="583438" y="8255"/>
                  </a:lnTo>
                  <a:lnTo>
                    <a:pt x="582510" y="10922"/>
                  </a:lnTo>
                  <a:lnTo>
                    <a:pt x="587756" y="17018"/>
                  </a:lnTo>
                  <a:lnTo>
                    <a:pt x="589557" y="16002"/>
                  </a:lnTo>
                  <a:lnTo>
                    <a:pt x="588645" y="16002"/>
                  </a:lnTo>
                  <a:lnTo>
                    <a:pt x="589216" y="15875"/>
                  </a:lnTo>
                  <a:lnTo>
                    <a:pt x="595727" y="15875"/>
                  </a:lnTo>
                  <a:lnTo>
                    <a:pt x="593979" y="14224"/>
                  </a:lnTo>
                  <a:lnTo>
                    <a:pt x="635561" y="14224"/>
                  </a:lnTo>
                  <a:lnTo>
                    <a:pt x="635560" y="7112"/>
                  </a:lnTo>
                  <a:lnTo>
                    <a:pt x="593979" y="7112"/>
                  </a:lnTo>
                  <a:lnTo>
                    <a:pt x="595129" y="6025"/>
                  </a:lnTo>
                  <a:close/>
                </a:path>
                <a:path w="641350" h="50164">
                  <a:moveTo>
                    <a:pt x="594233" y="15875"/>
                  </a:moveTo>
                  <a:lnTo>
                    <a:pt x="589839" y="15875"/>
                  </a:lnTo>
                  <a:lnTo>
                    <a:pt x="589557" y="16002"/>
                  </a:lnTo>
                  <a:lnTo>
                    <a:pt x="587756" y="17018"/>
                  </a:lnTo>
                  <a:lnTo>
                    <a:pt x="597323" y="17018"/>
                  </a:lnTo>
                  <a:lnTo>
                    <a:pt x="596264" y="16383"/>
                  </a:lnTo>
                  <a:lnTo>
                    <a:pt x="595861" y="16002"/>
                  </a:lnTo>
                  <a:lnTo>
                    <a:pt x="593725" y="16002"/>
                  </a:lnTo>
                  <a:lnTo>
                    <a:pt x="594233" y="15875"/>
                  </a:lnTo>
                  <a:close/>
                </a:path>
                <a:path w="641350" h="50164">
                  <a:moveTo>
                    <a:pt x="635701" y="13589"/>
                  </a:moveTo>
                  <a:lnTo>
                    <a:pt x="635561" y="14224"/>
                  </a:lnTo>
                  <a:lnTo>
                    <a:pt x="635507" y="16644"/>
                  </a:lnTo>
                  <a:lnTo>
                    <a:pt x="635762" y="16383"/>
                  </a:lnTo>
                  <a:lnTo>
                    <a:pt x="635701" y="13589"/>
                  </a:lnTo>
                  <a:close/>
                </a:path>
                <a:path w="641350" h="50164">
                  <a:moveTo>
                    <a:pt x="589839" y="15875"/>
                  </a:moveTo>
                  <a:lnTo>
                    <a:pt x="589216" y="15875"/>
                  </a:lnTo>
                  <a:lnTo>
                    <a:pt x="588645" y="16002"/>
                  </a:lnTo>
                  <a:lnTo>
                    <a:pt x="589557" y="16002"/>
                  </a:lnTo>
                  <a:lnTo>
                    <a:pt x="589839" y="15875"/>
                  </a:lnTo>
                  <a:close/>
                </a:path>
                <a:path w="641350" h="50164">
                  <a:moveTo>
                    <a:pt x="595727" y="15875"/>
                  </a:moveTo>
                  <a:lnTo>
                    <a:pt x="594233" y="15875"/>
                  </a:lnTo>
                  <a:lnTo>
                    <a:pt x="593725" y="16002"/>
                  </a:lnTo>
                  <a:lnTo>
                    <a:pt x="595861" y="16002"/>
                  </a:lnTo>
                  <a:lnTo>
                    <a:pt x="595727" y="15875"/>
                  </a:lnTo>
                  <a:close/>
                </a:path>
                <a:path w="641350" h="50164">
                  <a:moveTo>
                    <a:pt x="635561" y="14224"/>
                  </a:moveTo>
                  <a:lnTo>
                    <a:pt x="593979" y="14224"/>
                  </a:lnTo>
                  <a:lnTo>
                    <a:pt x="598481" y="15875"/>
                  </a:lnTo>
                  <a:lnTo>
                    <a:pt x="635524" y="15875"/>
                  </a:lnTo>
                  <a:lnTo>
                    <a:pt x="635561" y="14224"/>
                  </a:lnTo>
                  <a:close/>
                </a:path>
                <a:path w="641350" h="50164">
                  <a:moveTo>
                    <a:pt x="635510" y="4821"/>
                  </a:moveTo>
                  <a:lnTo>
                    <a:pt x="635585" y="8255"/>
                  </a:lnTo>
                  <a:lnTo>
                    <a:pt x="635706" y="7619"/>
                  </a:lnTo>
                  <a:lnTo>
                    <a:pt x="635762" y="5080"/>
                  </a:lnTo>
                  <a:lnTo>
                    <a:pt x="635510" y="4821"/>
                  </a:lnTo>
                  <a:close/>
                </a:path>
                <a:path w="641350" h="50164">
                  <a:moveTo>
                    <a:pt x="596900" y="5842"/>
                  </a:moveTo>
                  <a:lnTo>
                    <a:pt x="595129" y="6025"/>
                  </a:lnTo>
                  <a:lnTo>
                    <a:pt x="593979" y="7112"/>
                  </a:lnTo>
                  <a:lnTo>
                    <a:pt x="596900" y="5842"/>
                  </a:lnTo>
                  <a:close/>
                </a:path>
                <a:path w="641350" h="50164">
                  <a:moveTo>
                    <a:pt x="635532" y="5842"/>
                  </a:moveTo>
                  <a:lnTo>
                    <a:pt x="596900" y="5842"/>
                  </a:lnTo>
                  <a:lnTo>
                    <a:pt x="593979" y="7112"/>
                  </a:lnTo>
                  <a:lnTo>
                    <a:pt x="635560" y="7112"/>
                  </a:lnTo>
                  <a:lnTo>
                    <a:pt x="635532" y="5842"/>
                  </a:lnTo>
                  <a:close/>
                </a:path>
                <a:path w="641350" h="50164">
                  <a:moveTo>
                    <a:pt x="630809" y="0"/>
                  </a:moveTo>
                  <a:lnTo>
                    <a:pt x="619125" y="254"/>
                  </a:lnTo>
                  <a:lnTo>
                    <a:pt x="623951" y="254"/>
                  </a:lnTo>
                  <a:lnTo>
                    <a:pt x="620141" y="762"/>
                  </a:lnTo>
                  <a:lnTo>
                    <a:pt x="611632" y="762"/>
                  </a:lnTo>
                  <a:lnTo>
                    <a:pt x="607398" y="1269"/>
                  </a:lnTo>
                  <a:lnTo>
                    <a:pt x="608076" y="1269"/>
                  </a:lnTo>
                  <a:lnTo>
                    <a:pt x="603885" y="1905"/>
                  </a:lnTo>
                  <a:lnTo>
                    <a:pt x="595129" y="6025"/>
                  </a:lnTo>
                  <a:lnTo>
                    <a:pt x="596900" y="5842"/>
                  </a:lnTo>
                  <a:lnTo>
                    <a:pt x="635532" y="5842"/>
                  </a:lnTo>
                  <a:lnTo>
                    <a:pt x="635510" y="4821"/>
                  </a:lnTo>
                  <a:lnTo>
                    <a:pt x="630809" y="0"/>
                  </a:lnTo>
                  <a:close/>
                </a:path>
                <a:path w="641350" h="50164">
                  <a:moveTo>
                    <a:pt x="621029" y="254"/>
                  </a:moveTo>
                  <a:lnTo>
                    <a:pt x="601726" y="254"/>
                  </a:lnTo>
                  <a:lnTo>
                    <a:pt x="581236" y="762"/>
                  </a:lnTo>
                  <a:lnTo>
                    <a:pt x="609346" y="762"/>
                  </a:lnTo>
                  <a:lnTo>
                    <a:pt x="621029" y="254"/>
                  </a:lnTo>
                  <a:close/>
                </a:path>
                <a:path w="641350" h="50164">
                  <a:moveTo>
                    <a:pt x="622681" y="254"/>
                  </a:moveTo>
                  <a:lnTo>
                    <a:pt x="621029" y="254"/>
                  </a:lnTo>
                  <a:lnTo>
                    <a:pt x="609346" y="762"/>
                  </a:lnTo>
                  <a:lnTo>
                    <a:pt x="621411" y="762"/>
                  </a:lnTo>
                  <a:lnTo>
                    <a:pt x="622681" y="254"/>
                  </a:lnTo>
                  <a:close/>
                </a:path>
                <a:path w="641350" h="50164">
                  <a:moveTo>
                    <a:pt x="623951" y="254"/>
                  </a:moveTo>
                  <a:lnTo>
                    <a:pt x="622681" y="254"/>
                  </a:lnTo>
                  <a:lnTo>
                    <a:pt x="621411" y="762"/>
                  </a:lnTo>
                  <a:lnTo>
                    <a:pt x="620141" y="762"/>
                  </a:lnTo>
                  <a:lnTo>
                    <a:pt x="623951" y="254"/>
                  </a:lnTo>
                  <a:close/>
                </a:path>
                <a:path w="641350" h="50164">
                  <a:moveTo>
                    <a:pt x="630809" y="0"/>
                  </a:moveTo>
                  <a:lnTo>
                    <a:pt x="629666" y="0"/>
                  </a:lnTo>
                  <a:lnTo>
                    <a:pt x="620268" y="254"/>
                  </a:lnTo>
                  <a:lnTo>
                    <a:pt x="619125" y="254"/>
                  </a:lnTo>
                  <a:lnTo>
                    <a:pt x="630809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858891" y="3042665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4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39" h="69214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097270" y="2831592"/>
            <a:ext cx="1703070" cy="644525"/>
            <a:chOff x="6097270" y="2831592"/>
            <a:chExt cx="1703070" cy="644525"/>
          </a:xfrm>
        </p:grpSpPr>
        <p:sp>
          <p:nvSpPr>
            <p:cNvPr id="10" name="object 10"/>
            <p:cNvSpPr/>
            <p:nvPr/>
          </p:nvSpPr>
          <p:spPr>
            <a:xfrm>
              <a:off x="6097270" y="2831591"/>
              <a:ext cx="718820" cy="644525"/>
            </a:xfrm>
            <a:custGeom>
              <a:avLst/>
              <a:gdLst/>
              <a:ahLst/>
              <a:cxnLst/>
              <a:rect l="l" t="t" r="r" b="b"/>
              <a:pathLst>
                <a:path w="718820" h="644525">
                  <a:moveTo>
                    <a:pt x="361950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361950" y="252222"/>
                  </a:lnTo>
                  <a:lnTo>
                    <a:pt x="361950" y="233172"/>
                  </a:lnTo>
                  <a:close/>
                </a:path>
                <a:path w="718820" h="644525">
                  <a:moveTo>
                    <a:pt x="467474" y="511175"/>
                  </a:moveTo>
                  <a:lnTo>
                    <a:pt x="448818" y="511175"/>
                  </a:lnTo>
                  <a:lnTo>
                    <a:pt x="444500" y="531241"/>
                  </a:lnTo>
                  <a:lnTo>
                    <a:pt x="462902" y="531241"/>
                  </a:lnTo>
                  <a:lnTo>
                    <a:pt x="467474" y="511175"/>
                  </a:lnTo>
                  <a:close/>
                </a:path>
                <a:path w="718820" h="644525">
                  <a:moveTo>
                    <a:pt x="471043" y="626618"/>
                  </a:moveTo>
                  <a:lnTo>
                    <a:pt x="464693" y="620395"/>
                  </a:lnTo>
                  <a:lnTo>
                    <a:pt x="461124" y="624205"/>
                  </a:lnTo>
                  <a:lnTo>
                    <a:pt x="459600" y="625729"/>
                  </a:lnTo>
                  <a:lnTo>
                    <a:pt x="449580" y="631952"/>
                  </a:lnTo>
                  <a:lnTo>
                    <a:pt x="446532" y="631952"/>
                  </a:lnTo>
                  <a:lnTo>
                    <a:pt x="445135" y="631444"/>
                  </a:lnTo>
                  <a:lnTo>
                    <a:pt x="444119" y="630428"/>
                  </a:lnTo>
                  <a:lnTo>
                    <a:pt x="443230" y="629285"/>
                  </a:lnTo>
                  <a:lnTo>
                    <a:pt x="442722" y="627634"/>
                  </a:lnTo>
                  <a:lnTo>
                    <a:pt x="442849" y="621538"/>
                  </a:lnTo>
                  <a:lnTo>
                    <a:pt x="443611" y="617220"/>
                  </a:lnTo>
                  <a:lnTo>
                    <a:pt x="444246" y="614299"/>
                  </a:lnTo>
                  <a:lnTo>
                    <a:pt x="445008" y="610616"/>
                  </a:lnTo>
                  <a:lnTo>
                    <a:pt x="458851" y="548767"/>
                  </a:lnTo>
                  <a:lnTo>
                    <a:pt x="454279" y="548767"/>
                  </a:lnTo>
                  <a:lnTo>
                    <a:pt x="427355" y="549783"/>
                  </a:lnTo>
                  <a:lnTo>
                    <a:pt x="426186" y="556133"/>
                  </a:lnTo>
                  <a:lnTo>
                    <a:pt x="430149" y="556133"/>
                  </a:lnTo>
                  <a:lnTo>
                    <a:pt x="433070" y="556768"/>
                  </a:lnTo>
                  <a:lnTo>
                    <a:pt x="436118" y="559054"/>
                  </a:lnTo>
                  <a:lnTo>
                    <a:pt x="437007" y="560832"/>
                  </a:lnTo>
                  <a:lnTo>
                    <a:pt x="437007" y="565912"/>
                  </a:lnTo>
                  <a:lnTo>
                    <a:pt x="436626" y="568833"/>
                  </a:lnTo>
                  <a:lnTo>
                    <a:pt x="436118" y="572135"/>
                  </a:lnTo>
                  <a:lnTo>
                    <a:pt x="435483" y="575691"/>
                  </a:lnTo>
                  <a:lnTo>
                    <a:pt x="434721" y="579247"/>
                  </a:lnTo>
                  <a:lnTo>
                    <a:pt x="433959" y="582930"/>
                  </a:lnTo>
                  <a:lnTo>
                    <a:pt x="432181" y="590550"/>
                  </a:lnTo>
                  <a:lnTo>
                    <a:pt x="431152" y="594487"/>
                  </a:lnTo>
                  <a:lnTo>
                    <a:pt x="430276" y="598424"/>
                  </a:lnTo>
                  <a:lnTo>
                    <a:pt x="428498" y="606044"/>
                  </a:lnTo>
                  <a:lnTo>
                    <a:pt x="426974" y="613156"/>
                  </a:lnTo>
                  <a:lnTo>
                    <a:pt x="426326" y="616458"/>
                  </a:lnTo>
                  <a:lnTo>
                    <a:pt x="425323" y="622554"/>
                  </a:lnTo>
                  <a:lnTo>
                    <a:pt x="425450" y="631952"/>
                  </a:lnTo>
                  <a:lnTo>
                    <a:pt x="426974" y="636270"/>
                  </a:lnTo>
                  <a:lnTo>
                    <a:pt x="427977" y="638048"/>
                  </a:lnTo>
                  <a:lnTo>
                    <a:pt x="429374" y="639572"/>
                  </a:lnTo>
                  <a:lnTo>
                    <a:pt x="430657" y="641096"/>
                  </a:lnTo>
                  <a:lnTo>
                    <a:pt x="432308" y="642239"/>
                  </a:lnTo>
                  <a:lnTo>
                    <a:pt x="436118" y="644017"/>
                  </a:lnTo>
                  <a:lnTo>
                    <a:pt x="438277" y="644398"/>
                  </a:lnTo>
                  <a:lnTo>
                    <a:pt x="443103" y="644398"/>
                  </a:lnTo>
                  <a:lnTo>
                    <a:pt x="465480" y="631952"/>
                  </a:lnTo>
                  <a:lnTo>
                    <a:pt x="471043" y="626618"/>
                  </a:lnTo>
                  <a:close/>
                </a:path>
                <a:path w="718820" h="644525">
                  <a:moveTo>
                    <a:pt x="608711" y="601472"/>
                  </a:moveTo>
                  <a:lnTo>
                    <a:pt x="501523" y="601472"/>
                  </a:lnTo>
                  <a:lnTo>
                    <a:pt x="501523" y="615696"/>
                  </a:lnTo>
                  <a:lnTo>
                    <a:pt x="608711" y="615696"/>
                  </a:lnTo>
                  <a:lnTo>
                    <a:pt x="608711" y="601472"/>
                  </a:lnTo>
                  <a:close/>
                </a:path>
                <a:path w="718820" h="644525">
                  <a:moveTo>
                    <a:pt x="608711" y="560959"/>
                  </a:moveTo>
                  <a:lnTo>
                    <a:pt x="501523" y="560959"/>
                  </a:lnTo>
                  <a:lnTo>
                    <a:pt x="501523" y="575183"/>
                  </a:lnTo>
                  <a:lnTo>
                    <a:pt x="608711" y="575183"/>
                  </a:lnTo>
                  <a:lnTo>
                    <a:pt x="608711" y="560959"/>
                  </a:lnTo>
                  <a:close/>
                </a:path>
                <a:path w="718820" h="644525">
                  <a:moveTo>
                    <a:pt x="718566" y="398907"/>
                  </a:moveTo>
                  <a:lnTo>
                    <a:pt x="700024" y="398907"/>
                  </a:lnTo>
                  <a:lnTo>
                    <a:pt x="697115" y="414959"/>
                  </a:lnTo>
                  <a:lnTo>
                    <a:pt x="693940" y="427888"/>
                  </a:lnTo>
                  <a:lnTo>
                    <a:pt x="690499" y="437680"/>
                  </a:lnTo>
                  <a:lnTo>
                    <a:pt x="686816" y="444373"/>
                  </a:lnTo>
                  <a:lnTo>
                    <a:pt x="681736" y="451104"/>
                  </a:lnTo>
                  <a:lnTo>
                    <a:pt x="674370" y="454533"/>
                  </a:lnTo>
                  <a:lnTo>
                    <a:pt x="446786" y="454533"/>
                  </a:lnTo>
                  <a:lnTo>
                    <a:pt x="608584" y="235077"/>
                  </a:lnTo>
                  <a:lnTo>
                    <a:pt x="608584" y="219837"/>
                  </a:lnTo>
                  <a:lnTo>
                    <a:pt x="458724" y="16383"/>
                  </a:lnTo>
                  <a:lnTo>
                    <a:pt x="656844" y="16383"/>
                  </a:lnTo>
                  <a:lnTo>
                    <a:pt x="687527" y="40462"/>
                  </a:lnTo>
                  <a:lnTo>
                    <a:pt x="695198" y="74295"/>
                  </a:lnTo>
                  <a:lnTo>
                    <a:pt x="711835" y="74295"/>
                  </a:lnTo>
                  <a:lnTo>
                    <a:pt x="711835" y="0"/>
                  </a:lnTo>
                  <a:lnTo>
                    <a:pt x="408559" y="0"/>
                  </a:lnTo>
                  <a:lnTo>
                    <a:pt x="408559" y="11938"/>
                  </a:lnTo>
                  <a:lnTo>
                    <a:pt x="579247" y="240030"/>
                  </a:lnTo>
                  <a:lnTo>
                    <a:pt x="403352" y="478536"/>
                  </a:lnTo>
                  <a:lnTo>
                    <a:pt x="403352" y="490982"/>
                  </a:lnTo>
                  <a:lnTo>
                    <a:pt x="712089" y="490982"/>
                  </a:lnTo>
                  <a:lnTo>
                    <a:pt x="718566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42938" y="3354578"/>
              <a:ext cx="78993" cy="11976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2826" y="2969006"/>
              <a:ext cx="328929" cy="2401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224776" y="2921762"/>
              <a:ext cx="575310" cy="311150"/>
            </a:xfrm>
            <a:custGeom>
              <a:avLst/>
              <a:gdLst/>
              <a:ahLst/>
              <a:cxnLst/>
              <a:rect l="l" t="t" r="r" b="b"/>
              <a:pathLst>
                <a:path w="575309" h="311150">
                  <a:moveTo>
                    <a:pt x="493522" y="0"/>
                  </a:moveTo>
                  <a:lnTo>
                    <a:pt x="490474" y="10287"/>
                  </a:lnTo>
                  <a:lnTo>
                    <a:pt x="504711" y="17672"/>
                  </a:lnTo>
                  <a:lnTo>
                    <a:pt x="517128" y="28416"/>
                  </a:lnTo>
                  <a:lnTo>
                    <a:pt x="543282" y="80456"/>
                  </a:lnTo>
                  <a:lnTo>
                    <a:pt x="551092" y="128133"/>
                  </a:lnTo>
                  <a:lnTo>
                    <a:pt x="552064" y="155320"/>
                  </a:lnTo>
                  <a:lnTo>
                    <a:pt x="551092" y="182669"/>
                  </a:lnTo>
                  <a:lnTo>
                    <a:pt x="543282" y="230207"/>
                  </a:lnTo>
                  <a:lnTo>
                    <a:pt x="527710" y="268047"/>
                  </a:lnTo>
                  <a:lnTo>
                    <a:pt x="490474" y="300355"/>
                  </a:lnTo>
                  <a:lnTo>
                    <a:pt x="493522" y="310642"/>
                  </a:lnTo>
                  <a:lnTo>
                    <a:pt x="528272" y="292163"/>
                  </a:lnTo>
                  <a:lnTo>
                    <a:pt x="553974" y="257301"/>
                  </a:lnTo>
                  <a:lnTo>
                    <a:pt x="569864" y="210216"/>
                  </a:lnTo>
                  <a:lnTo>
                    <a:pt x="575177" y="155448"/>
                  </a:lnTo>
                  <a:lnTo>
                    <a:pt x="573913" y="128133"/>
                  </a:lnTo>
                  <a:lnTo>
                    <a:pt x="563235" y="75846"/>
                  </a:lnTo>
                  <a:lnTo>
                    <a:pt x="542260" y="33861"/>
                  </a:lnTo>
                  <a:lnTo>
                    <a:pt x="512022" y="7191"/>
                  </a:lnTo>
                  <a:lnTo>
                    <a:pt x="493522" y="0"/>
                  </a:lnTo>
                  <a:close/>
                </a:path>
                <a:path w="575309" h="311150">
                  <a:moveTo>
                    <a:pt x="81660" y="0"/>
                  </a:moveTo>
                  <a:lnTo>
                    <a:pt x="46958" y="18478"/>
                  </a:lnTo>
                  <a:lnTo>
                    <a:pt x="21208" y="53339"/>
                  </a:lnTo>
                  <a:lnTo>
                    <a:pt x="5318" y="100330"/>
                  </a:lnTo>
                  <a:lnTo>
                    <a:pt x="0" y="155320"/>
                  </a:lnTo>
                  <a:lnTo>
                    <a:pt x="1280" y="182669"/>
                  </a:lnTo>
                  <a:lnTo>
                    <a:pt x="11947" y="234723"/>
                  </a:lnTo>
                  <a:lnTo>
                    <a:pt x="32976" y="276780"/>
                  </a:lnTo>
                  <a:lnTo>
                    <a:pt x="63178" y="303450"/>
                  </a:lnTo>
                  <a:lnTo>
                    <a:pt x="81660" y="310642"/>
                  </a:lnTo>
                  <a:lnTo>
                    <a:pt x="84835" y="300355"/>
                  </a:lnTo>
                  <a:lnTo>
                    <a:pt x="70524" y="292951"/>
                  </a:lnTo>
                  <a:lnTo>
                    <a:pt x="58070" y="282178"/>
                  </a:lnTo>
                  <a:lnTo>
                    <a:pt x="31900" y="230207"/>
                  </a:lnTo>
                  <a:lnTo>
                    <a:pt x="24090" y="182669"/>
                  </a:lnTo>
                  <a:lnTo>
                    <a:pt x="23114" y="155448"/>
                  </a:lnTo>
                  <a:lnTo>
                    <a:pt x="24090" y="128133"/>
                  </a:lnTo>
                  <a:lnTo>
                    <a:pt x="31900" y="80456"/>
                  </a:lnTo>
                  <a:lnTo>
                    <a:pt x="47474" y="42541"/>
                  </a:lnTo>
                  <a:lnTo>
                    <a:pt x="84835" y="10287"/>
                  </a:lnTo>
                  <a:lnTo>
                    <a:pt x="81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20280" y="3028315"/>
              <a:ext cx="129286" cy="12420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85634" y="2911348"/>
              <a:ext cx="197993" cy="176402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24396" y="2786633"/>
            <a:ext cx="99949" cy="173355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6113526" y="3148583"/>
            <a:ext cx="339725" cy="175895"/>
          </a:xfrm>
          <a:custGeom>
            <a:avLst/>
            <a:gdLst/>
            <a:ahLst/>
            <a:cxnLst/>
            <a:rect l="l" t="t" r="r" b="b"/>
            <a:pathLst>
              <a:path w="339725" h="175895">
                <a:moveTo>
                  <a:pt x="319591" y="66040"/>
                </a:moveTo>
                <a:lnTo>
                  <a:pt x="290702" y="66040"/>
                </a:lnTo>
                <a:lnTo>
                  <a:pt x="293877" y="67310"/>
                </a:lnTo>
                <a:lnTo>
                  <a:pt x="297688" y="72390"/>
                </a:lnTo>
                <a:lnTo>
                  <a:pt x="298703" y="76581"/>
                </a:lnTo>
                <a:lnTo>
                  <a:pt x="298619" y="85725"/>
                </a:lnTo>
                <a:lnTo>
                  <a:pt x="298428" y="87884"/>
                </a:lnTo>
                <a:lnTo>
                  <a:pt x="297179" y="95250"/>
                </a:lnTo>
                <a:lnTo>
                  <a:pt x="295783" y="101092"/>
                </a:lnTo>
                <a:lnTo>
                  <a:pt x="293750" y="108966"/>
                </a:lnTo>
                <a:lnTo>
                  <a:pt x="288289" y="130683"/>
                </a:lnTo>
                <a:lnTo>
                  <a:pt x="285496" y="141224"/>
                </a:lnTo>
                <a:lnTo>
                  <a:pt x="284099" y="149225"/>
                </a:lnTo>
                <a:lnTo>
                  <a:pt x="284183" y="160909"/>
                </a:lnTo>
                <a:lnTo>
                  <a:pt x="285750" y="165608"/>
                </a:lnTo>
                <a:lnTo>
                  <a:pt x="292460" y="173609"/>
                </a:lnTo>
                <a:lnTo>
                  <a:pt x="292641" y="173609"/>
                </a:lnTo>
                <a:lnTo>
                  <a:pt x="296672" y="175387"/>
                </a:lnTo>
                <a:lnTo>
                  <a:pt x="308990" y="175387"/>
                </a:lnTo>
                <a:lnTo>
                  <a:pt x="315087" y="173609"/>
                </a:lnTo>
                <a:lnTo>
                  <a:pt x="320421" y="169926"/>
                </a:lnTo>
                <a:lnTo>
                  <a:pt x="325754" y="166370"/>
                </a:lnTo>
                <a:lnTo>
                  <a:pt x="331960" y="160909"/>
                </a:lnTo>
                <a:lnTo>
                  <a:pt x="309625" y="160909"/>
                </a:lnTo>
                <a:lnTo>
                  <a:pt x="307975" y="160147"/>
                </a:lnTo>
                <a:lnTo>
                  <a:pt x="306832" y="158623"/>
                </a:lnTo>
                <a:lnTo>
                  <a:pt x="305815" y="157226"/>
                </a:lnTo>
                <a:lnTo>
                  <a:pt x="305181" y="154686"/>
                </a:lnTo>
                <a:lnTo>
                  <a:pt x="305181" y="147574"/>
                </a:lnTo>
                <a:lnTo>
                  <a:pt x="306324" y="141224"/>
                </a:lnTo>
                <a:lnTo>
                  <a:pt x="308610" y="132080"/>
                </a:lnTo>
                <a:lnTo>
                  <a:pt x="319150" y="89408"/>
                </a:lnTo>
                <a:lnTo>
                  <a:pt x="320421" y="81915"/>
                </a:lnTo>
                <a:lnTo>
                  <a:pt x="320301" y="68214"/>
                </a:lnTo>
                <a:lnTo>
                  <a:pt x="319798" y="66675"/>
                </a:lnTo>
                <a:lnTo>
                  <a:pt x="319716" y="66421"/>
                </a:lnTo>
                <a:lnTo>
                  <a:pt x="319591" y="66040"/>
                </a:lnTo>
                <a:close/>
              </a:path>
              <a:path w="339725" h="175895">
                <a:moveTo>
                  <a:pt x="183261" y="65659"/>
                </a:moveTo>
                <a:lnTo>
                  <a:pt x="159258" y="65659"/>
                </a:lnTo>
                <a:lnTo>
                  <a:pt x="161036" y="66421"/>
                </a:lnTo>
                <a:lnTo>
                  <a:pt x="162051" y="67818"/>
                </a:lnTo>
                <a:lnTo>
                  <a:pt x="163195" y="69342"/>
                </a:lnTo>
                <a:lnTo>
                  <a:pt x="163542" y="70993"/>
                </a:lnTo>
                <a:lnTo>
                  <a:pt x="163575" y="80391"/>
                </a:lnTo>
                <a:lnTo>
                  <a:pt x="162959" y="84709"/>
                </a:lnTo>
                <a:lnTo>
                  <a:pt x="162868" y="85343"/>
                </a:lnTo>
                <a:lnTo>
                  <a:pt x="162813" y="85725"/>
                </a:lnTo>
                <a:lnTo>
                  <a:pt x="160999" y="93345"/>
                </a:lnTo>
                <a:lnTo>
                  <a:pt x="142621" y="173355"/>
                </a:lnTo>
                <a:lnTo>
                  <a:pt x="164337" y="173355"/>
                </a:lnTo>
                <a:lnTo>
                  <a:pt x="176275" y="118999"/>
                </a:lnTo>
                <a:lnTo>
                  <a:pt x="178053" y="111252"/>
                </a:lnTo>
                <a:lnTo>
                  <a:pt x="191421" y="85343"/>
                </a:lnTo>
                <a:lnTo>
                  <a:pt x="182213" y="85343"/>
                </a:lnTo>
                <a:lnTo>
                  <a:pt x="180466" y="84709"/>
                </a:lnTo>
                <a:lnTo>
                  <a:pt x="182372" y="79502"/>
                </a:lnTo>
                <a:lnTo>
                  <a:pt x="183237" y="74803"/>
                </a:lnTo>
                <a:lnTo>
                  <a:pt x="183261" y="65659"/>
                </a:lnTo>
                <a:close/>
              </a:path>
              <a:path w="339725" h="175895">
                <a:moveTo>
                  <a:pt x="251587" y="66040"/>
                </a:moveTo>
                <a:lnTo>
                  <a:pt x="221996" y="66040"/>
                </a:lnTo>
                <a:lnTo>
                  <a:pt x="225298" y="67310"/>
                </a:lnTo>
                <a:lnTo>
                  <a:pt x="229615" y="72390"/>
                </a:lnTo>
                <a:lnTo>
                  <a:pt x="230602" y="76581"/>
                </a:lnTo>
                <a:lnTo>
                  <a:pt x="230601" y="85725"/>
                </a:lnTo>
                <a:lnTo>
                  <a:pt x="230428" y="87884"/>
                </a:lnTo>
                <a:lnTo>
                  <a:pt x="230377" y="88518"/>
                </a:lnTo>
                <a:lnTo>
                  <a:pt x="229108" y="96012"/>
                </a:lnTo>
                <a:lnTo>
                  <a:pt x="211709" y="173355"/>
                </a:lnTo>
                <a:lnTo>
                  <a:pt x="233425" y="173355"/>
                </a:lnTo>
                <a:lnTo>
                  <a:pt x="244750" y="118999"/>
                </a:lnTo>
                <a:lnTo>
                  <a:pt x="262988" y="81534"/>
                </a:lnTo>
                <a:lnTo>
                  <a:pt x="252475" y="81534"/>
                </a:lnTo>
                <a:lnTo>
                  <a:pt x="252602" y="69342"/>
                </a:lnTo>
                <a:lnTo>
                  <a:pt x="251782" y="66675"/>
                </a:lnTo>
                <a:lnTo>
                  <a:pt x="251704" y="66421"/>
                </a:lnTo>
                <a:lnTo>
                  <a:pt x="251587" y="66040"/>
                </a:lnTo>
                <a:close/>
              </a:path>
              <a:path w="339725" h="175895">
                <a:moveTo>
                  <a:pt x="332104" y="146050"/>
                </a:moveTo>
                <a:lnTo>
                  <a:pt x="326898" y="151892"/>
                </a:lnTo>
                <a:lnTo>
                  <a:pt x="322961" y="155829"/>
                </a:lnTo>
                <a:lnTo>
                  <a:pt x="320039" y="157861"/>
                </a:lnTo>
                <a:lnTo>
                  <a:pt x="317246" y="159893"/>
                </a:lnTo>
                <a:lnTo>
                  <a:pt x="314578" y="160909"/>
                </a:lnTo>
                <a:lnTo>
                  <a:pt x="331986" y="160909"/>
                </a:lnTo>
                <a:lnTo>
                  <a:pt x="339216" y="153162"/>
                </a:lnTo>
                <a:lnTo>
                  <a:pt x="332104" y="146050"/>
                </a:lnTo>
                <a:close/>
              </a:path>
              <a:path w="339725" h="175895">
                <a:moveTo>
                  <a:pt x="236093" y="51308"/>
                </a:moveTo>
                <a:lnTo>
                  <a:pt x="220218" y="51308"/>
                </a:lnTo>
                <a:lnTo>
                  <a:pt x="212471" y="54102"/>
                </a:lnTo>
                <a:lnTo>
                  <a:pt x="181772" y="85343"/>
                </a:lnTo>
                <a:lnTo>
                  <a:pt x="191421" y="85343"/>
                </a:lnTo>
                <a:lnTo>
                  <a:pt x="198247" y="76835"/>
                </a:lnTo>
                <a:lnTo>
                  <a:pt x="202564" y="72643"/>
                </a:lnTo>
                <a:lnTo>
                  <a:pt x="210693" y="67310"/>
                </a:lnTo>
                <a:lnTo>
                  <a:pt x="214249" y="66040"/>
                </a:lnTo>
                <a:lnTo>
                  <a:pt x="251587" y="66040"/>
                </a:lnTo>
                <a:lnTo>
                  <a:pt x="250771" y="63388"/>
                </a:lnTo>
                <a:lnTo>
                  <a:pt x="250655" y="63013"/>
                </a:lnTo>
                <a:lnTo>
                  <a:pt x="250571" y="62738"/>
                </a:lnTo>
                <a:lnTo>
                  <a:pt x="242188" y="53593"/>
                </a:lnTo>
                <a:lnTo>
                  <a:pt x="236093" y="51308"/>
                </a:lnTo>
                <a:close/>
              </a:path>
              <a:path w="339725" h="175895">
                <a:moveTo>
                  <a:pt x="304038" y="51308"/>
                </a:moveTo>
                <a:lnTo>
                  <a:pt x="288671" y="51308"/>
                </a:lnTo>
                <a:lnTo>
                  <a:pt x="281177" y="53848"/>
                </a:lnTo>
                <a:lnTo>
                  <a:pt x="252475" y="81534"/>
                </a:lnTo>
                <a:lnTo>
                  <a:pt x="262988" y="81534"/>
                </a:lnTo>
                <a:lnTo>
                  <a:pt x="266725" y="76835"/>
                </a:lnTo>
                <a:lnTo>
                  <a:pt x="266957" y="76581"/>
                </a:lnTo>
                <a:lnTo>
                  <a:pt x="271018" y="72643"/>
                </a:lnTo>
                <a:lnTo>
                  <a:pt x="279146" y="67310"/>
                </a:lnTo>
                <a:lnTo>
                  <a:pt x="282828" y="66040"/>
                </a:lnTo>
                <a:lnTo>
                  <a:pt x="319591" y="66040"/>
                </a:lnTo>
                <a:lnTo>
                  <a:pt x="318725" y="63388"/>
                </a:lnTo>
                <a:lnTo>
                  <a:pt x="318603" y="63013"/>
                </a:lnTo>
                <a:lnTo>
                  <a:pt x="318513" y="62738"/>
                </a:lnTo>
                <a:lnTo>
                  <a:pt x="318388" y="62357"/>
                </a:lnTo>
                <a:lnTo>
                  <a:pt x="310126" y="53593"/>
                </a:lnTo>
                <a:lnTo>
                  <a:pt x="310358" y="53593"/>
                </a:lnTo>
                <a:lnTo>
                  <a:pt x="304038" y="51308"/>
                </a:lnTo>
                <a:close/>
              </a:path>
              <a:path w="339725" h="175895">
                <a:moveTo>
                  <a:pt x="171450" y="51181"/>
                </a:moveTo>
                <a:lnTo>
                  <a:pt x="159893" y="51181"/>
                </a:lnTo>
                <a:lnTo>
                  <a:pt x="154050" y="52959"/>
                </a:lnTo>
                <a:lnTo>
                  <a:pt x="129666" y="73406"/>
                </a:lnTo>
                <a:lnTo>
                  <a:pt x="136778" y="80391"/>
                </a:lnTo>
                <a:lnTo>
                  <a:pt x="141859" y="74803"/>
                </a:lnTo>
                <a:lnTo>
                  <a:pt x="145796" y="70993"/>
                </a:lnTo>
                <a:lnTo>
                  <a:pt x="151637" y="66675"/>
                </a:lnTo>
                <a:lnTo>
                  <a:pt x="154304" y="65659"/>
                </a:lnTo>
                <a:lnTo>
                  <a:pt x="183261" y="65659"/>
                </a:lnTo>
                <a:lnTo>
                  <a:pt x="183261" y="64428"/>
                </a:lnTo>
                <a:lnTo>
                  <a:pt x="181737" y="59817"/>
                </a:lnTo>
                <a:lnTo>
                  <a:pt x="175640" y="52959"/>
                </a:lnTo>
                <a:lnTo>
                  <a:pt x="171450" y="51181"/>
                </a:lnTo>
                <a:close/>
              </a:path>
              <a:path w="339725" h="175895">
                <a:moveTo>
                  <a:pt x="92580" y="11557"/>
                </a:moveTo>
                <a:lnTo>
                  <a:pt x="56896" y="11557"/>
                </a:lnTo>
                <a:lnTo>
                  <a:pt x="62102" y="12827"/>
                </a:lnTo>
                <a:lnTo>
                  <a:pt x="66294" y="15621"/>
                </a:lnTo>
                <a:lnTo>
                  <a:pt x="70358" y="18415"/>
                </a:lnTo>
                <a:lnTo>
                  <a:pt x="73406" y="22225"/>
                </a:lnTo>
                <a:lnTo>
                  <a:pt x="77470" y="31877"/>
                </a:lnTo>
                <a:lnTo>
                  <a:pt x="78486" y="37338"/>
                </a:lnTo>
                <a:lnTo>
                  <a:pt x="78384" y="48387"/>
                </a:lnTo>
                <a:lnTo>
                  <a:pt x="57800" y="88106"/>
                </a:lnTo>
                <a:lnTo>
                  <a:pt x="40512" y="107823"/>
                </a:lnTo>
                <a:lnTo>
                  <a:pt x="32607" y="116849"/>
                </a:lnTo>
                <a:lnTo>
                  <a:pt x="6350" y="154003"/>
                </a:lnTo>
                <a:lnTo>
                  <a:pt x="0" y="167386"/>
                </a:lnTo>
                <a:lnTo>
                  <a:pt x="0" y="173355"/>
                </a:lnTo>
                <a:lnTo>
                  <a:pt x="103377" y="173355"/>
                </a:lnTo>
                <a:lnTo>
                  <a:pt x="104516" y="154003"/>
                </a:lnTo>
                <a:lnTo>
                  <a:pt x="104558" y="153289"/>
                </a:lnTo>
                <a:lnTo>
                  <a:pt x="24637" y="153289"/>
                </a:lnTo>
                <a:lnTo>
                  <a:pt x="30937" y="143510"/>
                </a:lnTo>
                <a:lnTo>
                  <a:pt x="38925" y="132826"/>
                </a:lnTo>
                <a:lnTo>
                  <a:pt x="48498" y="121410"/>
                </a:lnTo>
                <a:lnTo>
                  <a:pt x="59689" y="109220"/>
                </a:lnTo>
                <a:lnTo>
                  <a:pt x="71707" y="96281"/>
                </a:lnTo>
                <a:lnTo>
                  <a:pt x="79628" y="87630"/>
                </a:lnTo>
                <a:lnTo>
                  <a:pt x="97789" y="63118"/>
                </a:lnTo>
                <a:lnTo>
                  <a:pt x="99695" y="59563"/>
                </a:lnTo>
                <a:lnTo>
                  <a:pt x="100964" y="55880"/>
                </a:lnTo>
                <a:lnTo>
                  <a:pt x="101853" y="52070"/>
                </a:lnTo>
                <a:lnTo>
                  <a:pt x="102743" y="48387"/>
                </a:lnTo>
                <a:lnTo>
                  <a:pt x="103250" y="44323"/>
                </a:lnTo>
                <a:lnTo>
                  <a:pt x="103250" y="39878"/>
                </a:lnTo>
                <a:lnTo>
                  <a:pt x="102587" y="31877"/>
                </a:lnTo>
                <a:lnTo>
                  <a:pt x="102492" y="30733"/>
                </a:lnTo>
                <a:lnTo>
                  <a:pt x="100234" y="22732"/>
                </a:lnTo>
                <a:lnTo>
                  <a:pt x="96500" y="15875"/>
                </a:lnTo>
                <a:lnTo>
                  <a:pt x="92580" y="11557"/>
                </a:lnTo>
                <a:close/>
              </a:path>
              <a:path w="339725" h="175895">
                <a:moveTo>
                  <a:pt x="105537" y="136652"/>
                </a:moveTo>
                <a:lnTo>
                  <a:pt x="94741" y="136652"/>
                </a:lnTo>
                <a:lnTo>
                  <a:pt x="93553" y="140335"/>
                </a:lnTo>
                <a:lnTo>
                  <a:pt x="93472" y="140589"/>
                </a:lnTo>
                <a:lnTo>
                  <a:pt x="92328" y="143510"/>
                </a:lnTo>
                <a:lnTo>
                  <a:pt x="76073" y="153289"/>
                </a:lnTo>
                <a:lnTo>
                  <a:pt x="104558" y="153289"/>
                </a:lnTo>
                <a:lnTo>
                  <a:pt x="105537" y="136652"/>
                </a:lnTo>
                <a:close/>
              </a:path>
              <a:path w="339725" h="175895">
                <a:moveTo>
                  <a:pt x="56007" y="0"/>
                </a:moveTo>
                <a:lnTo>
                  <a:pt x="49022" y="0"/>
                </a:lnTo>
                <a:lnTo>
                  <a:pt x="41021" y="1016"/>
                </a:lnTo>
                <a:lnTo>
                  <a:pt x="3810" y="13462"/>
                </a:lnTo>
                <a:lnTo>
                  <a:pt x="3810" y="37592"/>
                </a:lnTo>
                <a:lnTo>
                  <a:pt x="18923" y="37592"/>
                </a:lnTo>
                <a:lnTo>
                  <a:pt x="23971" y="26183"/>
                </a:lnTo>
                <a:lnTo>
                  <a:pt x="30924" y="18049"/>
                </a:lnTo>
                <a:lnTo>
                  <a:pt x="39782" y="13178"/>
                </a:lnTo>
                <a:lnTo>
                  <a:pt x="50546" y="11557"/>
                </a:lnTo>
                <a:lnTo>
                  <a:pt x="92580" y="11557"/>
                </a:lnTo>
                <a:lnTo>
                  <a:pt x="91327" y="10175"/>
                </a:lnTo>
                <a:lnTo>
                  <a:pt x="84617" y="5679"/>
                </a:lnTo>
                <a:lnTo>
                  <a:pt x="76517" y="2508"/>
                </a:lnTo>
                <a:lnTo>
                  <a:pt x="66988" y="623"/>
                </a:lnTo>
                <a:lnTo>
                  <a:pt x="56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77330" y="2664967"/>
            <a:ext cx="171069" cy="96646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7944866" y="3068636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40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8222233" y="2911348"/>
            <a:ext cx="597535" cy="295910"/>
            <a:chOff x="8222233" y="2911348"/>
            <a:chExt cx="597535" cy="295910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22233" y="3028442"/>
              <a:ext cx="139319" cy="17678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00033" y="2911348"/>
              <a:ext cx="197993" cy="17640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26220" y="2969006"/>
              <a:ext cx="79375" cy="2382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38869" y="2934843"/>
              <a:ext cx="80518" cy="120395"/>
            </a:xfrm>
            <a:prstGeom prst="rect">
              <a:avLst/>
            </a:prstGeom>
          </p:spPr>
        </p:pic>
      </p:grp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308609" y="348361"/>
            <a:ext cx="10991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model:</a:t>
            </a:r>
            <a:endParaRPr sz="2400"/>
          </a:p>
        </p:txBody>
      </p:sp>
      <p:sp>
        <p:nvSpPr>
          <p:cNvPr id="26" name="object 26"/>
          <p:cNvSpPr txBox="1"/>
          <p:nvPr/>
        </p:nvSpPr>
        <p:spPr>
          <a:xfrm>
            <a:off x="693102" y="875918"/>
            <a:ext cx="486409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00" spc="82" baseline="12500" dirty="0">
                <a:latin typeface="Cambria Math"/>
                <a:cs typeface="Cambria Math"/>
              </a:rPr>
              <a:t>f</a:t>
            </a:r>
            <a:r>
              <a:rPr sz="1500" spc="55" dirty="0">
                <a:latin typeface="Cambria Math"/>
                <a:cs typeface="Cambria Math"/>
              </a:rPr>
              <a:t>w,b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81582" y="896366"/>
            <a:ext cx="309245" cy="238760"/>
          </a:xfrm>
          <a:custGeom>
            <a:avLst/>
            <a:gdLst/>
            <a:ahLst/>
            <a:cxnLst/>
            <a:rect l="l" t="t" r="r" b="b"/>
            <a:pathLst>
              <a:path w="309244" h="238759">
                <a:moveTo>
                  <a:pt x="233197" y="0"/>
                </a:moveTo>
                <a:lnTo>
                  <a:pt x="229768" y="9651"/>
                </a:lnTo>
                <a:lnTo>
                  <a:pt x="243575" y="15652"/>
                </a:lnTo>
                <a:lnTo>
                  <a:pt x="255454" y="23939"/>
                </a:lnTo>
                <a:lnTo>
                  <a:pt x="279496" y="62349"/>
                </a:lnTo>
                <a:lnTo>
                  <a:pt x="286502" y="97289"/>
                </a:lnTo>
                <a:lnTo>
                  <a:pt x="286545" y="97591"/>
                </a:lnTo>
                <a:lnTo>
                  <a:pt x="286545" y="138884"/>
                </a:lnTo>
                <a:lnTo>
                  <a:pt x="273329" y="190373"/>
                </a:lnTo>
                <a:lnTo>
                  <a:pt x="243772" y="222573"/>
                </a:lnTo>
                <a:lnTo>
                  <a:pt x="230149" y="228600"/>
                </a:lnTo>
                <a:lnTo>
                  <a:pt x="233197" y="238251"/>
                </a:lnTo>
                <a:lnTo>
                  <a:pt x="278703" y="211195"/>
                </a:lnTo>
                <a:lnTo>
                  <a:pt x="304269" y="161242"/>
                </a:lnTo>
                <a:lnTo>
                  <a:pt x="309143" y="119125"/>
                </a:lnTo>
                <a:lnTo>
                  <a:pt x="307943" y="97591"/>
                </a:lnTo>
                <a:lnTo>
                  <a:pt x="298159" y="58618"/>
                </a:lnTo>
                <a:lnTo>
                  <a:pt x="265630" y="15271"/>
                </a:lnTo>
                <a:lnTo>
                  <a:pt x="250491" y="6242"/>
                </a:lnTo>
                <a:lnTo>
                  <a:pt x="233197" y="0"/>
                </a:lnTo>
                <a:close/>
              </a:path>
              <a:path w="309244" h="238759">
                <a:moveTo>
                  <a:pt x="75971" y="0"/>
                </a:moveTo>
                <a:lnTo>
                  <a:pt x="30538" y="27110"/>
                </a:lnTo>
                <a:lnTo>
                  <a:pt x="4908" y="77120"/>
                </a:lnTo>
                <a:lnTo>
                  <a:pt x="71" y="117856"/>
                </a:lnTo>
                <a:lnTo>
                  <a:pt x="0" y="119125"/>
                </a:lnTo>
                <a:lnTo>
                  <a:pt x="4895" y="161242"/>
                </a:lnTo>
                <a:lnTo>
                  <a:pt x="19583" y="196596"/>
                </a:lnTo>
                <a:lnTo>
                  <a:pt x="58645" y="232011"/>
                </a:lnTo>
                <a:lnTo>
                  <a:pt x="75971" y="238251"/>
                </a:lnTo>
                <a:lnTo>
                  <a:pt x="78981" y="228600"/>
                </a:lnTo>
                <a:lnTo>
                  <a:pt x="65405" y="222573"/>
                </a:lnTo>
                <a:lnTo>
                  <a:pt x="53692" y="214201"/>
                </a:lnTo>
                <a:lnTo>
                  <a:pt x="29667" y="175131"/>
                </a:lnTo>
                <a:lnTo>
                  <a:pt x="21770" y="119125"/>
                </a:lnTo>
                <a:lnTo>
                  <a:pt x="21717" y="117856"/>
                </a:lnTo>
                <a:lnTo>
                  <a:pt x="25250" y="79089"/>
                </a:lnTo>
                <a:lnTo>
                  <a:pt x="43865" y="34512"/>
                </a:lnTo>
                <a:lnTo>
                  <a:pt x="79362" y="9651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52219" y="818768"/>
            <a:ext cx="137541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27025" algn="l"/>
              </a:tabLst>
            </a:pPr>
            <a:r>
              <a:rPr sz="2000" spc="65" dirty="0">
                <a:latin typeface="Cambria Math"/>
                <a:cs typeface="Cambria Math"/>
              </a:rPr>
              <a:t>x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9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wx</a:t>
            </a:r>
            <a:r>
              <a:rPr sz="2000" spc="8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1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8609" y="1233260"/>
            <a:ext cx="2152650" cy="14192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400" spc="-10" dirty="0">
                <a:latin typeface="Verdana"/>
                <a:cs typeface="Verdana"/>
              </a:rPr>
              <a:t>parameters:</a:t>
            </a:r>
            <a:endParaRPr sz="2400">
              <a:latin typeface="Verdana"/>
              <a:cs typeface="Verdana"/>
            </a:endParaRPr>
          </a:p>
          <a:p>
            <a:pPr marL="422275">
              <a:lnSpc>
                <a:spcPct val="100000"/>
              </a:lnSpc>
              <a:spcBef>
                <a:spcPts val="690"/>
              </a:spcBef>
            </a:pPr>
            <a:r>
              <a:rPr sz="2000" spc="-35" dirty="0">
                <a:latin typeface="Cambria Math"/>
                <a:cs typeface="Cambria Math"/>
              </a:rPr>
              <a:t>w,</a:t>
            </a:r>
            <a:r>
              <a:rPr sz="2000" spc="-10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1330"/>
              </a:spcBef>
            </a:pPr>
            <a:r>
              <a:rPr sz="2400" dirty="0">
                <a:latin typeface="Verdana"/>
                <a:cs typeface="Verdana"/>
              </a:rPr>
              <a:t>cost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function: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07237" y="2959480"/>
            <a:ext cx="755015" cy="240029"/>
            <a:chOff x="707237" y="2959480"/>
            <a:chExt cx="755015" cy="240029"/>
          </a:xfrm>
        </p:grpSpPr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7237" y="2979038"/>
              <a:ext cx="114147" cy="22009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57732" y="2959480"/>
              <a:ext cx="604520" cy="238760"/>
            </a:xfrm>
            <a:custGeom>
              <a:avLst/>
              <a:gdLst/>
              <a:ahLst/>
              <a:cxnLst/>
              <a:rect l="l" t="t" r="r" b="b"/>
              <a:pathLst>
                <a:path w="604519" h="238760">
                  <a:moveTo>
                    <a:pt x="528472" y="0"/>
                  </a:moveTo>
                  <a:lnTo>
                    <a:pt x="525043" y="9651"/>
                  </a:lnTo>
                  <a:lnTo>
                    <a:pt x="538850" y="15654"/>
                  </a:lnTo>
                  <a:lnTo>
                    <a:pt x="550729" y="23955"/>
                  </a:lnTo>
                  <a:lnTo>
                    <a:pt x="574771" y="62404"/>
                  </a:lnTo>
                  <a:lnTo>
                    <a:pt x="582701" y="117982"/>
                  </a:lnTo>
                  <a:lnTo>
                    <a:pt x="581820" y="138955"/>
                  </a:lnTo>
                  <a:lnTo>
                    <a:pt x="568604" y="190373"/>
                  </a:lnTo>
                  <a:lnTo>
                    <a:pt x="539047" y="222573"/>
                  </a:lnTo>
                  <a:lnTo>
                    <a:pt x="525424" y="228600"/>
                  </a:lnTo>
                  <a:lnTo>
                    <a:pt x="528472" y="238251"/>
                  </a:lnTo>
                  <a:lnTo>
                    <a:pt x="573978" y="211195"/>
                  </a:lnTo>
                  <a:lnTo>
                    <a:pt x="599544" y="161258"/>
                  </a:lnTo>
                  <a:lnTo>
                    <a:pt x="604418" y="119252"/>
                  </a:lnTo>
                  <a:lnTo>
                    <a:pt x="603215" y="97647"/>
                  </a:lnTo>
                  <a:lnTo>
                    <a:pt x="593434" y="58638"/>
                  </a:lnTo>
                  <a:lnTo>
                    <a:pt x="560905" y="15319"/>
                  </a:lnTo>
                  <a:lnTo>
                    <a:pt x="545766" y="6260"/>
                  </a:lnTo>
                  <a:lnTo>
                    <a:pt x="528472" y="0"/>
                  </a:lnTo>
                  <a:close/>
                </a:path>
                <a:path w="604519" h="238760">
                  <a:moveTo>
                    <a:pt x="75971" y="0"/>
                  </a:moveTo>
                  <a:lnTo>
                    <a:pt x="30538" y="27164"/>
                  </a:lnTo>
                  <a:lnTo>
                    <a:pt x="4908" y="77184"/>
                  </a:lnTo>
                  <a:lnTo>
                    <a:pt x="71" y="117982"/>
                  </a:lnTo>
                  <a:lnTo>
                    <a:pt x="0" y="119252"/>
                  </a:lnTo>
                  <a:lnTo>
                    <a:pt x="1104" y="138955"/>
                  </a:lnTo>
                  <a:lnTo>
                    <a:pt x="1223" y="141089"/>
                  </a:lnTo>
                  <a:lnTo>
                    <a:pt x="11015" y="179760"/>
                  </a:lnTo>
                  <a:lnTo>
                    <a:pt x="43472" y="222996"/>
                  </a:lnTo>
                  <a:lnTo>
                    <a:pt x="75971" y="238251"/>
                  </a:lnTo>
                  <a:lnTo>
                    <a:pt x="78981" y="228600"/>
                  </a:lnTo>
                  <a:lnTo>
                    <a:pt x="65405" y="222573"/>
                  </a:lnTo>
                  <a:lnTo>
                    <a:pt x="53692" y="214201"/>
                  </a:lnTo>
                  <a:lnTo>
                    <a:pt x="29667" y="175186"/>
                  </a:lnTo>
                  <a:lnTo>
                    <a:pt x="21770" y="119252"/>
                  </a:lnTo>
                  <a:lnTo>
                    <a:pt x="21717" y="117982"/>
                  </a:lnTo>
                  <a:lnTo>
                    <a:pt x="22600" y="97647"/>
                  </a:lnTo>
                  <a:lnTo>
                    <a:pt x="35852" y="47498"/>
                  </a:lnTo>
                  <a:lnTo>
                    <a:pt x="65620" y="15654"/>
                  </a:lnTo>
                  <a:lnTo>
                    <a:pt x="79362" y="9651"/>
                  </a:lnTo>
                  <a:lnTo>
                    <a:pt x="75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6810" y="3030473"/>
              <a:ext cx="224154" cy="1546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37195" y="2970910"/>
              <a:ext cx="113957" cy="181609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1568196" y="3042665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4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39" h="69214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1806701" y="2831592"/>
            <a:ext cx="1235710" cy="644525"/>
            <a:chOff x="1806701" y="2831592"/>
            <a:chExt cx="1235710" cy="644525"/>
          </a:xfrm>
        </p:grpSpPr>
        <p:sp>
          <p:nvSpPr>
            <p:cNvPr id="37" name="object 37"/>
            <p:cNvSpPr/>
            <p:nvPr/>
          </p:nvSpPr>
          <p:spPr>
            <a:xfrm>
              <a:off x="1806702" y="2831591"/>
              <a:ext cx="718820" cy="644525"/>
            </a:xfrm>
            <a:custGeom>
              <a:avLst/>
              <a:gdLst/>
              <a:ahLst/>
              <a:cxnLst/>
              <a:rect l="l" t="t" r="r" b="b"/>
              <a:pathLst>
                <a:path w="718819" h="644525">
                  <a:moveTo>
                    <a:pt x="361950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361950" y="252222"/>
                  </a:lnTo>
                  <a:lnTo>
                    <a:pt x="361950" y="233172"/>
                  </a:lnTo>
                  <a:close/>
                </a:path>
                <a:path w="718819" h="644525">
                  <a:moveTo>
                    <a:pt x="467360" y="511175"/>
                  </a:moveTo>
                  <a:lnTo>
                    <a:pt x="448818" y="511175"/>
                  </a:lnTo>
                  <a:lnTo>
                    <a:pt x="444373" y="531241"/>
                  </a:lnTo>
                  <a:lnTo>
                    <a:pt x="462788" y="531241"/>
                  </a:lnTo>
                  <a:lnTo>
                    <a:pt x="467360" y="511175"/>
                  </a:lnTo>
                  <a:close/>
                </a:path>
                <a:path w="718819" h="644525">
                  <a:moveTo>
                    <a:pt x="470916" y="626618"/>
                  </a:moveTo>
                  <a:lnTo>
                    <a:pt x="464566" y="620395"/>
                  </a:lnTo>
                  <a:lnTo>
                    <a:pt x="462661" y="622554"/>
                  </a:lnTo>
                  <a:lnTo>
                    <a:pt x="459486" y="625729"/>
                  </a:lnTo>
                  <a:lnTo>
                    <a:pt x="457962" y="627126"/>
                  </a:lnTo>
                  <a:lnTo>
                    <a:pt x="456692" y="628396"/>
                  </a:lnTo>
                  <a:lnTo>
                    <a:pt x="455295" y="629285"/>
                  </a:lnTo>
                  <a:lnTo>
                    <a:pt x="454025" y="630174"/>
                  </a:lnTo>
                  <a:lnTo>
                    <a:pt x="452882" y="630936"/>
                  </a:lnTo>
                  <a:lnTo>
                    <a:pt x="451739" y="631317"/>
                  </a:lnTo>
                  <a:lnTo>
                    <a:pt x="450723" y="631698"/>
                  </a:lnTo>
                  <a:lnTo>
                    <a:pt x="449580" y="631952"/>
                  </a:lnTo>
                  <a:lnTo>
                    <a:pt x="446532" y="631952"/>
                  </a:lnTo>
                  <a:lnTo>
                    <a:pt x="445008" y="631444"/>
                  </a:lnTo>
                  <a:lnTo>
                    <a:pt x="443103" y="629285"/>
                  </a:lnTo>
                  <a:lnTo>
                    <a:pt x="442722" y="627634"/>
                  </a:lnTo>
                  <a:lnTo>
                    <a:pt x="442849" y="621538"/>
                  </a:lnTo>
                  <a:lnTo>
                    <a:pt x="443230" y="619379"/>
                  </a:lnTo>
                  <a:lnTo>
                    <a:pt x="443484" y="617220"/>
                  </a:lnTo>
                  <a:lnTo>
                    <a:pt x="444119" y="614299"/>
                  </a:lnTo>
                  <a:lnTo>
                    <a:pt x="445008" y="610616"/>
                  </a:lnTo>
                  <a:lnTo>
                    <a:pt x="458724" y="548767"/>
                  </a:lnTo>
                  <a:lnTo>
                    <a:pt x="454152" y="548767"/>
                  </a:lnTo>
                  <a:lnTo>
                    <a:pt x="427228" y="549783"/>
                  </a:lnTo>
                  <a:lnTo>
                    <a:pt x="426059" y="556133"/>
                  </a:lnTo>
                  <a:lnTo>
                    <a:pt x="430149" y="556133"/>
                  </a:lnTo>
                  <a:lnTo>
                    <a:pt x="432943" y="556768"/>
                  </a:lnTo>
                  <a:lnTo>
                    <a:pt x="434467" y="557911"/>
                  </a:lnTo>
                  <a:lnTo>
                    <a:pt x="436118" y="559054"/>
                  </a:lnTo>
                  <a:lnTo>
                    <a:pt x="437007" y="560832"/>
                  </a:lnTo>
                  <a:lnTo>
                    <a:pt x="437134" y="563245"/>
                  </a:lnTo>
                  <a:lnTo>
                    <a:pt x="437134" y="564896"/>
                  </a:lnTo>
                  <a:lnTo>
                    <a:pt x="436880" y="565912"/>
                  </a:lnTo>
                  <a:lnTo>
                    <a:pt x="436626" y="568833"/>
                  </a:lnTo>
                  <a:lnTo>
                    <a:pt x="436118" y="572135"/>
                  </a:lnTo>
                  <a:lnTo>
                    <a:pt x="434594" y="579247"/>
                  </a:lnTo>
                  <a:lnTo>
                    <a:pt x="433832" y="582930"/>
                  </a:lnTo>
                  <a:lnTo>
                    <a:pt x="432054" y="590550"/>
                  </a:lnTo>
                  <a:lnTo>
                    <a:pt x="431165" y="594487"/>
                  </a:lnTo>
                  <a:lnTo>
                    <a:pt x="430149" y="598424"/>
                  </a:lnTo>
                  <a:lnTo>
                    <a:pt x="424942" y="625094"/>
                  </a:lnTo>
                  <a:lnTo>
                    <a:pt x="425018" y="630174"/>
                  </a:lnTo>
                  <a:lnTo>
                    <a:pt x="425145" y="630936"/>
                  </a:lnTo>
                  <a:lnTo>
                    <a:pt x="425208" y="631317"/>
                  </a:lnTo>
                  <a:lnTo>
                    <a:pt x="434213" y="643128"/>
                  </a:lnTo>
                  <a:lnTo>
                    <a:pt x="435991" y="644017"/>
                  </a:lnTo>
                  <a:lnTo>
                    <a:pt x="438150" y="644398"/>
                  </a:lnTo>
                  <a:lnTo>
                    <a:pt x="443103" y="644398"/>
                  </a:lnTo>
                  <a:lnTo>
                    <a:pt x="445516" y="644144"/>
                  </a:lnTo>
                  <a:lnTo>
                    <a:pt x="447675" y="643509"/>
                  </a:lnTo>
                  <a:lnTo>
                    <a:pt x="449961" y="642874"/>
                  </a:lnTo>
                  <a:lnTo>
                    <a:pt x="465480" y="631952"/>
                  </a:lnTo>
                  <a:lnTo>
                    <a:pt x="467741" y="629793"/>
                  </a:lnTo>
                  <a:lnTo>
                    <a:pt x="470916" y="626618"/>
                  </a:lnTo>
                  <a:close/>
                </a:path>
                <a:path w="718819" h="644525">
                  <a:moveTo>
                    <a:pt x="608584" y="601472"/>
                  </a:moveTo>
                  <a:lnTo>
                    <a:pt x="501523" y="601472"/>
                  </a:lnTo>
                  <a:lnTo>
                    <a:pt x="501523" y="615696"/>
                  </a:lnTo>
                  <a:lnTo>
                    <a:pt x="608584" y="615696"/>
                  </a:lnTo>
                  <a:lnTo>
                    <a:pt x="608584" y="601472"/>
                  </a:lnTo>
                  <a:close/>
                </a:path>
                <a:path w="718819" h="644525">
                  <a:moveTo>
                    <a:pt x="608584" y="560959"/>
                  </a:moveTo>
                  <a:lnTo>
                    <a:pt x="501523" y="560959"/>
                  </a:lnTo>
                  <a:lnTo>
                    <a:pt x="501523" y="575183"/>
                  </a:lnTo>
                  <a:lnTo>
                    <a:pt x="608584" y="575183"/>
                  </a:lnTo>
                  <a:lnTo>
                    <a:pt x="608584" y="560959"/>
                  </a:lnTo>
                  <a:close/>
                </a:path>
                <a:path w="718819" h="644525">
                  <a:moveTo>
                    <a:pt x="718439" y="398907"/>
                  </a:moveTo>
                  <a:lnTo>
                    <a:pt x="699897" y="398907"/>
                  </a:lnTo>
                  <a:lnTo>
                    <a:pt x="696988" y="414959"/>
                  </a:lnTo>
                  <a:lnTo>
                    <a:pt x="693813" y="427888"/>
                  </a:lnTo>
                  <a:lnTo>
                    <a:pt x="690372" y="437680"/>
                  </a:lnTo>
                  <a:lnTo>
                    <a:pt x="686689" y="444373"/>
                  </a:lnTo>
                  <a:lnTo>
                    <a:pt x="681609" y="451104"/>
                  </a:lnTo>
                  <a:lnTo>
                    <a:pt x="674243" y="454533"/>
                  </a:lnTo>
                  <a:lnTo>
                    <a:pt x="446786" y="454533"/>
                  </a:lnTo>
                  <a:lnTo>
                    <a:pt x="608457" y="235077"/>
                  </a:lnTo>
                  <a:lnTo>
                    <a:pt x="608457" y="219837"/>
                  </a:lnTo>
                  <a:lnTo>
                    <a:pt x="458724" y="16383"/>
                  </a:lnTo>
                  <a:lnTo>
                    <a:pt x="656844" y="16383"/>
                  </a:lnTo>
                  <a:lnTo>
                    <a:pt x="687451" y="40462"/>
                  </a:lnTo>
                  <a:lnTo>
                    <a:pt x="695071" y="74295"/>
                  </a:lnTo>
                  <a:lnTo>
                    <a:pt x="711708" y="74295"/>
                  </a:lnTo>
                  <a:lnTo>
                    <a:pt x="711708" y="0"/>
                  </a:lnTo>
                  <a:lnTo>
                    <a:pt x="408432" y="0"/>
                  </a:lnTo>
                  <a:lnTo>
                    <a:pt x="408432" y="11938"/>
                  </a:lnTo>
                  <a:lnTo>
                    <a:pt x="579247" y="240030"/>
                  </a:lnTo>
                  <a:lnTo>
                    <a:pt x="403225" y="478536"/>
                  </a:lnTo>
                  <a:lnTo>
                    <a:pt x="403225" y="490982"/>
                  </a:lnTo>
                  <a:lnTo>
                    <a:pt x="712089" y="490982"/>
                  </a:lnTo>
                  <a:lnTo>
                    <a:pt x="718439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52369" y="3354578"/>
              <a:ext cx="78867" cy="11976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62732" y="2969006"/>
              <a:ext cx="479552" cy="264287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33829" y="2786633"/>
            <a:ext cx="99948" cy="173355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1822830" y="3148583"/>
            <a:ext cx="339725" cy="175895"/>
          </a:xfrm>
          <a:custGeom>
            <a:avLst/>
            <a:gdLst/>
            <a:ahLst/>
            <a:cxnLst/>
            <a:rect l="l" t="t" r="r" b="b"/>
            <a:pathLst>
              <a:path w="339725" h="175895">
                <a:moveTo>
                  <a:pt x="319591" y="66040"/>
                </a:moveTo>
                <a:lnTo>
                  <a:pt x="290830" y="66040"/>
                </a:lnTo>
                <a:lnTo>
                  <a:pt x="293877" y="67310"/>
                </a:lnTo>
                <a:lnTo>
                  <a:pt x="295910" y="69850"/>
                </a:lnTo>
                <a:lnTo>
                  <a:pt x="297814" y="72390"/>
                </a:lnTo>
                <a:lnTo>
                  <a:pt x="298704" y="76581"/>
                </a:lnTo>
                <a:lnTo>
                  <a:pt x="298619" y="85725"/>
                </a:lnTo>
                <a:lnTo>
                  <a:pt x="298428" y="87884"/>
                </a:lnTo>
                <a:lnTo>
                  <a:pt x="297180" y="95250"/>
                </a:lnTo>
                <a:lnTo>
                  <a:pt x="295910" y="101092"/>
                </a:lnTo>
                <a:lnTo>
                  <a:pt x="288289" y="130683"/>
                </a:lnTo>
                <a:lnTo>
                  <a:pt x="285623" y="141224"/>
                </a:lnTo>
                <a:lnTo>
                  <a:pt x="284225" y="149225"/>
                </a:lnTo>
                <a:lnTo>
                  <a:pt x="284310" y="160909"/>
                </a:lnTo>
                <a:lnTo>
                  <a:pt x="285876" y="165608"/>
                </a:lnTo>
                <a:lnTo>
                  <a:pt x="289051" y="169545"/>
                </a:lnTo>
                <a:lnTo>
                  <a:pt x="292460" y="173609"/>
                </a:lnTo>
                <a:lnTo>
                  <a:pt x="292641" y="173609"/>
                </a:lnTo>
                <a:lnTo>
                  <a:pt x="296671" y="175387"/>
                </a:lnTo>
                <a:lnTo>
                  <a:pt x="308991" y="175387"/>
                </a:lnTo>
                <a:lnTo>
                  <a:pt x="315087" y="173609"/>
                </a:lnTo>
                <a:lnTo>
                  <a:pt x="320420" y="169926"/>
                </a:lnTo>
                <a:lnTo>
                  <a:pt x="325881" y="166370"/>
                </a:lnTo>
                <a:lnTo>
                  <a:pt x="331963" y="160909"/>
                </a:lnTo>
                <a:lnTo>
                  <a:pt x="309752" y="160909"/>
                </a:lnTo>
                <a:lnTo>
                  <a:pt x="307975" y="160147"/>
                </a:lnTo>
                <a:lnTo>
                  <a:pt x="306958" y="158623"/>
                </a:lnTo>
                <a:lnTo>
                  <a:pt x="305816" y="157226"/>
                </a:lnTo>
                <a:lnTo>
                  <a:pt x="305307" y="154686"/>
                </a:lnTo>
                <a:lnTo>
                  <a:pt x="305307" y="147574"/>
                </a:lnTo>
                <a:lnTo>
                  <a:pt x="306450" y="141224"/>
                </a:lnTo>
                <a:lnTo>
                  <a:pt x="308737" y="132080"/>
                </a:lnTo>
                <a:lnTo>
                  <a:pt x="319277" y="89408"/>
                </a:lnTo>
                <a:lnTo>
                  <a:pt x="320304" y="82677"/>
                </a:lnTo>
                <a:lnTo>
                  <a:pt x="320301" y="68214"/>
                </a:lnTo>
                <a:lnTo>
                  <a:pt x="319798" y="66675"/>
                </a:lnTo>
                <a:lnTo>
                  <a:pt x="319716" y="66421"/>
                </a:lnTo>
                <a:lnTo>
                  <a:pt x="319591" y="66040"/>
                </a:lnTo>
                <a:close/>
              </a:path>
              <a:path w="339725" h="175895">
                <a:moveTo>
                  <a:pt x="183387" y="65659"/>
                </a:moveTo>
                <a:lnTo>
                  <a:pt x="159385" y="65659"/>
                </a:lnTo>
                <a:lnTo>
                  <a:pt x="161036" y="66421"/>
                </a:lnTo>
                <a:lnTo>
                  <a:pt x="162179" y="67818"/>
                </a:lnTo>
                <a:lnTo>
                  <a:pt x="163194" y="69342"/>
                </a:lnTo>
                <a:lnTo>
                  <a:pt x="163542" y="70993"/>
                </a:lnTo>
                <a:lnTo>
                  <a:pt x="163503" y="80899"/>
                </a:lnTo>
                <a:lnTo>
                  <a:pt x="162959" y="84709"/>
                </a:lnTo>
                <a:lnTo>
                  <a:pt x="162868" y="85343"/>
                </a:lnTo>
                <a:lnTo>
                  <a:pt x="162813" y="85725"/>
                </a:lnTo>
                <a:lnTo>
                  <a:pt x="161120" y="93345"/>
                </a:lnTo>
                <a:lnTo>
                  <a:pt x="142620" y="173355"/>
                </a:lnTo>
                <a:lnTo>
                  <a:pt x="164337" y="173355"/>
                </a:lnTo>
                <a:lnTo>
                  <a:pt x="176275" y="118999"/>
                </a:lnTo>
                <a:lnTo>
                  <a:pt x="178054" y="111252"/>
                </a:lnTo>
                <a:lnTo>
                  <a:pt x="180212" y="104775"/>
                </a:lnTo>
                <a:lnTo>
                  <a:pt x="182880" y="99441"/>
                </a:lnTo>
                <a:lnTo>
                  <a:pt x="185419" y="93980"/>
                </a:lnTo>
                <a:lnTo>
                  <a:pt x="189019" y="88518"/>
                </a:lnTo>
                <a:lnTo>
                  <a:pt x="191541" y="85343"/>
                </a:lnTo>
                <a:lnTo>
                  <a:pt x="182371" y="85343"/>
                </a:lnTo>
                <a:lnTo>
                  <a:pt x="180467" y="84709"/>
                </a:lnTo>
                <a:lnTo>
                  <a:pt x="182371" y="79502"/>
                </a:lnTo>
                <a:lnTo>
                  <a:pt x="183361" y="74803"/>
                </a:lnTo>
                <a:lnTo>
                  <a:pt x="183387" y="65659"/>
                </a:lnTo>
                <a:close/>
              </a:path>
              <a:path w="339725" h="175895">
                <a:moveTo>
                  <a:pt x="251650" y="66040"/>
                </a:moveTo>
                <a:lnTo>
                  <a:pt x="221995" y="66040"/>
                </a:lnTo>
                <a:lnTo>
                  <a:pt x="225298" y="67310"/>
                </a:lnTo>
                <a:lnTo>
                  <a:pt x="229616" y="72390"/>
                </a:lnTo>
                <a:lnTo>
                  <a:pt x="230602" y="76581"/>
                </a:lnTo>
                <a:lnTo>
                  <a:pt x="230601" y="85725"/>
                </a:lnTo>
                <a:lnTo>
                  <a:pt x="230428" y="87884"/>
                </a:lnTo>
                <a:lnTo>
                  <a:pt x="230377" y="88518"/>
                </a:lnTo>
                <a:lnTo>
                  <a:pt x="229107" y="96012"/>
                </a:lnTo>
                <a:lnTo>
                  <a:pt x="228091" y="101092"/>
                </a:lnTo>
                <a:lnTo>
                  <a:pt x="227964" y="101727"/>
                </a:lnTo>
                <a:lnTo>
                  <a:pt x="211708" y="173355"/>
                </a:lnTo>
                <a:lnTo>
                  <a:pt x="233425" y="173355"/>
                </a:lnTo>
                <a:lnTo>
                  <a:pt x="244750" y="118999"/>
                </a:lnTo>
                <a:lnTo>
                  <a:pt x="246398" y="111252"/>
                </a:lnTo>
                <a:lnTo>
                  <a:pt x="263115" y="81534"/>
                </a:lnTo>
                <a:lnTo>
                  <a:pt x="252602" y="81534"/>
                </a:lnTo>
                <a:lnTo>
                  <a:pt x="252704" y="80391"/>
                </a:lnTo>
                <a:lnTo>
                  <a:pt x="252730" y="69342"/>
                </a:lnTo>
                <a:lnTo>
                  <a:pt x="251858" y="66675"/>
                </a:lnTo>
                <a:lnTo>
                  <a:pt x="251775" y="66421"/>
                </a:lnTo>
                <a:lnTo>
                  <a:pt x="251650" y="66040"/>
                </a:lnTo>
                <a:close/>
              </a:path>
              <a:path w="339725" h="175895">
                <a:moveTo>
                  <a:pt x="332105" y="146050"/>
                </a:moveTo>
                <a:lnTo>
                  <a:pt x="327025" y="151892"/>
                </a:lnTo>
                <a:lnTo>
                  <a:pt x="322961" y="155829"/>
                </a:lnTo>
                <a:lnTo>
                  <a:pt x="320039" y="157861"/>
                </a:lnTo>
                <a:lnTo>
                  <a:pt x="317245" y="159893"/>
                </a:lnTo>
                <a:lnTo>
                  <a:pt x="314579" y="160909"/>
                </a:lnTo>
                <a:lnTo>
                  <a:pt x="331984" y="160909"/>
                </a:lnTo>
                <a:lnTo>
                  <a:pt x="339344" y="153162"/>
                </a:lnTo>
                <a:lnTo>
                  <a:pt x="332105" y="146050"/>
                </a:lnTo>
                <a:close/>
              </a:path>
              <a:path w="339725" h="175895">
                <a:moveTo>
                  <a:pt x="236093" y="51308"/>
                </a:moveTo>
                <a:lnTo>
                  <a:pt x="220218" y="51308"/>
                </a:lnTo>
                <a:lnTo>
                  <a:pt x="212598" y="54102"/>
                </a:lnTo>
                <a:lnTo>
                  <a:pt x="181900" y="85343"/>
                </a:lnTo>
                <a:lnTo>
                  <a:pt x="191541" y="85343"/>
                </a:lnTo>
                <a:lnTo>
                  <a:pt x="193675" y="82677"/>
                </a:lnTo>
                <a:lnTo>
                  <a:pt x="198246" y="76835"/>
                </a:lnTo>
                <a:lnTo>
                  <a:pt x="202564" y="72643"/>
                </a:lnTo>
                <a:lnTo>
                  <a:pt x="210693" y="67310"/>
                </a:lnTo>
                <a:lnTo>
                  <a:pt x="214375" y="66040"/>
                </a:lnTo>
                <a:lnTo>
                  <a:pt x="251650" y="66040"/>
                </a:lnTo>
                <a:lnTo>
                  <a:pt x="250661" y="63013"/>
                </a:lnTo>
                <a:lnTo>
                  <a:pt x="250570" y="62738"/>
                </a:lnTo>
                <a:lnTo>
                  <a:pt x="242188" y="53593"/>
                </a:lnTo>
                <a:lnTo>
                  <a:pt x="236093" y="51308"/>
                </a:lnTo>
                <a:close/>
              </a:path>
              <a:path w="339725" h="175895">
                <a:moveTo>
                  <a:pt x="304038" y="51308"/>
                </a:moveTo>
                <a:lnTo>
                  <a:pt x="288670" y="51308"/>
                </a:lnTo>
                <a:lnTo>
                  <a:pt x="281177" y="53848"/>
                </a:lnTo>
                <a:lnTo>
                  <a:pt x="252602" y="81534"/>
                </a:lnTo>
                <a:lnTo>
                  <a:pt x="263115" y="81534"/>
                </a:lnTo>
                <a:lnTo>
                  <a:pt x="266852" y="76835"/>
                </a:lnTo>
                <a:lnTo>
                  <a:pt x="267084" y="76581"/>
                </a:lnTo>
                <a:lnTo>
                  <a:pt x="271144" y="72643"/>
                </a:lnTo>
                <a:lnTo>
                  <a:pt x="275208" y="69977"/>
                </a:lnTo>
                <a:lnTo>
                  <a:pt x="279145" y="67310"/>
                </a:lnTo>
                <a:lnTo>
                  <a:pt x="282956" y="66040"/>
                </a:lnTo>
                <a:lnTo>
                  <a:pt x="319591" y="66040"/>
                </a:lnTo>
                <a:lnTo>
                  <a:pt x="318603" y="63013"/>
                </a:lnTo>
                <a:lnTo>
                  <a:pt x="318513" y="62738"/>
                </a:lnTo>
                <a:lnTo>
                  <a:pt x="318388" y="62357"/>
                </a:lnTo>
                <a:lnTo>
                  <a:pt x="310126" y="53593"/>
                </a:lnTo>
                <a:lnTo>
                  <a:pt x="310358" y="53593"/>
                </a:lnTo>
                <a:lnTo>
                  <a:pt x="304038" y="51308"/>
                </a:lnTo>
                <a:close/>
              </a:path>
              <a:path w="339725" h="175895">
                <a:moveTo>
                  <a:pt x="171576" y="51181"/>
                </a:moveTo>
                <a:lnTo>
                  <a:pt x="159893" y="51181"/>
                </a:lnTo>
                <a:lnTo>
                  <a:pt x="154050" y="52959"/>
                </a:lnTo>
                <a:lnTo>
                  <a:pt x="143382" y="60071"/>
                </a:lnTo>
                <a:lnTo>
                  <a:pt x="137160" y="65659"/>
                </a:lnTo>
                <a:lnTo>
                  <a:pt x="129793" y="73406"/>
                </a:lnTo>
                <a:lnTo>
                  <a:pt x="136906" y="80391"/>
                </a:lnTo>
                <a:lnTo>
                  <a:pt x="141858" y="74803"/>
                </a:lnTo>
                <a:lnTo>
                  <a:pt x="145923" y="70993"/>
                </a:lnTo>
                <a:lnTo>
                  <a:pt x="148717" y="68834"/>
                </a:lnTo>
                <a:lnTo>
                  <a:pt x="151637" y="66675"/>
                </a:lnTo>
                <a:lnTo>
                  <a:pt x="154431" y="65659"/>
                </a:lnTo>
                <a:lnTo>
                  <a:pt x="183387" y="65659"/>
                </a:lnTo>
                <a:lnTo>
                  <a:pt x="183387" y="64428"/>
                </a:lnTo>
                <a:lnTo>
                  <a:pt x="181948" y="60071"/>
                </a:lnTo>
                <a:lnTo>
                  <a:pt x="181863" y="59817"/>
                </a:lnTo>
                <a:lnTo>
                  <a:pt x="175768" y="52959"/>
                </a:lnTo>
                <a:lnTo>
                  <a:pt x="171576" y="51181"/>
                </a:lnTo>
                <a:close/>
              </a:path>
              <a:path w="339725" h="175895">
                <a:moveTo>
                  <a:pt x="92594" y="11557"/>
                </a:moveTo>
                <a:lnTo>
                  <a:pt x="56895" y="11557"/>
                </a:lnTo>
                <a:lnTo>
                  <a:pt x="62102" y="12827"/>
                </a:lnTo>
                <a:lnTo>
                  <a:pt x="70485" y="18415"/>
                </a:lnTo>
                <a:lnTo>
                  <a:pt x="73532" y="22225"/>
                </a:lnTo>
                <a:lnTo>
                  <a:pt x="75564" y="27051"/>
                </a:lnTo>
                <a:lnTo>
                  <a:pt x="77469" y="31877"/>
                </a:lnTo>
                <a:lnTo>
                  <a:pt x="78486" y="37338"/>
                </a:lnTo>
                <a:lnTo>
                  <a:pt x="78384" y="48387"/>
                </a:lnTo>
                <a:lnTo>
                  <a:pt x="77977" y="51435"/>
                </a:lnTo>
                <a:lnTo>
                  <a:pt x="76962" y="55372"/>
                </a:lnTo>
                <a:lnTo>
                  <a:pt x="76073" y="59309"/>
                </a:lnTo>
                <a:lnTo>
                  <a:pt x="74525" y="63118"/>
                </a:lnTo>
                <a:lnTo>
                  <a:pt x="74421" y="63373"/>
                </a:lnTo>
                <a:lnTo>
                  <a:pt x="72008" y="67818"/>
                </a:lnTo>
                <a:lnTo>
                  <a:pt x="69723" y="72263"/>
                </a:lnTo>
                <a:lnTo>
                  <a:pt x="40639" y="107823"/>
                </a:lnTo>
                <a:lnTo>
                  <a:pt x="32660" y="116849"/>
                </a:lnTo>
                <a:lnTo>
                  <a:pt x="6397" y="154003"/>
                </a:lnTo>
                <a:lnTo>
                  <a:pt x="0" y="167386"/>
                </a:lnTo>
                <a:lnTo>
                  <a:pt x="0" y="173355"/>
                </a:lnTo>
                <a:lnTo>
                  <a:pt x="103377" y="173355"/>
                </a:lnTo>
                <a:lnTo>
                  <a:pt x="104516" y="154003"/>
                </a:lnTo>
                <a:lnTo>
                  <a:pt x="104558" y="153289"/>
                </a:lnTo>
                <a:lnTo>
                  <a:pt x="24637" y="153289"/>
                </a:lnTo>
                <a:lnTo>
                  <a:pt x="31008" y="143510"/>
                </a:lnTo>
                <a:lnTo>
                  <a:pt x="39020" y="132826"/>
                </a:lnTo>
                <a:lnTo>
                  <a:pt x="48569" y="121410"/>
                </a:lnTo>
                <a:lnTo>
                  <a:pt x="59689" y="109220"/>
                </a:lnTo>
                <a:lnTo>
                  <a:pt x="71754" y="96281"/>
                </a:lnTo>
                <a:lnTo>
                  <a:pt x="76227" y="91414"/>
                </a:lnTo>
                <a:lnTo>
                  <a:pt x="79629" y="87630"/>
                </a:lnTo>
                <a:lnTo>
                  <a:pt x="83450" y="83439"/>
                </a:lnTo>
                <a:lnTo>
                  <a:pt x="86994" y="79121"/>
                </a:lnTo>
                <a:lnTo>
                  <a:pt x="93344" y="70739"/>
                </a:lnTo>
                <a:lnTo>
                  <a:pt x="95885" y="66802"/>
                </a:lnTo>
                <a:lnTo>
                  <a:pt x="97789" y="63118"/>
                </a:lnTo>
                <a:lnTo>
                  <a:pt x="99694" y="59563"/>
                </a:lnTo>
                <a:lnTo>
                  <a:pt x="101092" y="55880"/>
                </a:lnTo>
                <a:lnTo>
                  <a:pt x="101981" y="52070"/>
                </a:lnTo>
                <a:lnTo>
                  <a:pt x="102869" y="48387"/>
                </a:lnTo>
                <a:lnTo>
                  <a:pt x="103250" y="44323"/>
                </a:lnTo>
                <a:lnTo>
                  <a:pt x="103250" y="39878"/>
                </a:lnTo>
                <a:lnTo>
                  <a:pt x="102603" y="31877"/>
                </a:lnTo>
                <a:lnTo>
                  <a:pt x="102510" y="30733"/>
                </a:lnTo>
                <a:lnTo>
                  <a:pt x="100282" y="22732"/>
                </a:lnTo>
                <a:lnTo>
                  <a:pt x="96553" y="15875"/>
                </a:lnTo>
                <a:lnTo>
                  <a:pt x="92594" y="11557"/>
                </a:lnTo>
                <a:close/>
              </a:path>
              <a:path w="339725" h="175895">
                <a:moveTo>
                  <a:pt x="105537" y="136652"/>
                </a:moveTo>
                <a:lnTo>
                  <a:pt x="94868" y="136652"/>
                </a:lnTo>
                <a:lnTo>
                  <a:pt x="92456" y="143510"/>
                </a:lnTo>
                <a:lnTo>
                  <a:pt x="90677" y="147320"/>
                </a:lnTo>
                <a:lnTo>
                  <a:pt x="89407" y="148844"/>
                </a:lnTo>
                <a:lnTo>
                  <a:pt x="87883" y="149987"/>
                </a:lnTo>
                <a:lnTo>
                  <a:pt x="86487" y="151130"/>
                </a:lnTo>
                <a:lnTo>
                  <a:pt x="84455" y="152019"/>
                </a:lnTo>
                <a:lnTo>
                  <a:pt x="79375" y="153035"/>
                </a:lnTo>
                <a:lnTo>
                  <a:pt x="76073" y="153289"/>
                </a:lnTo>
                <a:lnTo>
                  <a:pt x="104558" y="153289"/>
                </a:lnTo>
                <a:lnTo>
                  <a:pt x="105537" y="136652"/>
                </a:lnTo>
                <a:close/>
              </a:path>
              <a:path w="339725" h="175895">
                <a:moveTo>
                  <a:pt x="56006" y="0"/>
                </a:moveTo>
                <a:lnTo>
                  <a:pt x="49021" y="0"/>
                </a:lnTo>
                <a:lnTo>
                  <a:pt x="41020" y="1016"/>
                </a:lnTo>
                <a:lnTo>
                  <a:pt x="3810" y="13462"/>
                </a:lnTo>
                <a:lnTo>
                  <a:pt x="3810" y="37592"/>
                </a:lnTo>
                <a:lnTo>
                  <a:pt x="19050" y="37592"/>
                </a:lnTo>
                <a:lnTo>
                  <a:pt x="24044" y="26183"/>
                </a:lnTo>
                <a:lnTo>
                  <a:pt x="31003" y="18049"/>
                </a:lnTo>
                <a:lnTo>
                  <a:pt x="39891" y="13178"/>
                </a:lnTo>
                <a:lnTo>
                  <a:pt x="50673" y="11557"/>
                </a:lnTo>
                <a:lnTo>
                  <a:pt x="92594" y="11557"/>
                </a:lnTo>
                <a:lnTo>
                  <a:pt x="91327" y="10175"/>
                </a:lnTo>
                <a:lnTo>
                  <a:pt x="84671" y="5679"/>
                </a:lnTo>
                <a:lnTo>
                  <a:pt x="76565" y="2508"/>
                </a:lnTo>
                <a:lnTo>
                  <a:pt x="67006" y="623"/>
                </a:lnTo>
                <a:lnTo>
                  <a:pt x="560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286761" y="2664967"/>
            <a:ext cx="170942" cy="96646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3096132" y="2911348"/>
            <a:ext cx="575310" cy="321310"/>
            <a:chOff x="3096132" y="2911348"/>
            <a:chExt cx="575310" cy="321310"/>
          </a:xfrm>
        </p:grpSpPr>
        <p:sp>
          <p:nvSpPr>
            <p:cNvPr id="44" name="object 44"/>
            <p:cNvSpPr/>
            <p:nvPr/>
          </p:nvSpPr>
          <p:spPr>
            <a:xfrm>
              <a:off x="3096132" y="2921762"/>
              <a:ext cx="575310" cy="311150"/>
            </a:xfrm>
            <a:custGeom>
              <a:avLst/>
              <a:gdLst/>
              <a:ahLst/>
              <a:cxnLst/>
              <a:rect l="l" t="t" r="r" b="b"/>
              <a:pathLst>
                <a:path w="575310" h="311150">
                  <a:moveTo>
                    <a:pt x="493521" y="0"/>
                  </a:moveTo>
                  <a:lnTo>
                    <a:pt x="490346" y="10287"/>
                  </a:lnTo>
                  <a:lnTo>
                    <a:pt x="504638" y="17672"/>
                  </a:lnTo>
                  <a:lnTo>
                    <a:pt x="517048" y="28416"/>
                  </a:lnTo>
                  <a:lnTo>
                    <a:pt x="543228" y="80456"/>
                  </a:lnTo>
                  <a:lnTo>
                    <a:pt x="551090" y="128133"/>
                  </a:lnTo>
                  <a:lnTo>
                    <a:pt x="552064" y="155320"/>
                  </a:lnTo>
                  <a:lnTo>
                    <a:pt x="551090" y="182669"/>
                  </a:lnTo>
                  <a:lnTo>
                    <a:pt x="543228" y="230207"/>
                  </a:lnTo>
                  <a:lnTo>
                    <a:pt x="527601" y="268047"/>
                  </a:lnTo>
                  <a:lnTo>
                    <a:pt x="490346" y="300355"/>
                  </a:lnTo>
                  <a:lnTo>
                    <a:pt x="493521" y="310642"/>
                  </a:lnTo>
                  <a:lnTo>
                    <a:pt x="528161" y="292163"/>
                  </a:lnTo>
                  <a:lnTo>
                    <a:pt x="553846" y="257301"/>
                  </a:lnTo>
                  <a:lnTo>
                    <a:pt x="569785" y="210216"/>
                  </a:lnTo>
                  <a:lnTo>
                    <a:pt x="575050" y="155448"/>
                  </a:lnTo>
                  <a:lnTo>
                    <a:pt x="573803" y="128133"/>
                  </a:lnTo>
                  <a:lnTo>
                    <a:pt x="563161" y="75846"/>
                  </a:lnTo>
                  <a:lnTo>
                    <a:pt x="542135" y="33861"/>
                  </a:lnTo>
                  <a:lnTo>
                    <a:pt x="511948" y="7191"/>
                  </a:lnTo>
                  <a:lnTo>
                    <a:pt x="493521" y="0"/>
                  </a:lnTo>
                  <a:close/>
                </a:path>
                <a:path w="575310" h="311150">
                  <a:moveTo>
                    <a:pt x="81534" y="0"/>
                  </a:moveTo>
                  <a:lnTo>
                    <a:pt x="46894" y="18478"/>
                  </a:lnTo>
                  <a:lnTo>
                    <a:pt x="21209" y="53339"/>
                  </a:lnTo>
                  <a:lnTo>
                    <a:pt x="5270" y="100330"/>
                  </a:lnTo>
                  <a:lnTo>
                    <a:pt x="0" y="155320"/>
                  </a:lnTo>
                  <a:lnTo>
                    <a:pt x="1263" y="182669"/>
                  </a:lnTo>
                  <a:lnTo>
                    <a:pt x="1313" y="183757"/>
                  </a:lnTo>
                  <a:lnTo>
                    <a:pt x="11894" y="234723"/>
                  </a:lnTo>
                  <a:lnTo>
                    <a:pt x="32920" y="276780"/>
                  </a:lnTo>
                  <a:lnTo>
                    <a:pt x="63107" y="303450"/>
                  </a:lnTo>
                  <a:lnTo>
                    <a:pt x="81534" y="310642"/>
                  </a:lnTo>
                  <a:lnTo>
                    <a:pt x="84709" y="300355"/>
                  </a:lnTo>
                  <a:lnTo>
                    <a:pt x="70471" y="292951"/>
                  </a:lnTo>
                  <a:lnTo>
                    <a:pt x="58054" y="282178"/>
                  </a:lnTo>
                  <a:lnTo>
                    <a:pt x="31900" y="230207"/>
                  </a:lnTo>
                  <a:lnTo>
                    <a:pt x="24090" y="182669"/>
                  </a:lnTo>
                  <a:lnTo>
                    <a:pt x="23114" y="155448"/>
                  </a:lnTo>
                  <a:lnTo>
                    <a:pt x="24090" y="128133"/>
                  </a:lnTo>
                  <a:lnTo>
                    <a:pt x="31900" y="80456"/>
                  </a:lnTo>
                  <a:lnTo>
                    <a:pt x="47472" y="42541"/>
                  </a:lnTo>
                  <a:lnTo>
                    <a:pt x="84709" y="10287"/>
                  </a:lnTo>
                  <a:lnTo>
                    <a:pt x="815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91509" y="3028315"/>
              <a:ext cx="129412" cy="12420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56990" y="2911348"/>
              <a:ext cx="197993" cy="176402"/>
            </a:xfrm>
            <a:prstGeom prst="rect">
              <a:avLst/>
            </a:prstGeom>
          </p:spPr>
        </p:pic>
      </p:grpSp>
      <p:sp>
        <p:nvSpPr>
          <p:cNvPr id="47" name="object 47"/>
          <p:cNvSpPr/>
          <p:nvPr/>
        </p:nvSpPr>
        <p:spPr>
          <a:xfrm>
            <a:off x="3816096" y="3068636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39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/>
          <p:cNvGrpSpPr/>
          <p:nvPr/>
        </p:nvGrpSpPr>
        <p:grpSpPr>
          <a:xfrm>
            <a:off x="3962201" y="2911348"/>
            <a:ext cx="728980" cy="532130"/>
            <a:chOff x="3962201" y="2911348"/>
            <a:chExt cx="728980" cy="532130"/>
          </a:xfrm>
        </p:grpSpPr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03115" y="3028442"/>
              <a:ext cx="139192" cy="17678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71390" y="2911348"/>
              <a:ext cx="197993" cy="17640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97451" y="2969006"/>
              <a:ext cx="79375" cy="23825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610100" y="2934843"/>
              <a:ext cx="80645" cy="12039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201" y="3238238"/>
              <a:ext cx="205184" cy="205184"/>
            </a:xfrm>
            <a:prstGeom prst="rect">
              <a:avLst/>
            </a:prstGeom>
          </p:spPr>
        </p:pic>
      </p:grpSp>
      <p:sp>
        <p:nvSpPr>
          <p:cNvPr id="54" name="object 54"/>
          <p:cNvSpPr/>
          <p:nvPr/>
        </p:nvSpPr>
        <p:spPr>
          <a:xfrm>
            <a:off x="1905507" y="3843654"/>
            <a:ext cx="614045" cy="238760"/>
          </a:xfrm>
          <a:custGeom>
            <a:avLst/>
            <a:gdLst/>
            <a:ahLst/>
            <a:cxnLst/>
            <a:rect l="l" t="t" r="r" b="b"/>
            <a:pathLst>
              <a:path w="614044" h="238760">
                <a:moveTo>
                  <a:pt x="537972" y="0"/>
                </a:moveTo>
                <a:lnTo>
                  <a:pt x="534543" y="9652"/>
                </a:lnTo>
                <a:lnTo>
                  <a:pt x="548350" y="15652"/>
                </a:lnTo>
                <a:lnTo>
                  <a:pt x="560228" y="23937"/>
                </a:lnTo>
                <a:lnTo>
                  <a:pt x="584271" y="62288"/>
                </a:lnTo>
                <a:lnTo>
                  <a:pt x="592201" y="117868"/>
                </a:lnTo>
                <a:lnTo>
                  <a:pt x="591319" y="138878"/>
                </a:lnTo>
                <a:lnTo>
                  <a:pt x="578104" y="190322"/>
                </a:lnTo>
                <a:lnTo>
                  <a:pt x="548546" y="222483"/>
                </a:lnTo>
                <a:lnTo>
                  <a:pt x="534924" y="228498"/>
                </a:lnTo>
                <a:lnTo>
                  <a:pt x="537972" y="238163"/>
                </a:lnTo>
                <a:lnTo>
                  <a:pt x="583477" y="211122"/>
                </a:lnTo>
                <a:lnTo>
                  <a:pt x="609044" y="161205"/>
                </a:lnTo>
                <a:lnTo>
                  <a:pt x="613918" y="119126"/>
                </a:lnTo>
                <a:lnTo>
                  <a:pt x="612716" y="97544"/>
                </a:lnTo>
                <a:lnTo>
                  <a:pt x="602934" y="58575"/>
                </a:lnTo>
                <a:lnTo>
                  <a:pt x="570404" y="15214"/>
                </a:lnTo>
                <a:lnTo>
                  <a:pt x="555265" y="6188"/>
                </a:lnTo>
                <a:lnTo>
                  <a:pt x="537972" y="0"/>
                </a:lnTo>
                <a:close/>
              </a:path>
              <a:path w="614044" h="238760">
                <a:moveTo>
                  <a:pt x="75946" y="0"/>
                </a:moveTo>
                <a:lnTo>
                  <a:pt x="30547" y="27060"/>
                </a:lnTo>
                <a:lnTo>
                  <a:pt x="4889" y="77101"/>
                </a:lnTo>
                <a:lnTo>
                  <a:pt x="70" y="117868"/>
                </a:lnTo>
                <a:lnTo>
                  <a:pt x="0" y="119126"/>
                </a:lnTo>
                <a:lnTo>
                  <a:pt x="4873" y="161205"/>
                </a:lnTo>
                <a:lnTo>
                  <a:pt x="19558" y="196532"/>
                </a:lnTo>
                <a:lnTo>
                  <a:pt x="58634" y="231938"/>
                </a:lnTo>
                <a:lnTo>
                  <a:pt x="75946" y="238163"/>
                </a:lnTo>
                <a:lnTo>
                  <a:pt x="78993" y="228498"/>
                </a:lnTo>
                <a:lnTo>
                  <a:pt x="65371" y="222483"/>
                </a:lnTo>
                <a:lnTo>
                  <a:pt x="53641" y="214115"/>
                </a:lnTo>
                <a:lnTo>
                  <a:pt x="29646" y="175106"/>
                </a:lnTo>
                <a:lnTo>
                  <a:pt x="21769" y="119126"/>
                </a:lnTo>
                <a:lnTo>
                  <a:pt x="21717" y="117868"/>
                </a:lnTo>
                <a:lnTo>
                  <a:pt x="22598" y="97544"/>
                </a:lnTo>
                <a:lnTo>
                  <a:pt x="35814" y="47358"/>
                </a:lnTo>
                <a:lnTo>
                  <a:pt x="65585" y="15652"/>
                </a:lnTo>
                <a:lnTo>
                  <a:pt x="79375" y="9652"/>
                </a:lnTo>
                <a:lnTo>
                  <a:pt x="75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32104" y="3421126"/>
            <a:ext cx="2105025" cy="824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30"/>
              </a:lnSpc>
              <a:spcBef>
                <a:spcPts val="105"/>
              </a:spcBef>
            </a:pPr>
            <a:r>
              <a:rPr sz="2400" spc="-10" dirty="0">
                <a:latin typeface="Verdana"/>
                <a:cs typeface="Verdana"/>
              </a:rPr>
              <a:t>goal:</a:t>
            </a:r>
            <a:endParaRPr sz="2400">
              <a:latin typeface="Verdana"/>
              <a:cs typeface="Verdana"/>
            </a:endParaRPr>
          </a:p>
          <a:p>
            <a:pPr marL="398780">
              <a:lnSpc>
                <a:spcPts val="2005"/>
              </a:lnSpc>
            </a:pPr>
            <a:r>
              <a:rPr sz="2000" spc="-10" dirty="0">
                <a:latin typeface="Cambria Math"/>
                <a:cs typeface="Cambria Math"/>
              </a:rPr>
              <a:t>minimize</a:t>
            </a:r>
            <a:r>
              <a:rPr sz="2000" spc="-135" dirty="0">
                <a:latin typeface="Cambria Math"/>
                <a:cs typeface="Cambria Math"/>
              </a:rPr>
              <a:t> </a:t>
            </a: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w,</a:t>
            </a:r>
            <a:r>
              <a:rPr sz="2000" spc="-8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  <a:p>
            <a:pPr marR="297815" algn="ctr">
              <a:lnSpc>
                <a:spcPts val="1450"/>
              </a:lnSpc>
            </a:pPr>
            <a:r>
              <a:rPr sz="1500" spc="25" dirty="0">
                <a:latin typeface="Cambria Math"/>
                <a:cs typeface="Cambria Math"/>
              </a:rPr>
              <a:t>w,b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971800" y="1190497"/>
            <a:ext cx="1353185" cy="1156970"/>
            <a:chOff x="2971800" y="1190497"/>
            <a:chExt cx="1353185" cy="1156970"/>
          </a:xfrm>
        </p:grpSpPr>
        <p:sp>
          <p:nvSpPr>
            <p:cNvPr id="57" name="object 57"/>
            <p:cNvSpPr/>
            <p:nvPr/>
          </p:nvSpPr>
          <p:spPr>
            <a:xfrm>
              <a:off x="2990850" y="1190497"/>
              <a:ext cx="1156970" cy="1156970"/>
            </a:xfrm>
            <a:custGeom>
              <a:avLst/>
              <a:gdLst/>
              <a:ahLst/>
              <a:cxnLst/>
              <a:rect l="l" t="t" r="r" b="b"/>
              <a:pathLst>
                <a:path w="1156970" h="1156970">
                  <a:moveTo>
                    <a:pt x="1156843" y="1038352"/>
                  </a:moveTo>
                  <a:lnTo>
                    <a:pt x="1124178" y="1019302"/>
                  </a:lnTo>
                  <a:lnTo>
                    <a:pt x="1014222" y="955167"/>
                  </a:lnTo>
                  <a:lnTo>
                    <a:pt x="1007097" y="952779"/>
                  </a:lnTo>
                  <a:lnTo>
                    <a:pt x="999820" y="953262"/>
                  </a:lnTo>
                  <a:lnTo>
                    <a:pt x="993228" y="956424"/>
                  </a:lnTo>
                  <a:lnTo>
                    <a:pt x="988187" y="962025"/>
                  </a:lnTo>
                  <a:lnTo>
                    <a:pt x="985786" y="969225"/>
                  </a:lnTo>
                  <a:lnTo>
                    <a:pt x="986269" y="976541"/>
                  </a:lnTo>
                  <a:lnTo>
                    <a:pt x="989431" y="983145"/>
                  </a:lnTo>
                  <a:lnTo>
                    <a:pt x="995045" y="988187"/>
                  </a:lnTo>
                  <a:lnTo>
                    <a:pt x="1048372" y="1019302"/>
                  </a:lnTo>
                  <a:lnTo>
                    <a:pt x="161925" y="1019302"/>
                  </a:lnTo>
                  <a:lnTo>
                    <a:pt x="161925" y="108470"/>
                  </a:lnTo>
                  <a:lnTo>
                    <a:pt x="193040" y="161798"/>
                  </a:lnTo>
                  <a:lnTo>
                    <a:pt x="198081" y="167411"/>
                  </a:lnTo>
                  <a:lnTo>
                    <a:pt x="204685" y="170561"/>
                  </a:lnTo>
                  <a:lnTo>
                    <a:pt x="212001" y="171056"/>
                  </a:lnTo>
                  <a:lnTo>
                    <a:pt x="219202" y="168656"/>
                  </a:lnTo>
                  <a:lnTo>
                    <a:pt x="224802" y="163614"/>
                  </a:lnTo>
                  <a:lnTo>
                    <a:pt x="227965" y="157010"/>
                  </a:lnTo>
                  <a:lnTo>
                    <a:pt x="228447" y="149694"/>
                  </a:lnTo>
                  <a:lnTo>
                    <a:pt x="226060" y="142494"/>
                  </a:lnTo>
                  <a:lnTo>
                    <a:pt x="164960" y="37846"/>
                  </a:lnTo>
                  <a:lnTo>
                    <a:pt x="142875" y="0"/>
                  </a:lnTo>
                  <a:lnTo>
                    <a:pt x="59690" y="142494"/>
                  </a:lnTo>
                  <a:lnTo>
                    <a:pt x="57289" y="149694"/>
                  </a:lnTo>
                  <a:lnTo>
                    <a:pt x="57785" y="157010"/>
                  </a:lnTo>
                  <a:lnTo>
                    <a:pt x="60934" y="163614"/>
                  </a:lnTo>
                  <a:lnTo>
                    <a:pt x="66548" y="168656"/>
                  </a:lnTo>
                  <a:lnTo>
                    <a:pt x="73736" y="171056"/>
                  </a:lnTo>
                  <a:lnTo>
                    <a:pt x="81051" y="170561"/>
                  </a:lnTo>
                  <a:lnTo>
                    <a:pt x="87655" y="167411"/>
                  </a:lnTo>
                  <a:lnTo>
                    <a:pt x="92710" y="161798"/>
                  </a:lnTo>
                  <a:lnTo>
                    <a:pt x="123825" y="108470"/>
                  </a:lnTo>
                  <a:lnTo>
                    <a:pt x="123825" y="1019302"/>
                  </a:lnTo>
                  <a:lnTo>
                    <a:pt x="0" y="1019302"/>
                  </a:lnTo>
                  <a:lnTo>
                    <a:pt x="0" y="1057402"/>
                  </a:lnTo>
                  <a:lnTo>
                    <a:pt x="123825" y="1057402"/>
                  </a:lnTo>
                  <a:lnTo>
                    <a:pt x="123825" y="1156843"/>
                  </a:lnTo>
                  <a:lnTo>
                    <a:pt x="161925" y="1156843"/>
                  </a:lnTo>
                  <a:lnTo>
                    <a:pt x="161925" y="1057402"/>
                  </a:lnTo>
                  <a:lnTo>
                    <a:pt x="1048372" y="1057402"/>
                  </a:lnTo>
                  <a:lnTo>
                    <a:pt x="995045" y="1088517"/>
                  </a:lnTo>
                  <a:lnTo>
                    <a:pt x="989431" y="1093571"/>
                  </a:lnTo>
                  <a:lnTo>
                    <a:pt x="986269" y="1100175"/>
                  </a:lnTo>
                  <a:lnTo>
                    <a:pt x="985786" y="1107490"/>
                  </a:lnTo>
                  <a:lnTo>
                    <a:pt x="988187" y="1114679"/>
                  </a:lnTo>
                  <a:lnTo>
                    <a:pt x="993228" y="1120292"/>
                  </a:lnTo>
                  <a:lnTo>
                    <a:pt x="999820" y="1123442"/>
                  </a:lnTo>
                  <a:lnTo>
                    <a:pt x="1007097" y="1123937"/>
                  </a:lnTo>
                  <a:lnTo>
                    <a:pt x="1014222" y="1121537"/>
                  </a:lnTo>
                  <a:lnTo>
                    <a:pt x="1124178" y="1057402"/>
                  </a:lnTo>
                  <a:lnTo>
                    <a:pt x="1156843" y="10383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990850" y="1533524"/>
              <a:ext cx="1033780" cy="419734"/>
            </a:xfrm>
            <a:custGeom>
              <a:avLst/>
              <a:gdLst/>
              <a:ahLst/>
              <a:cxnLst/>
              <a:rect l="l" t="t" r="r" b="b"/>
              <a:pathLst>
                <a:path w="1033779" h="419735">
                  <a:moveTo>
                    <a:pt x="0" y="419226"/>
                  </a:moveTo>
                  <a:lnTo>
                    <a:pt x="1033779" y="0"/>
                  </a:lnTo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60900" y="1479803"/>
              <a:ext cx="164048" cy="289687"/>
            </a:xfrm>
            <a:prstGeom prst="rect">
              <a:avLst/>
            </a:prstGeom>
          </p:spPr>
        </p:pic>
      </p:grpSp>
      <p:sp>
        <p:nvSpPr>
          <p:cNvPr id="60" name="object 60"/>
          <p:cNvSpPr/>
          <p:nvPr/>
        </p:nvSpPr>
        <p:spPr>
          <a:xfrm>
            <a:off x="5062601" y="328675"/>
            <a:ext cx="0" cy="4006215"/>
          </a:xfrm>
          <a:custGeom>
            <a:avLst/>
            <a:gdLst/>
            <a:ahLst/>
            <a:cxnLst/>
            <a:rect l="l" t="t" r="r" b="b"/>
            <a:pathLst>
              <a:path h="4006215">
                <a:moveTo>
                  <a:pt x="0" y="0"/>
                </a:moveTo>
                <a:lnTo>
                  <a:pt x="0" y="4005821"/>
                </a:lnTo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792978" y="882777"/>
            <a:ext cx="309245" cy="238760"/>
          </a:xfrm>
          <a:custGeom>
            <a:avLst/>
            <a:gdLst/>
            <a:ahLst/>
            <a:cxnLst/>
            <a:rect l="l" t="t" r="r" b="b"/>
            <a:pathLst>
              <a:path w="309245" h="238759">
                <a:moveTo>
                  <a:pt x="233172" y="0"/>
                </a:moveTo>
                <a:lnTo>
                  <a:pt x="229743" y="9778"/>
                </a:lnTo>
                <a:lnTo>
                  <a:pt x="243532" y="15708"/>
                </a:lnTo>
                <a:lnTo>
                  <a:pt x="255381" y="23971"/>
                </a:lnTo>
                <a:lnTo>
                  <a:pt x="279471" y="62404"/>
                </a:lnTo>
                <a:lnTo>
                  <a:pt x="287400" y="117983"/>
                </a:lnTo>
                <a:lnTo>
                  <a:pt x="286519" y="139009"/>
                </a:lnTo>
                <a:lnTo>
                  <a:pt x="273304" y="190373"/>
                </a:lnTo>
                <a:lnTo>
                  <a:pt x="243693" y="222573"/>
                </a:lnTo>
                <a:lnTo>
                  <a:pt x="230124" y="228600"/>
                </a:lnTo>
                <a:lnTo>
                  <a:pt x="233172" y="238251"/>
                </a:lnTo>
                <a:lnTo>
                  <a:pt x="278677" y="211195"/>
                </a:lnTo>
                <a:lnTo>
                  <a:pt x="304244" y="161305"/>
                </a:lnTo>
                <a:lnTo>
                  <a:pt x="309118" y="119252"/>
                </a:lnTo>
                <a:lnTo>
                  <a:pt x="307894" y="97647"/>
                </a:lnTo>
                <a:lnTo>
                  <a:pt x="307881" y="97414"/>
                </a:lnTo>
                <a:lnTo>
                  <a:pt x="298027" y="58691"/>
                </a:lnTo>
                <a:lnTo>
                  <a:pt x="265541" y="15319"/>
                </a:lnTo>
                <a:lnTo>
                  <a:pt x="250410" y="6260"/>
                </a:lnTo>
                <a:lnTo>
                  <a:pt x="233172" y="0"/>
                </a:lnTo>
                <a:close/>
              </a:path>
              <a:path w="309245" h="238759">
                <a:moveTo>
                  <a:pt x="75946" y="0"/>
                </a:moveTo>
                <a:lnTo>
                  <a:pt x="30440" y="27164"/>
                </a:lnTo>
                <a:lnTo>
                  <a:pt x="4873" y="77231"/>
                </a:lnTo>
                <a:lnTo>
                  <a:pt x="70" y="117983"/>
                </a:lnTo>
                <a:lnTo>
                  <a:pt x="0" y="119252"/>
                </a:lnTo>
                <a:lnTo>
                  <a:pt x="1099" y="139009"/>
                </a:lnTo>
                <a:lnTo>
                  <a:pt x="1216" y="141106"/>
                </a:lnTo>
                <a:lnTo>
                  <a:pt x="4873" y="161305"/>
                </a:lnTo>
                <a:lnTo>
                  <a:pt x="19558" y="196596"/>
                </a:lnTo>
                <a:lnTo>
                  <a:pt x="58634" y="232011"/>
                </a:lnTo>
                <a:lnTo>
                  <a:pt x="75946" y="238251"/>
                </a:lnTo>
                <a:lnTo>
                  <a:pt x="78867" y="228600"/>
                </a:lnTo>
                <a:lnTo>
                  <a:pt x="65317" y="222573"/>
                </a:lnTo>
                <a:lnTo>
                  <a:pt x="53625" y="214201"/>
                </a:lnTo>
                <a:lnTo>
                  <a:pt x="29646" y="175204"/>
                </a:lnTo>
                <a:lnTo>
                  <a:pt x="21770" y="119252"/>
                </a:lnTo>
                <a:lnTo>
                  <a:pt x="21717" y="117983"/>
                </a:lnTo>
                <a:lnTo>
                  <a:pt x="22598" y="97647"/>
                </a:lnTo>
                <a:lnTo>
                  <a:pt x="35813" y="47498"/>
                </a:lnTo>
                <a:lnTo>
                  <a:pt x="65532" y="15708"/>
                </a:lnTo>
                <a:lnTo>
                  <a:pt x="79248" y="9778"/>
                </a:lnTo>
                <a:lnTo>
                  <a:pt x="75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5467984" y="258586"/>
            <a:ext cx="2225675" cy="88138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718185">
              <a:lnSpc>
                <a:spcPct val="100000"/>
              </a:lnSpc>
              <a:spcBef>
                <a:spcPts val="869"/>
              </a:spcBef>
            </a:pPr>
            <a:r>
              <a:rPr sz="2400" spc="-10" dirty="0">
                <a:latin typeface="Verdana"/>
                <a:cs typeface="Verdana"/>
              </a:rPr>
              <a:t>simplified</a:t>
            </a:r>
            <a:endParaRPr sz="240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  <a:spcBef>
                <a:spcPts val="680"/>
              </a:spcBef>
              <a:tabLst>
                <a:tab pos="736600" algn="l"/>
              </a:tabLst>
            </a:pPr>
            <a:r>
              <a:rPr sz="2000" spc="100" dirty="0">
                <a:latin typeface="Cambria Math"/>
                <a:cs typeface="Cambria Math"/>
              </a:rPr>
              <a:t>f</a:t>
            </a:r>
            <a:r>
              <a:rPr sz="2250" spc="150" baseline="-16666" dirty="0">
                <a:latin typeface="Cambria Math"/>
                <a:cs typeface="Cambria Math"/>
              </a:rPr>
              <a:t>w  </a:t>
            </a:r>
            <a:r>
              <a:rPr sz="2000" spc="65" dirty="0">
                <a:latin typeface="Cambria Math"/>
                <a:cs typeface="Cambria Math"/>
              </a:rPr>
              <a:t>x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8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wx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506084" y="1795144"/>
            <a:ext cx="21590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688201" y="3842765"/>
            <a:ext cx="366395" cy="238760"/>
          </a:xfrm>
          <a:custGeom>
            <a:avLst/>
            <a:gdLst/>
            <a:ahLst/>
            <a:cxnLst/>
            <a:rect l="l" t="t" r="r" b="b"/>
            <a:pathLst>
              <a:path w="366395" h="238760">
                <a:moveTo>
                  <a:pt x="290322" y="0"/>
                </a:moveTo>
                <a:lnTo>
                  <a:pt x="286893" y="9652"/>
                </a:lnTo>
                <a:lnTo>
                  <a:pt x="300700" y="15653"/>
                </a:lnTo>
                <a:lnTo>
                  <a:pt x="312578" y="23947"/>
                </a:lnTo>
                <a:lnTo>
                  <a:pt x="336621" y="62362"/>
                </a:lnTo>
                <a:lnTo>
                  <a:pt x="343632" y="97356"/>
                </a:lnTo>
                <a:lnTo>
                  <a:pt x="343669" y="97615"/>
                </a:lnTo>
                <a:lnTo>
                  <a:pt x="344550" y="117944"/>
                </a:lnTo>
                <a:lnTo>
                  <a:pt x="343669" y="138952"/>
                </a:lnTo>
                <a:lnTo>
                  <a:pt x="341026" y="158029"/>
                </a:lnTo>
                <a:lnTo>
                  <a:pt x="322474" y="203471"/>
                </a:lnTo>
                <a:lnTo>
                  <a:pt x="287274" y="228574"/>
                </a:lnTo>
                <a:lnTo>
                  <a:pt x="290322" y="238239"/>
                </a:lnTo>
                <a:lnTo>
                  <a:pt x="335827" y="211196"/>
                </a:lnTo>
                <a:lnTo>
                  <a:pt x="361394" y="161280"/>
                </a:lnTo>
                <a:lnTo>
                  <a:pt x="366268" y="119189"/>
                </a:lnTo>
                <a:lnTo>
                  <a:pt x="365064" y="97615"/>
                </a:lnTo>
                <a:lnTo>
                  <a:pt x="355230" y="58651"/>
                </a:lnTo>
                <a:lnTo>
                  <a:pt x="322738" y="15319"/>
                </a:lnTo>
                <a:lnTo>
                  <a:pt x="307613" y="6260"/>
                </a:lnTo>
                <a:lnTo>
                  <a:pt x="290322" y="0"/>
                </a:lnTo>
                <a:close/>
              </a:path>
              <a:path w="366395" h="238760">
                <a:moveTo>
                  <a:pt x="75946" y="0"/>
                </a:moveTo>
                <a:lnTo>
                  <a:pt x="30493" y="27164"/>
                </a:lnTo>
                <a:lnTo>
                  <a:pt x="4873" y="77176"/>
                </a:lnTo>
                <a:lnTo>
                  <a:pt x="69" y="117944"/>
                </a:lnTo>
                <a:lnTo>
                  <a:pt x="0" y="119189"/>
                </a:lnTo>
                <a:lnTo>
                  <a:pt x="1098" y="138952"/>
                </a:lnTo>
                <a:lnTo>
                  <a:pt x="1216" y="141080"/>
                </a:lnTo>
                <a:lnTo>
                  <a:pt x="10983" y="179789"/>
                </a:lnTo>
                <a:lnTo>
                  <a:pt x="43465" y="222996"/>
                </a:lnTo>
                <a:lnTo>
                  <a:pt x="75946" y="238239"/>
                </a:lnTo>
                <a:lnTo>
                  <a:pt x="78994" y="228574"/>
                </a:lnTo>
                <a:lnTo>
                  <a:pt x="65371" y="222559"/>
                </a:lnTo>
                <a:lnTo>
                  <a:pt x="53641" y="214191"/>
                </a:lnTo>
                <a:lnTo>
                  <a:pt x="29646" y="175177"/>
                </a:lnTo>
                <a:lnTo>
                  <a:pt x="21769" y="119189"/>
                </a:lnTo>
                <a:lnTo>
                  <a:pt x="21717" y="117944"/>
                </a:lnTo>
                <a:lnTo>
                  <a:pt x="22598" y="97615"/>
                </a:lnTo>
                <a:lnTo>
                  <a:pt x="35814" y="47434"/>
                </a:lnTo>
                <a:lnTo>
                  <a:pt x="65585" y="15653"/>
                </a:lnTo>
                <a:lnTo>
                  <a:pt x="79375" y="9652"/>
                </a:lnTo>
                <a:lnTo>
                  <a:pt x="75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506084" y="3770629"/>
            <a:ext cx="1474470" cy="4743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30"/>
              </a:spcBef>
            </a:pPr>
            <a:r>
              <a:rPr sz="2000" spc="-10" dirty="0">
                <a:latin typeface="Cambria Math"/>
                <a:cs typeface="Cambria Math"/>
              </a:rPr>
              <a:t>minimize</a:t>
            </a:r>
            <a:r>
              <a:rPr sz="2000" spc="-140" dirty="0">
                <a:latin typeface="Cambria Math"/>
                <a:cs typeface="Cambria Math"/>
              </a:rPr>
              <a:t> </a:t>
            </a: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09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  <a:p>
            <a:pPr marL="441325">
              <a:lnSpc>
                <a:spcPts val="1450"/>
              </a:lnSpc>
            </a:pPr>
            <a:r>
              <a:rPr sz="1500" spc="5" dirty="0">
                <a:latin typeface="Cambria Math"/>
                <a:cs typeface="Cambria Math"/>
              </a:rPr>
              <a:t>w</a:t>
            </a:r>
            <a:endParaRPr sz="1500">
              <a:latin typeface="Cambria Math"/>
              <a:cs typeface="Cambria Math"/>
            </a:endParaRPr>
          </a:p>
        </p:txBody>
      </p:sp>
      <p:pic>
        <p:nvPicPr>
          <p:cNvPr id="66" name="object 6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926196" y="3543300"/>
            <a:ext cx="447040" cy="380644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418831" y="910844"/>
            <a:ext cx="196469" cy="254000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7691755" y="1016888"/>
            <a:ext cx="147320" cy="120014"/>
          </a:xfrm>
          <a:custGeom>
            <a:avLst/>
            <a:gdLst/>
            <a:ahLst/>
            <a:cxnLst/>
            <a:rect l="l" t="t" r="r" b="b"/>
            <a:pathLst>
              <a:path w="147320" h="120015">
                <a:moveTo>
                  <a:pt x="146304" y="5969"/>
                </a:moveTo>
                <a:lnTo>
                  <a:pt x="142443" y="1905"/>
                </a:lnTo>
                <a:lnTo>
                  <a:pt x="141478" y="889"/>
                </a:lnTo>
                <a:lnTo>
                  <a:pt x="134543" y="889"/>
                </a:lnTo>
                <a:lnTo>
                  <a:pt x="132715" y="0"/>
                </a:lnTo>
                <a:lnTo>
                  <a:pt x="128905" y="0"/>
                </a:lnTo>
                <a:lnTo>
                  <a:pt x="127279" y="889"/>
                </a:lnTo>
                <a:lnTo>
                  <a:pt x="125920" y="889"/>
                </a:lnTo>
                <a:lnTo>
                  <a:pt x="79883" y="6604"/>
                </a:lnTo>
                <a:lnTo>
                  <a:pt x="66675" y="8001"/>
                </a:lnTo>
                <a:lnTo>
                  <a:pt x="39878" y="11303"/>
                </a:lnTo>
                <a:lnTo>
                  <a:pt x="15773" y="13944"/>
                </a:lnTo>
                <a:lnTo>
                  <a:pt x="5842" y="13716"/>
                </a:lnTo>
                <a:lnTo>
                  <a:pt x="736" y="18288"/>
                </a:lnTo>
                <a:lnTo>
                  <a:pt x="876" y="18288"/>
                </a:lnTo>
                <a:lnTo>
                  <a:pt x="165" y="29210"/>
                </a:lnTo>
                <a:lnTo>
                  <a:pt x="127" y="29845"/>
                </a:lnTo>
                <a:lnTo>
                  <a:pt x="4445" y="35052"/>
                </a:lnTo>
                <a:lnTo>
                  <a:pt x="10160" y="35687"/>
                </a:lnTo>
                <a:lnTo>
                  <a:pt x="15621" y="36195"/>
                </a:lnTo>
                <a:lnTo>
                  <a:pt x="17780" y="36195"/>
                </a:lnTo>
                <a:lnTo>
                  <a:pt x="42291" y="33909"/>
                </a:lnTo>
                <a:lnTo>
                  <a:pt x="42672" y="33909"/>
                </a:lnTo>
                <a:lnTo>
                  <a:pt x="59042" y="31889"/>
                </a:lnTo>
                <a:lnTo>
                  <a:pt x="69342" y="30708"/>
                </a:lnTo>
                <a:lnTo>
                  <a:pt x="129362" y="23622"/>
                </a:lnTo>
                <a:lnTo>
                  <a:pt x="129794" y="23622"/>
                </a:lnTo>
                <a:lnTo>
                  <a:pt x="131953" y="23622"/>
                </a:lnTo>
                <a:lnTo>
                  <a:pt x="135382" y="23622"/>
                </a:lnTo>
                <a:lnTo>
                  <a:pt x="141478" y="23368"/>
                </a:lnTo>
                <a:lnTo>
                  <a:pt x="142684" y="22098"/>
                </a:lnTo>
                <a:lnTo>
                  <a:pt x="146304" y="18288"/>
                </a:lnTo>
                <a:lnTo>
                  <a:pt x="146304" y="13970"/>
                </a:lnTo>
                <a:lnTo>
                  <a:pt x="146304" y="5969"/>
                </a:lnTo>
                <a:close/>
              </a:path>
              <a:path w="147320" h="120015">
                <a:moveTo>
                  <a:pt x="147320" y="83820"/>
                </a:moveTo>
                <a:lnTo>
                  <a:pt x="146431" y="79756"/>
                </a:lnTo>
                <a:lnTo>
                  <a:pt x="143764" y="76962"/>
                </a:lnTo>
                <a:lnTo>
                  <a:pt x="141097" y="74041"/>
                </a:lnTo>
                <a:lnTo>
                  <a:pt x="137160" y="72898"/>
                </a:lnTo>
                <a:lnTo>
                  <a:pt x="108204" y="79502"/>
                </a:lnTo>
                <a:lnTo>
                  <a:pt x="40157" y="93941"/>
                </a:lnTo>
                <a:lnTo>
                  <a:pt x="38900" y="94221"/>
                </a:lnTo>
                <a:lnTo>
                  <a:pt x="40652" y="93941"/>
                </a:lnTo>
                <a:lnTo>
                  <a:pt x="16713" y="97866"/>
                </a:lnTo>
                <a:lnTo>
                  <a:pt x="13081" y="97409"/>
                </a:lnTo>
                <a:lnTo>
                  <a:pt x="7239" y="96520"/>
                </a:lnTo>
                <a:lnTo>
                  <a:pt x="1778" y="100711"/>
                </a:lnTo>
                <a:lnTo>
                  <a:pt x="0" y="112522"/>
                </a:lnTo>
                <a:lnTo>
                  <a:pt x="4191" y="117983"/>
                </a:lnTo>
                <a:lnTo>
                  <a:pt x="10033" y="118745"/>
                </a:lnTo>
                <a:lnTo>
                  <a:pt x="15113" y="119507"/>
                </a:lnTo>
                <a:lnTo>
                  <a:pt x="18415" y="119507"/>
                </a:lnTo>
                <a:lnTo>
                  <a:pt x="44704" y="115189"/>
                </a:lnTo>
                <a:lnTo>
                  <a:pt x="44475" y="115189"/>
                </a:lnTo>
                <a:lnTo>
                  <a:pt x="112776" y="100711"/>
                </a:lnTo>
                <a:lnTo>
                  <a:pt x="113030" y="100711"/>
                </a:lnTo>
                <a:lnTo>
                  <a:pt x="123952" y="98171"/>
                </a:lnTo>
                <a:lnTo>
                  <a:pt x="138176" y="94869"/>
                </a:lnTo>
                <a:lnTo>
                  <a:pt x="141414" y="94221"/>
                </a:lnTo>
                <a:lnTo>
                  <a:pt x="141859" y="94221"/>
                </a:lnTo>
                <a:lnTo>
                  <a:pt x="142163" y="93941"/>
                </a:lnTo>
                <a:lnTo>
                  <a:pt x="145034" y="91186"/>
                </a:lnTo>
                <a:lnTo>
                  <a:pt x="147320" y="8382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object 6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918704" y="905128"/>
            <a:ext cx="239014" cy="322072"/>
          </a:xfrm>
          <a:prstGeom prst="rect">
            <a:avLst/>
          </a:prstGeom>
        </p:spPr>
      </p:pic>
      <p:sp>
        <p:nvSpPr>
          <p:cNvPr id="70" name="object 70"/>
          <p:cNvSpPr/>
          <p:nvPr/>
        </p:nvSpPr>
        <p:spPr>
          <a:xfrm>
            <a:off x="698157" y="1158366"/>
            <a:ext cx="1787525" cy="47625"/>
          </a:xfrm>
          <a:custGeom>
            <a:avLst/>
            <a:gdLst/>
            <a:ahLst/>
            <a:cxnLst/>
            <a:rect l="l" t="t" r="r" b="b"/>
            <a:pathLst>
              <a:path w="1787525" h="47625">
                <a:moveTo>
                  <a:pt x="71399" y="44831"/>
                </a:moveTo>
                <a:lnTo>
                  <a:pt x="5765" y="44831"/>
                </a:lnTo>
                <a:lnTo>
                  <a:pt x="34188" y="47244"/>
                </a:lnTo>
                <a:lnTo>
                  <a:pt x="34912" y="47244"/>
                </a:lnTo>
                <a:lnTo>
                  <a:pt x="51130" y="46736"/>
                </a:lnTo>
                <a:lnTo>
                  <a:pt x="51638" y="46736"/>
                </a:lnTo>
                <a:lnTo>
                  <a:pt x="59839" y="45847"/>
                </a:lnTo>
                <a:lnTo>
                  <a:pt x="59526" y="45847"/>
                </a:lnTo>
                <a:lnTo>
                  <a:pt x="71399" y="44831"/>
                </a:lnTo>
                <a:close/>
              </a:path>
              <a:path w="1787525" h="47625">
                <a:moveTo>
                  <a:pt x="3225" y="32638"/>
                </a:moveTo>
                <a:lnTo>
                  <a:pt x="419" y="35179"/>
                </a:lnTo>
                <a:lnTo>
                  <a:pt x="56" y="40894"/>
                </a:lnTo>
                <a:lnTo>
                  <a:pt x="0" y="41783"/>
                </a:lnTo>
                <a:lnTo>
                  <a:pt x="2701" y="44831"/>
                </a:lnTo>
                <a:lnTo>
                  <a:pt x="70465" y="44831"/>
                </a:lnTo>
                <a:lnTo>
                  <a:pt x="94744" y="42057"/>
                </a:lnTo>
                <a:lnTo>
                  <a:pt x="94514" y="42057"/>
                </a:lnTo>
                <a:lnTo>
                  <a:pt x="136780" y="38244"/>
                </a:lnTo>
                <a:lnTo>
                  <a:pt x="136537" y="38244"/>
                </a:lnTo>
                <a:lnTo>
                  <a:pt x="153914" y="36949"/>
                </a:lnTo>
                <a:lnTo>
                  <a:pt x="153309" y="36949"/>
                </a:lnTo>
                <a:lnTo>
                  <a:pt x="174828" y="35813"/>
                </a:lnTo>
                <a:lnTo>
                  <a:pt x="175006" y="35813"/>
                </a:lnTo>
                <a:lnTo>
                  <a:pt x="198756" y="34036"/>
                </a:lnTo>
                <a:lnTo>
                  <a:pt x="41580" y="34036"/>
                </a:lnTo>
                <a:lnTo>
                  <a:pt x="28783" y="33793"/>
                </a:lnTo>
                <a:lnTo>
                  <a:pt x="18148" y="33147"/>
                </a:lnTo>
                <a:lnTo>
                  <a:pt x="3225" y="32638"/>
                </a:lnTo>
                <a:close/>
              </a:path>
              <a:path w="1787525" h="47625">
                <a:moveTo>
                  <a:pt x="155518" y="36949"/>
                </a:moveTo>
                <a:lnTo>
                  <a:pt x="153944" y="36949"/>
                </a:lnTo>
                <a:lnTo>
                  <a:pt x="147941" y="37394"/>
                </a:lnTo>
                <a:lnTo>
                  <a:pt x="155518" y="36949"/>
                </a:lnTo>
                <a:close/>
              </a:path>
              <a:path w="1787525" h="47625">
                <a:moveTo>
                  <a:pt x="1461225" y="18185"/>
                </a:moveTo>
                <a:lnTo>
                  <a:pt x="796830" y="18185"/>
                </a:lnTo>
                <a:lnTo>
                  <a:pt x="856830" y="18923"/>
                </a:lnTo>
                <a:lnTo>
                  <a:pt x="924902" y="18923"/>
                </a:lnTo>
                <a:lnTo>
                  <a:pt x="1037231" y="20317"/>
                </a:lnTo>
                <a:lnTo>
                  <a:pt x="1032169" y="20317"/>
                </a:lnTo>
                <a:lnTo>
                  <a:pt x="1069492" y="20955"/>
                </a:lnTo>
                <a:lnTo>
                  <a:pt x="1067756" y="20955"/>
                </a:lnTo>
                <a:lnTo>
                  <a:pt x="1135840" y="22366"/>
                </a:lnTo>
                <a:lnTo>
                  <a:pt x="1135573" y="22366"/>
                </a:lnTo>
                <a:lnTo>
                  <a:pt x="1211690" y="25019"/>
                </a:lnTo>
                <a:lnTo>
                  <a:pt x="1298522" y="28321"/>
                </a:lnTo>
                <a:lnTo>
                  <a:pt x="1299222" y="28321"/>
                </a:lnTo>
                <a:lnTo>
                  <a:pt x="1317891" y="28956"/>
                </a:lnTo>
                <a:lnTo>
                  <a:pt x="1317328" y="28956"/>
                </a:lnTo>
                <a:lnTo>
                  <a:pt x="1412455" y="32766"/>
                </a:lnTo>
                <a:lnTo>
                  <a:pt x="1479892" y="34671"/>
                </a:lnTo>
                <a:lnTo>
                  <a:pt x="1513801" y="35433"/>
                </a:lnTo>
                <a:lnTo>
                  <a:pt x="1541995" y="35433"/>
                </a:lnTo>
                <a:lnTo>
                  <a:pt x="1579714" y="35813"/>
                </a:lnTo>
                <a:lnTo>
                  <a:pt x="1609509" y="35813"/>
                </a:lnTo>
                <a:lnTo>
                  <a:pt x="1633258" y="35179"/>
                </a:lnTo>
                <a:lnTo>
                  <a:pt x="1634049" y="35179"/>
                </a:lnTo>
                <a:lnTo>
                  <a:pt x="1657798" y="34417"/>
                </a:lnTo>
                <a:lnTo>
                  <a:pt x="1659654" y="34417"/>
                </a:lnTo>
                <a:lnTo>
                  <a:pt x="1683219" y="33147"/>
                </a:lnTo>
                <a:lnTo>
                  <a:pt x="1705698" y="31623"/>
                </a:lnTo>
                <a:lnTo>
                  <a:pt x="1725172" y="29852"/>
                </a:lnTo>
                <a:lnTo>
                  <a:pt x="1726465" y="29852"/>
                </a:lnTo>
                <a:lnTo>
                  <a:pt x="1739719" y="27686"/>
                </a:lnTo>
                <a:lnTo>
                  <a:pt x="1762848" y="22860"/>
                </a:lnTo>
                <a:lnTo>
                  <a:pt x="1762613" y="22860"/>
                </a:lnTo>
                <a:lnTo>
                  <a:pt x="1769960" y="20955"/>
                </a:lnTo>
                <a:lnTo>
                  <a:pt x="1771103" y="20574"/>
                </a:lnTo>
                <a:lnTo>
                  <a:pt x="1772993" y="19685"/>
                </a:lnTo>
                <a:lnTo>
                  <a:pt x="1575650" y="19685"/>
                </a:lnTo>
                <a:lnTo>
                  <a:pt x="1550504" y="19304"/>
                </a:lnTo>
                <a:lnTo>
                  <a:pt x="1520964" y="19304"/>
                </a:lnTo>
                <a:lnTo>
                  <a:pt x="1461225" y="18185"/>
                </a:lnTo>
                <a:close/>
              </a:path>
              <a:path w="1787525" h="47625">
                <a:moveTo>
                  <a:pt x="211323" y="33147"/>
                </a:moveTo>
                <a:lnTo>
                  <a:pt x="48497" y="33147"/>
                </a:lnTo>
                <a:lnTo>
                  <a:pt x="34200" y="34036"/>
                </a:lnTo>
                <a:lnTo>
                  <a:pt x="198756" y="34036"/>
                </a:lnTo>
                <a:lnTo>
                  <a:pt x="211323" y="33147"/>
                </a:lnTo>
                <a:close/>
              </a:path>
              <a:path w="1787525" h="47625">
                <a:moveTo>
                  <a:pt x="670352" y="18923"/>
                </a:moveTo>
                <a:lnTo>
                  <a:pt x="189098" y="18923"/>
                </a:lnTo>
                <a:lnTo>
                  <a:pt x="172277" y="20317"/>
                </a:lnTo>
                <a:lnTo>
                  <a:pt x="171843" y="20317"/>
                </a:lnTo>
                <a:lnTo>
                  <a:pt x="154520" y="21336"/>
                </a:lnTo>
                <a:lnTo>
                  <a:pt x="154305" y="21336"/>
                </a:lnTo>
                <a:lnTo>
                  <a:pt x="135597" y="22860"/>
                </a:lnTo>
                <a:lnTo>
                  <a:pt x="135458" y="22860"/>
                </a:lnTo>
                <a:lnTo>
                  <a:pt x="106311" y="25908"/>
                </a:lnTo>
                <a:lnTo>
                  <a:pt x="106070" y="25908"/>
                </a:lnTo>
                <a:lnTo>
                  <a:pt x="93141" y="27686"/>
                </a:lnTo>
                <a:lnTo>
                  <a:pt x="80987" y="29210"/>
                </a:lnTo>
                <a:lnTo>
                  <a:pt x="69015" y="30835"/>
                </a:lnTo>
                <a:lnTo>
                  <a:pt x="49013" y="33147"/>
                </a:lnTo>
                <a:lnTo>
                  <a:pt x="209977" y="33147"/>
                </a:lnTo>
                <a:lnTo>
                  <a:pt x="285166" y="29852"/>
                </a:lnTo>
                <a:lnTo>
                  <a:pt x="284890" y="29852"/>
                </a:lnTo>
                <a:lnTo>
                  <a:pt x="381771" y="27050"/>
                </a:lnTo>
                <a:lnTo>
                  <a:pt x="384594" y="27050"/>
                </a:lnTo>
                <a:lnTo>
                  <a:pt x="489229" y="24384"/>
                </a:lnTo>
                <a:lnTo>
                  <a:pt x="515289" y="23368"/>
                </a:lnTo>
                <a:lnTo>
                  <a:pt x="534188" y="22366"/>
                </a:lnTo>
                <a:lnTo>
                  <a:pt x="533490" y="22366"/>
                </a:lnTo>
                <a:lnTo>
                  <a:pt x="582129" y="21336"/>
                </a:lnTo>
                <a:lnTo>
                  <a:pt x="611426" y="20317"/>
                </a:lnTo>
                <a:lnTo>
                  <a:pt x="670352" y="18923"/>
                </a:lnTo>
                <a:close/>
              </a:path>
              <a:path w="1787525" h="47625">
                <a:moveTo>
                  <a:pt x="1765565" y="7169"/>
                </a:moveTo>
                <a:lnTo>
                  <a:pt x="1759364" y="8762"/>
                </a:lnTo>
                <a:lnTo>
                  <a:pt x="1737956" y="12700"/>
                </a:lnTo>
                <a:lnTo>
                  <a:pt x="1737249" y="12700"/>
                </a:lnTo>
                <a:lnTo>
                  <a:pt x="1723893" y="14096"/>
                </a:lnTo>
                <a:lnTo>
                  <a:pt x="1703718" y="15808"/>
                </a:lnTo>
                <a:lnTo>
                  <a:pt x="1678266" y="17399"/>
                </a:lnTo>
                <a:lnTo>
                  <a:pt x="1677028" y="17399"/>
                </a:lnTo>
                <a:lnTo>
                  <a:pt x="1660614" y="18185"/>
                </a:lnTo>
                <a:lnTo>
                  <a:pt x="1609001" y="19685"/>
                </a:lnTo>
                <a:lnTo>
                  <a:pt x="1772993" y="19685"/>
                </a:lnTo>
                <a:lnTo>
                  <a:pt x="1779739" y="16510"/>
                </a:lnTo>
                <a:lnTo>
                  <a:pt x="1780501" y="16256"/>
                </a:lnTo>
                <a:lnTo>
                  <a:pt x="1787307" y="7366"/>
                </a:lnTo>
                <a:lnTo>
                  <a:pt x="1765134" y="7366"/>
                </a:lnTo>
                <a:lnTo>
                  <a:pt x="1765565" y="7169"/>
                </a:lnTo>
                <a:close/>
              </a:path>
              <a:path w="1787525" h="47625">
                <a:moveTo>
                  <a:pt x="997716" y="4063"/>
                </a:moveTo>
                <a:lnTo>
                  <a:pt x="610831" y="4063"/>
                </a:lnTo>
                <a:lnTo>
                  <a:pt x="581376" y="5216"/>
                </a:lnTo>
                <a:lnTo>
                  <a:pt x="484979" y="7169"/>
                </a:lnTo>
                <a:lnTo>
                  <a:pt x="486970" y="7169"/>
                </a:lnTo>
                <a:lnTo>
                  <a:pt x="277518" y="14096"/>
                </a:lnTo>
                <a:lnTo>
                  <a:pt x="279585" y="14096"/>
                </a:lnTo>
                <a:lnTo>
                  <a:pt x="259345" y="15112"/>
                </a:lnTo>
                <a:lnTo>
                  <a:pt x="258950" y="15112"/>
                </a:lnTo>
                <a:lnTo>
                  <a:pt x="206332" y="17399"/>
                </a:lnTo>
                <a:lnTo>
                  <a:pt x="210163" y="17399"/>
                </a:lnTo>
                <a:lnTo>
                  <a:pt x="188563" y="18923"/>
                </a:lnTo>
                <a:lnTo>
                  <a:pt x="659218" y="18923"/>
                </a:lnTo>
                <a:lnTo>
                  <a:pt x="1469532" y="18185"/>
                </a:lnTo>
                <a:lnTo>
                  <a:pt x="1445856" y="17399"/>
                </a:lnTo>
                <a:lnTo>
                  <a:pt x="1413184" y="16768"/>
                </a:lnTo>
                <a:lnTo>
                  <a:pt x="1392064" y="15808"/>
                </a:lnTo>
                <a:lnTo>
                  <a:pt x="1393258" y="15808"/>
                </a:lnTo>
                <a:lnTo>
                  <a:pt x="1135468" y="6350"/>
                </a:lnTo>
                <a:lnTo>
                  <a:pt x="1047161" y="4699"/>
                </a:lnTo>
                <a:lnTo>
                  <a:pt x="1050569" y="4699"/>
                </a:lnTo>
                <a:lnTo>
                  <a:pt x="997716" y="4063"/>
                </a:lnTo>
                <a:close/>
              </a:path>
              <a:path w="1787525" h="47625">
                <a:moveTo>
                  <a:pt x="1774641" y="2921"/>
                </a:moveTo>
                <a:lnTo>
                  <a:pt x="1773299" y="3643"/>
                </a:lnTo>
                <a:lnTo>
                  <a:pt x="1765134" y="7366"/>
                </a:lnTo>
                <a:lnTo>
                  <a:pt x="1765723" y="7169"/>
                </a:lnTo>
                <a:lnTo>
                  <a:pt x="1787441" y="7169"/>
                </a:lnTo>
                <a:lnTo>
                  <a:pt x="1786573" y="5216"/>
                </a:lnTo>
                <a:lnTo>
                  <a:pt x="1786456" y="4953"/>
                </a:lnTo>
                <a:lnTo>
                  <a:pt x="1786343" y="4699"/>
                </a:lnTo>
                <a:lnTo>
                  <a:pt x="1772609" y="4699"/>
                </a:lnTo>
                <a:lnTo>
                  <a:pt x="1773045" y="4318"/>
                </a:lnTo>
                <a:lnTo>
                  <a:pt x="1773222" y="4063"/>
                </a:lnTo>
                <a:lnTo>
                  <a:pt x="1773609" y="3643"/>
                </a:lnTo>
                <a:lnTo>
                  <a:pt x="1773815" y="3643"/>
                </a:lnTo>
                <a:lnTo>
                  <a:pt x="1774641" y="2921"/>
                </a:lnTo>
                <a:close/>
              </a:path>
              <a:path w="1787525" h="47625">
                <a:moveTo>
                  <a:pt x="1787334" y="7169"/>
                </a:moveTo>
                <a:lnTo>
                  <a:pt x="1765723" y="7169"/>
                </a:lnTo>
                <a:lnTo>
                  <a:pt x="1765134" y="7366"/>
                </a:lnTo>
                <a:lnTo>
                  <a:pt x="1787307" y="7366"/>
                </a:lnTo>
                <a:lnTo>
                  <a:pt x="1787334" y="7169"/>
                </a:lnTo>
                <a:close/>
              </a:path>
              <a:path w="1787525" h="47625">
                <a:moveTo>
                  <a:pt x="1785595" y="2921"/>
                </a:moveTo>
                <a:lnTo>
                  <a:pt x="1774641" y="2921"/>
                </a:lnTo>
                <a:lnTo>
                  <a:pt x="1773335" y="4063"/>
                </a:lnTo>
                <a:lnTo>
                  <a:pt x="1772988" y="4318"/>
                </a:lnTo>
                <a:lnTo>
                  <a:pt x="1772638" y="4699"/>
                </a:lnTo>
                <a:lnTo>
                  <a:pt x="1786343" y="4699"/>
                </a:lnTo>
                <a:lnTo>
                  <a:pt x="1785595" y="2921"/>
                </a:lnTo>
                <a:close/>
              </a:path>
              <a:path w="1787525" h="47625">
                <a:moveTo>
                  <a:pt x="961668" y="3643"/>
                </a:moveTo>
                <a:lnTo>
                  <a:pt x="660722" y="3643"/>
                </a:lnTo>
                <a:lnTo>
                  <a:pt x="642581" y="4063"/>
                </a:lnTo>
                <a:lnTo>
                  <a:pt x="999070" y="4063"/>
                </a:lnTo>
                <a:lnTo>
                  <a:pt x="961668" y="3643"/>
                </a:lnTo>
                <a:close/>
              </a:path>
              <a:path w="1787525" h="47625">
                <a:moveTo>
                  <a:pt x="1774564" y="2921"/>
                </a:moveTo>
                <a:lnTo>
                  <a:pt x="1774274" y="2921"/>
                </a:lnTo>
                <a:lnTo>
                  <a:pt x="1773222" y="4063"/>
                </a:lnTo>
                <a:lnTo>
                  <a:pt x="1773815" y="3643"/>
                </a:lnTo>
                <a:lnTo>
                  <a:pt x="1773299" y="3643"/>
                </a:lnTo>
                <a:lnTo>
                  <a:pt x="1774564" y="2921"/>
                </a:lnTo>
                <a:close/>
              </a:path>
              <a:path w="1787525" h="47625">
                <a:moveTo>
                  <a:pt x="794981" y="2921"/>
                </a:moveTo>
                <a:lnTo>
                  <a:pt x="708240" y="2921"/>
                </a:lnTo>
                <a:lnTo>
                  <a:pt x="646084" y="3643"/>
                </a:lnTo>
                <a:lnTo>
                  <a:pt x="971331" y="3643"/>
                </a:lnTo>
                <a:lnTo>
                  <a:pt x="794981" y="2921"/>
                </a:lnTo>
                <a:close/>
              </a:path>
              <a:path w="1787525" h="47625">
                <a:moveTo>
                  <a:pt x="1777961" y="0"/>
                </a:moveTo>
                <a:lnTo>
                  <a:pt x="1775421" y="1143"/>
                </a:lnTo>
                <a:lnTo>
                  <a:pt x="1773546" y="3643"/>
                </a:lnTo>
                <a:lnTo>
                  <a:pt x="1774274" y="2921"/>
                </a:lnTo>
                <a:lnTo>
                  <a:pt x="1785595" y="2921"/>
                </a:lnTo>
                <a:lnTo>
                  <a:pt x="1785327" y="2286"/>
                </a:lnTo>
                <a:lnTo>
                  <a:pt x="1783041" y="635"/>
                </a:lnTo>
                <a:lnTo>
                  <a:pt x="1780501" y="254"/>
                </a:lnTo>
                <a:lnTo>
                  <a:pt x="1777961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53402" y="2121789"/>
            <a:ext cx="537210" cy="36195"/>
          </a:xfrm>
          <a:custGeom>
            <a:avLst/>
            <a:gdLst/>
            <a:ahLst/>
            <a:cxnLst/>
            <a:rect l="l" t="t" r="r" b="b"/>
            <a:pathLst>
              <a:path w="537210" h="36194">
                <a:moveTo>
                  <a:pt x="35128" y="9398"/>
                </a:moveTo>
                <a:lnTo>
                  <a:pt x="22948" y="9398"/>
                </a:lnTo>
                <a:lnTo>
                  <a:pt x="18796" y="10413"/>
                </a:lnTo>
                <a:lnTo>
                  <a:pt x="12694" y="13720"/>
                </a:lnTo>
                <a:lnTo>
                  <a:pt x="12357" y="13969"/>
                </a:lnTo>
                <a:lnTo>
                  <a:pt x="5343" y="18161"/>
                </a:lnTo>
                <a:lnTo>
                  <a:pt x="1396" y="20447"/>
                </a:lnTo>
                <a:lnTo>
                  <a:pt x="0" y="25781"/>
                </a:lnTo>
                <a:lnTo>
                  <a:pt x="4851" y="34162"/>
                </a:lnTo>
                <a:lnTo>
                  <a:pt x="10210" y="35687"/>
                </a:lnTo>
                <a:lnTo>
                  <a:pt x="14439" y="33274"/>
                </a:lnTo>
                <a:lnTo>
                  <a:pt x="22667" y="28730"/>
                </a:lnTo>
                <a:lnTo>
                  <a:pt x="25080" y="27431"/>
                </a:lnTo>
                <a:lnTo>
                  <a:pt x="22948" y="27431"/>
                </a:lnTo>
                <a:lnTo>
                  <a:pt x="27203" y="26288"/>
                </a:lnTo>
                <a:lnTo>
                  <a:pt x="388950" y="26288"/>
                </a:lnTo>
                <a:lnTo>
                  <a:pt x="428167" y="23749"/>
                </a:lnTo>
                <a:lnTo>
                  <a:pt x="441579" y="23122"/>
                </a:lnTo>
                <a:lnTo>
                  <a:pt x="441150" y="23122"/>
                </a:lnTo>
                <a:lnTo>
                  <a:pt x="453847" y="22860"/>
                </a:lnTo>
                <a:lnTo>
                  <a:pt x="454177" y="22860"/>
                </a:lnTo>
                <a:lnTo>
                  <a:pt x="475005" y="21462"/>
                </a:lnTo>
                <a:lnTo>
                  <a:pt x="485714" y="20856"/>
                </a:lnTo>
                <a:lnTo>
                  <a:pt x="497611" y="20856"/>
                </a:lnTo>
                <a:lnTo>
                  <a:pt x="506573" y="19938"/>
                </a:lnTo>
                <a:lnTo>
                  <a:pt x="520944" y="19938"/>
                </a:lnTo>
                <a:lnTo>
                  <a:pt x="525894" y="18923"/>
                </a:lnTo>
                <a:lnTo>
                  <a:pt x="526553" y="18161"/>
                </a:lnTo>
                <a:lnTo>
                  <a:pt x="523087" y="18161"/>
                </a:lnTo>
                <a:lnTo>
                  <a:pt x="519493" y="17272"/>
                </a:lnTo>
                <a:lnTo>
                  <a:pt x="518782" y="16891"/>
                </a:lnTo>
                <a:lnTo>
                  <a:pt x="525180" y="16891"/>
                </a:lnTo>
                <a:lnTo>
                  <a:pt x="526511" y="14859"/>
                </a:lnTo>
                <a:lnTo>
                  <a:pt x="189359" y="14859"/>
                </a:lnTo>
                <a:lnTo>
                  <a:pt x="160807" y="13969"/>
                </a:lnTo>
                <a:lnTo>
                  <a:pt x="126332" y="13720"/>
                </a:lnTo>
                <a:lnTo>
                  <a:pt x="101536" y="11811"/>
                </a:lnTo>
                <a:lnTo>
                  <a:pt x="101028" y="11811"/>
                </a:lnTo>
                <a:lnTo>
                  <a:pt x="78537" y="11215"/>
                </a:lnTo>
                <a:lnTo>
                  <a:pt x="85010" y="11215"/>
                </a:lnTo>
                <a:lnTo>
                  <a:pt x="52781" y="10794"/>
                </a:lnTo>
                <a:lnTo>
                  <a:pt x="61277" y="10794"/>
                </a:lnTo>
                <a:lnTo>
                  <a:pt x="56095" y="10413"/>
                </a:lnTo>
                <a:lnTo>
                  <a:pt x="61563" y="10413"/>
                </a:lnTo>
                <a:lnTo>
                  <a:pt x="42687" y="9779"/>
                </a:lnTo>
                <a:lnTo>
                  <a:pt x="40805" y="9779"/>
                </a:lnTo>
                <a:lnTo>
                  <a:pt x="35128" y="9398"/>
                </a:lnTo>
                <a:close/>
              </a:path>
              <a:path w="537210" h="36194">
                <a:moveTo>
                  <a:pt x="313499" y="30480"/>
                </a:moveTo>
                <a:lnTo>
                  <a:pt x="137193" y="30480"/>
                </a:lnTo>
                <a:lnTo>
                  <a:pt x="160477" y="30734"/>
                </a:lnTo>
                <a:lnTo>
                  <a:pt x="160312" y="30734"/>
                </a:lnTo>
                <a:lnTo>
                  <a:pt x="184797" y="31368"/>
                </a:lnTo>
                <a:lnTo>
                  <a:pt x="283997" y="31496"/>
                </a:lnTo>
                <a:lnTo>
                  <a:pt x="313499" y="30480"/>
                </a:lnTo>
                <a:close/>
              </a:path>
              <a:path w="537210" h="36194">
                <a:moveTo>
                  <a:pt x="356426" y="28076"/>
                </a:moveTo>
                <a:lnTo>
                  <a:pt x="40468" y="28076"/>
                </a:lnTo>
                <a:lnTo>
                  <a:pt x="53767" y="28730"/>
                </a:lnTo>
                <a:lnTo>
                  <a:pt x="53159" y="28730"/>
                </a:lnTo>
                <a:lnTo>
                  <a:pt x="61468" y="29463"/>
                </a:lnTo>
                <a:lnTo>
                  <a:pt x="61823" y="29463"/>
                </a:lnTo>
                <a:lnTo>
                  <a:pt x="71526" y="29972"/>
                </a:lnTo>
                <a:lnTo>
                  <a:pt x="100558" y="30734"/>
                </a:lnTo>
                <a:lnTo>
                  <a:pt x="117381" y="30480"/>
                </a:lnTo>
                <a:lnTo>
                  <a:pt x="313499" y="30480"/>
                </a:lnTo>
                <a:lnTo>
                  <a:pt x="335203" y="29463"/>
                </a:lnTo>
                <a:lnTo>
                  <a:pt x="356426" y="28076"/>
                </a:lnTo>
                <a:close/>
              </a:path>
              <a:path w="537210" h="36194">
                <a:moveTo>
                  <a:pt x="388950" y="26288"/>
                </a:moveTo>
                <a:lnTo>
                  <a:pt x="27203" y="26288"/>
                </a:lnTo>
                <a:lnTo>
                  <a:pt x="25080" y="27431"/>
                </a:lnTo>
                <a:lnTo>
                  <a:pt x="32092" y="27431"/>
                </a:lnTo>
                <a:lnTo>
                  <a:pt x="39387" y="28076"/>
                </a:lnTo>
                <a:lnTo>
                  <a:pt x="356235" y="28076"/>
                </a:lnTo>
                <a:lnTo>
                  <a:pt x="377672" y="27050"/>
                </a:lnTo>
                <a:lnTo>
                  <a:pt x="388950" y="26288"/>
                </a:lnTo>
                <a:close/>
              </a:path>
              <a:path w="537210" h="36194">
                <a:moveTo>
                  <a:pt x="27203" y="26288"/>
                </a:moveTo>
                <a:lnTo>
                  <a:pt x="22948" y="27431"/>
                </a:lnTo>
                <a:lnTo>
                  <a:pt x="25080" y="27431"/>
                </a:lnTo>
                <a:lnTo>
                  <a:pt x="27203" y="26288"/>
                </a:lnTo>
                <a:close/>
              </a:path>
              <a:path w="537210" h="36194">
                <a:moveTo>
                  <a:pt x="497611" y="20856"/>
                </a:moveTo>
                <a:lnTo>
                  <a:pt x="485714" y="20856"/>
                </a:lnTo>
                <a:lnTo>
                  <a:pt x="492645" y="21209"/>
                </a:lnTo>
                <a:lnTo>
                  <a:pt x="494169" y="21209"/>
                </a:lnTo>
                <a:lnTo>
                  <a:pt x="497611" y="20856"/>
                </a:lnTo>
                <a:close/>
              </a:path>
              <a:path w="537210" h="36194">
                <a:moveTo>
                  <a:pt x="537019" y="19938"/>
                </a:moveTo>
                <a:lnTo>
                  <a:pt x="506564" y="19938"/>
                </a:lnTo>
                <a:lnTo>
                  <a:pt x="504100" y="20193"/>
                </a:lnTo>
                <a:lnTo>
                  <a:pt x="537019" y="19938"/>
                </a:lnTo>
                <a:close/>
              </a:path>
              <a:path w="537210" h="36194">
                <a:moveTo>
                  <a:pt x="525180" y="16891"/>
                </a:moveTo>
                <a:lnTo>
                  <a:pt x="518782" y="16891"/>
                </a:lnTo>
                <a:lnTo>
                  <a:pt x="519493" y="17272"/>
                </a:lnTo>
                <a:lnTo>
                  <a:pt x="523087" y="18161"/>
                </a:lnTo>
                <a:lnTo>
                  <a:pt x="526553" y="18161"/>
                </a:lnTo>
                <a:lnTo>
                  <a:pt x="527103" y="17525"/>
                </a:lnTo>
                <a:lnTo>
                  <a:pt x="524764" y="17525"/>
                </a:lnTo>
                <a:lnTo>
                  <a:pt x="525180" y="16891"/>
                </a:lnTo>
                <a:close/>
              </a:path>
              <a:path w="537210" h="36194">
                <a:moveTo>
                  <a:pt x="531469" y="10413"/>
                </a:moveTo>
                <a:lnTo>
                  <a:pt x="529424" y="10413"/>
                </a:lnTo>
                <a:lnTo>
                  <a:pt x="529317" y="11811"/>
                </a:lnTo>
                <a:lnTo>
                  <a:pt x="529203" y="13462"/>
                </a:lnTo>
                <a:lnTo>
                  <a:pt x="529082" y="15240"/>
                </a:lnTo>
                <a:lnTo>
                  <a:pt x="526553" y="18161"/>
                </a:lnTo>
                <a:lnTo>
                  <a:pt x="527875" y="18161"/>
                </a:lnTo>
                <a:lnTo>
                  <a:pt x="531212" y="14859"/>
                </a:lnTo>
                <a:lnTo>
                  <a:pt x="531469" y="14859"/>
                </a:lnTo>
                <a:lnTo>
                  <a:pt x="531469" y="10413"/>
                </a:lnTo>
                <a:close/>
              </a:path>
              <a:path w="537210" h="36194">
                <a:moveTo>
                  <a:pt x="529424" y="10413"/>
                </a:moveTo>
                <a:lnTo>
                  <a:pt x="524764" y="17525"/>
                </a:lnTo>
                <a:lnTo>
                  <a:pt x="525928" y="16891"/>
                </a:lnTo>
                <a:lnTo>
                  <a:pt x="527653" y="16891"/>
                </a:lnTo>
                <a:lnTo>
                  <a:pt x="529082" y="15240"/>
                </a:lnTo>
                <a:lnTo>
                  <a:pt x="529203" y="13462"/>
                </a:lnTo>
                <a:lnTo>
                  <a:pt x="529317" y="11811"/>
                </a:lnTo>
                <a:lnTo>
                  <a:pt x="529424" y="10413"/>
                </a:lnTo>
                <a:close/>
              </a:path>
              <a:path w="537210" h="36194">
                <a:moveTo>
                  <a:pt x="527653" y="16891"/>
                </a:moveTo>
                <a:lnTo>
                  <a:pt x="525928" y="16891"/>
                </a:lnTo>
                <a:lnTo>
                  <a:pt x="524764" y="17525"/>
                </a:lnTo>
                <a:lnTo>
                  <a:pt x="527103" y="17525"/>
                </a:lnTo>
                <a:lnTo>
                  <a:pt x="527653" y="16891"/>
                </a:lnTo>
                <a:close/>
              </a:path>
              <a:path w="537210" h="36194">
                <a:moveTo>
                  <a:pt x="484226" y="3106"/>
                </a:moveTo>
                <a:lnTo>
                  <a:pt x="463664" y="4572"/>
                </a:lnTo>
                <a:lnTo>
                  <a:pt x="463816" y="4572"/>
                </a:lnTo>
                <a:lnTo>
                  <a:pt x="451222" y="5461"/>
                </a:lnTo>
                <a:lnTo>
                  <a:pt x="452310" y="5461"/>
                </a:lnTo>
                <a:lnTo>
                  <a:pt x="440766" y="7153"/>
                </a:lnTo>
                <a:lnTo>
                  <a:pt x="440177" y="7153"/>
                </a:lnTo>
                <a:lnTo>
                  <a:pt x="376133" y="11215"/>
                </a:lnTo>
                <a:lnTo>
                  <a:pt x="355346" y="12334"/>
                </a:lnTo>
                <a:lnTo>
                  <a:pt x="334357" y="13086"/>
                </a:lnTo>
                <a:lnTo>
                  <a:pt x="313042" y="13462"/>
                </a:lnTo>
                <a:lnTo>
                  <a:pt x="277201" y="14859"/>
                </a:lnTo>
                <a:lnTo>
                  <a:pt x="526511" y="14859"/>
                </a:lnTo>
                <a:lnTo>
                  <a:pt x="529424" y="10413"/>
                </a:lnTo>
                <a:lnTo>
                  <a:pt x="531469" y="10413"/>
                </a:lnTo>
                <a:lnTo>
                  <a:pt x="531469" y="5715"/>
                </a:lnTo>
                <a:lnTo>
                  <a:pt x="529734" y="3937"/>
                </a:lnTo>
                <a:lnTo>
                  <a:pt x="527278" y="3937"/>
                </a:lnTo>
                <a:lnTo>
                  <a:pt x="526492" y="3302"/>
                </a:lnTo>
                <a:lnTo>
                  <a:pt x="483476" y="3302"/>
                </a:lnTo>
                <a:lnTo>
                  <a:pt x="484226" y="3106"/>
                </a:lnTo>
                <a:close/>
              </a:path>
              <a:path w="537210" h="36194">
                <a:moveTo>
                  <a:pt x="525729" y="2685"/>
                </a:moveTo>
                <a:lnTo>
                  <a:pt x="527278" y="3937"/>
                </a:lnTo>
                <a:lnTo>
                  <a:pt x="526999" y="3556"/>
                </a:lnTo>
                <a:lnTo>
                  <a:pt x="526582" y="3106"/>
                </a:lnTo>
                <a:lnTo>
                  <a:pt x="527429" y="3106"/>
                </a:lnTo>
                <a:lnTo>
                  <a:pt x="525729" y="2685"/>
                </a:lnTo>
                <a:close/>
              </a:path>
              <a:path w="537210" h="36194">
                <a:moveTo>
                  <a:pt x="527875" y="2031"/>
                </a:moveTo>
                <a:lnTo>
                  <a:pt x="525589" y="2031"/>
                </a:lnTo>
                <a:lnTo>
                  <a:pt x="526234" y="2685"/>
                </a:lnTo>
                <a:lnTo>
                  <a:pt x="527033" y="3106"/>
                </a:lnTo>
                <a:lnTo>
                  <a:pt x="526582" y="3106"/>
                </a:lnTo>
                <a:lnTo>
                  <a:pt x="526999" y="3556"/>
                </a:lnTo>
                <a:lnTo>
                  <a:pt x="527278" y="3937"/>
                </a:lnTo>
                <a:lnTo>
                  <a:pt x="529734" y="3937"/>
                </a:lnTo>
                <a:lnTo>
                  <a:pt x="528923" y="3106"/>
                </a:lnTo>
                <a:lnTo>
                  <a:pt x="527033" y="3106"/>
                </a:lnTo>
                <a:lnTo>
                  <a:pt x="526234" y="2685"/>
                </a:lnTo>
                <a:lnTo>
                  <a:pt x="528513" y="2685"/>
                </a:lnTo>
                <a:lnTo>
                  <a:pt x="527875" y="2031"/>
                </a:lnTo>
                <a:close/>
              </a:path>
              <a:path w="537210" h="36194">
                <a:moveTo>
                  <a:pt x="519137" y="0"/>
                </a:moveTo>
                <a:lnTo>
                  <a:pt x="504798" y="0"/>
                </a:lnTo>
                <a:lnTo>
                  <a:pt x="492239" y="1143"/>
                </a:lnTo>
                <a:lnTo>
                  <a:pt x="490766" y="1397"/>
                </a:lnTo>
                <a:lnTo>
                  <a:pt x="483476" y="3302"/>
                </a:lnTo>
                <a:lnTo>
                  <a:pt x="484710" y="3106"/>
                </a:lnTo>
                <a:lnTo>
                  <a:pt x="526250" y="3106"/>
                </a:lnTo>
                <a:lnTo>
                  <a:pt x="525729" y="2685"/>
                </a:lnTo>
                <a:lnTo>
                  <a:pt x="523087" y="2031"/>
                </a:lnTo>
                <a:lnTo>
                  <a:pt x="525589" y="2031"/>
                </a:lnTo>
                <a:lnTo>
                  <a:pt x="523671" y="888"/>
                </a:lnTo>
                <a:lnTo>
                  <a:pt x="521563" y="381"/>
                </a:lnTo>
                <a:lnTo>
                  <a:pt x="521271" y="381"/>
                </a:lnTo>
                <a:lnTo>
                  <a:pt x="519137" y="0"/>
                </a:lnTo>
                <a:close/>
              </a:path>
              <a:path w="537210" h="36194">
                <a:moveTo>
                  <a:pt x="526250" y="3106"/>
                </a:moveTo>
                <a:lnTo>
                  <a:pt x="484710" y="3106"/>
                </a:lnTo>
                <a:lnTo>
                  <a:pt x="483476" y="3302"/>
                </a:lnTo>
                <a:lnTo>
                  <a:pt x="526492" y="3302"/>
                </a:lnTo>
                <a:lnTo>
                  <a:pt x="526250" y="3106"/>
                </a:lnTo>
                <a:close/>
              </a:path>
              <a:path w="537210" h="36194">
                <a:moveTo>
                  <a:pt x="524996" y="2031"/>
                </a:moveTo>
                <a:lnTo>
                  <a:pt x="525729" y="2685"/>
                </a:lnTo>
                <a:lnTo>
                  <a:pt x="527429" y="3106"/>
                </a:lnTo>
                <a:lnTo>
                  <a:pt x="526582" y="3106"/>
                </a:lnTo>
                <a:lnTo>
                  <a:pt x="526194" y="2685"/>
                </a:lnTo>
                <a:lnTo>
                  <a:pt x="524996" y="2031"/>
                </a:lnTo>
                <a:close/>
              </a:path>
              <a:path w="537210" h="36194">
                <a:moveTo>
                  <a:pt x="524921" y="2031"/>
                </a:moveTo>
                <a:lnTo>
                  <a:pt x="523087" y="2031"/>
                </a:lnTo>
                <a:lnTo>
                  <a:pt x="525729" y="2685"/>
                </a:lnTo>
                <a:lnTo>
                  <a:pt x="524921" y="2031"/>
                </a:lnTo>
                <a:close/>
              </a:path>
              <a:path w="537210" h="36194">
                <a:moveTo>
                  <a:pt x="525589" y="2031"/>
                </a:moveTo>
                <a:lnTo>
                  <a:pt x="524996" y="2031"/>
                </a:lnTo>
                <a:lnTo>
                  <a:pt x="526195" y="2685"/>
                </a:lnTo>
                <a:lnTo>
                  <a:pt x="525589" y="2031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2" name="object 7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906167" y="4253966"/>
            <a:ext cx="304513" cy="29781"/>
          </a:xfrm>
          <a:prstGeom prst="rect">
            <a:avLst/>
          </a:prstGeom>
        </p:spPr>
      </p:pic>
      <p:sp>
        <p:nvSpPr>
          <p:cNvPr id="73" name="object 73"/>
          <p:cNvSpPr/>
          <p:nvPr/>
        </p:nvSpPr>
        <p:spPr>
          <a:xfrm>
            <a:off x="6430492" y="4101858"/>
            <a:ext cx="525145" cy="31115"/>
          </a:xfrm>
          <a:custGeom>
            <a:avLst/>
            <a:gdLst/>
            <a:ahLst/>
            <a:cxnLst/>
            <a:rect l="l" t="t" r="r" b="b"/>
            <a:pathLst>
              <a:path w="525145" h="31114">
                <a:moveTo>
                  <a:pt x="105124" y="28016"/>
                </a:moveTo>
                <a:lnTo>
                  <a:pt x="70794" y="28016"/>
                </a:lnTo>
                <a:lnTo>
                  <a:pt x="67441" y="28524"/>
                </a:lnTo>
                <a:lnTo>
                  <a:pt x="60902" y="29730"/>
                </a:lnTo>
                <a:lnTo>
                  <a:pt x="68973" y="29730"/>
                </a:lnTo>
                <a:lnTo>
                  <a:pt x="80289" y="30403"/>
                </a:lnTo>
                <a:lnTo>
                  <a:pt x="102581" y="30695"/>
                </a:lnTo>
                <a:lnTo>
                  <a:pt x="102387" y="30695"/>
                </a:lnTo>
                <a:lnTo>
                  <a:pt x="105124" y="28016"/>
                </a:lnTo>
                <a:close/>
              </a:path>
              <a:path w="525145" h="31114">
                <a:moveTo>
                  <a:pt x="56602" y="28016"/>
                </a:moveTo>
                <a:lnTo>
                  <a:pt x="54923" y="28016"/>
                </a:lnTo>
                <a:lnTo>
                  <a:pt x="58699" y="30137"/>
                </a:lnTo>
                <a:lnTo>
                  <a:pt x="60902" y="29730"/>
                </a:lnTo>
                <a:lnTo>
                  <a:pt x="60101" y="29730"/>
                </a:lnTo>
                <a:lnTo>
                  <a:pt x="56602" y="28016"/>
                </a:lnTo>
                <a:close/>
              </a:path>
              <a:path w="525145" h="31114">
                <a:moveTo>
                  <a:pt x="70794" y="28016"/>
                </a:moveTo>
                <a:lnTo>
                  <a:pt x="56602" y="28016"/>
                </a:lnTo>
                <a:lnTo>
                  <a:pt x="60101" y="29730"/>
                </a:lnTo>
                <a:lnTo>
                  <a:pt x="60902" y="29730"/>
                </a:lnTo>
                <a:lnTo>
                  <a:pt x="67441" y="28524"/>
                </a:lnTo>
                <a:lnTo>
                  <a:pt x="70794" y="28016"/>
                </a:lnTo>
                <a:close/>
              </a:path>
              <a:path w="525145" h="31114">
                <a:moveTo>
                  <a:pt x="54188" y="27190"/>
                </a:moveTo>
                <a:lnTo>
                  <a:pt x="0" y="27190"/>
                </a:lnTo>
                <a:lnTo>
                  <a:pt x="193167" y="28016"/>
                </a:lnTo>
                <a:lnTo>
                  <a:pt x="54494" y="28016"/>
                </a:lnTo>
                <a:lnTo>
                  <a:pt x="54188" y="27190"/>
                </a:lnTo>
                <a:close/>
              </a:path>
              <a:path w="525145" h="31114">
                <a:moveTo>
                  <a:pt x="53688" y="25840"/>
                </a:moveTo>
                <a:lnTo>
                  <a:pt x="54494" y="28016"/>
                </a:lnTo>
                <a:lnTo>
                  <a:pt x="56377" y="28016"/>
                </a:lnTo>
                <a:lnTo>
                  <a:pt x="53688" y="25840"/>
                </a:lnTo>
                <a:close/>
              </a:path>
              <a:path w="525145" h="31114">
                <a:moveTo>
                  <a:pt x="62234" y="10781"/>
                </a:moveTo>
                <a:lnTo>
                  <a:pt x="52197" y="21815"/>
                </a:lnTo>
                <a:lnTo>
                  <a:pt x="53688" y="25840"/>
                </a:lnTo>
                <a:lnTo>
                  <a:pt x="56377" y="28016"/>
                </a:lnTo>
                <a:lnTo>
                  <a:pt x="68487" y="28016"/>
                </a:lnTo>
                <a:lnTo>
                  <a:pt x="95021" y="27190"/>
                </a:lnTo>
                <a:lnTo>
                  <a:pt x="105473" y="27190"/>
                </a:lnTo>
                <a:lnTo>
                  <a:pt x="105592" y="25476"/>
                </a:lnTo>
                <a:lnTo>
                  <a:pt x="105672" y="24333"/>
                </a:lnTo>
                <a:lnTo>
                  <a:pt x="105791" y="22623"/>
                </a:lnTo>
                <a:lnTo>
                  <a:pt x="105907" y="20955"/>
                </a:lnTo>
                <a:lnTo>
                  <a:pt x="105942" y="20459"/>
                </a:lnTo>
                <a:lnTo>
                  <a:pt x="105107" y="19481"/>
                </a:lnTo>
                <a:lnTo>
                  <a:pt x="70600" y="19481"/>
                </a:lnTo>
                <a:lnTo>
                  <a:pt x="63794" y="12801"/>
                </a:lnTo>
                <a:lnTo>
                  <a:pt x="66627" y="12801"/>
                </a:lnTo>
                <a:lnTo>
                  <a:pt x="65430" y="11353"/>
                </a:lnTo>
                <a:lnTo>
                  <a:pt x="62234" y="10781"/>
                </a:lnTo>
                <a:close/>
              </a:path>
              <a:path w="525145" h="31114">
                <a:moveTo>
                  <a:pt x="105473" y="27190"/>
                </a:moveTo>
                <a:lnTo>
                  <a:pt x="95021" y="27190"/>
                </a:lnTo>
                <a:lnTo>
                  <a:pt x="68487" y="28016"/>
                </a:lnTo>
                <a:lnTo>
                  <a:pt x="105415" y="28016"/>
                </a:lnTo>
                <a:lnTo>
                  <a:pt x="105473" y="27190"/>
                </a:lnTo>
                <a:close/>
              </a:path>
              <a:path w="525145" h="31114">
                <a:moveTo>
                  <a:pt x="500364" y="2407"/>
                </a:moveTo>
                <a:lnTo>
                  <a:pt x="499687" y="2407"/>
                </a:lnTo>
                <a:lnTo>
                  <a:pt x="480466" y="4406"/>
                </a:lnTo>
                <a:lnTo>
                  <a:pt x="467639" y="5511"/>
                </a:lnTo>
                <a:lnTo>
                  <a:pt x="434756" y="7120"/>
                </a:lnTo>
                <a:lnTo>
                  <a:pt x="429728" y="7120"/>
                </a:lnTo>
                <a:lnTo>
                  <a:pt x="422173" y="7289"/>
                </a:lnTo>
                <a:lnTo>
                  <a:pt x="348694" y="8178"/>
                </a:lnTo>
                <a:lnTo>
                  <a:pt x="107467" y="8178"/>
                </a:lnTo>
                <a:lnTo>
                  <a:pt x="90322" y="8407"/>
                </a:lnTo>
                <a:lnTo>
                  <a:pt x="82448" y="8407"/>
                </a:lnTo>
                <a:lnTo>
                  <a:pt x="76733" y="8953"/>
                </a:lnTo>
                <a:lnTo>
                  <a:pt x="69494" y="9347"/>
                </a:lnTo>
                <a:lnTo>
                  <a:pt x="67970" y="9537"/>
                </a:lnTo>
                <a:lnTo>
                  <a:pt x="62234" y="10781"/>
                </a:lnTo>
                <a:lnTo>
                  <a:pt x="65430" y="11353"/>
                </a:lnTo>
                <a:lnTo>
                  <a:pt x="67093" y="13364"/>
                </a:lnTo>
                <a:lnTo>
                  <a:pt x="68586" y="13766"/>
                </a:lnTo>
                <a:lnTo>
                  <a:pt x="69047" y="13766"/>
                </a:lnTo>
                <a:lnTo>
                  <a:pt x="81686" y="14909"/>
                </a:lnTo>
                <a:lnTo>
                  <a:pt x="103149" y="17221"/>
                </a:lnTo>
                <a:lnTo>
                  <a:pt x="105942" y="20459"/>
                </a:lnTo>
                <a:lnTo>
                  <a:pt x="105907" y="20955"/>
                </a:lnTo>
                <a:lnTo>
                  <a:pt x="105791" y="22623"/>
                </a:lnTo>
                <a:lnTo>
                  <a:pt x="105672" y="24333"/>
                </a:lnTo>
                <a:lnTo>
                  <a:pt x="105592" y="25476"/>
                </a:lnTo>
                <a:lnTo>
                  <a:pt x="105497" y="26847"/>
                </a:lnTo>
                <a:lnTo>
                  <a:pt x="105415" y="28016"/>
                </a:lnTo>
                <a:lnTo>
                  <a:pt x="371318" y="28016"/>
                </a:lnTo>
                <a:lnTo>
                  <a:pt x="418490" y="27190"/>
                </a:lnTo>
                <a:lnTo>
                  <a:pt x="422554" y="27190"/>
                </a:lnTo>
                <a:lnTo>
                  <a:pt x="439572" y="26847"/>
                </a:lnTo>
                <a:lnTo>
                  <a:pt x="467485" y="25476"/>
                </a:lnTo>
                <a:lnTo>
                  <a:pt x="468092" y="25476"/>
                </a:lnTo>
                <a:lnTo>
                  <a:pt x="482244" y="24333"/>
                </a:lnTo>
                <a:lnTo>
                  <a:pt x="496824" y="22821"/>
                </a:lnTo>
                <a:lnTo>
                  <a:pt x="493547" y="22821"/>
                </a:lnTo>
                <a:lnTo>
                  <a:pt x="489864" y="19189"/>
                </a:lnTo>
                <a:lnTo>
                  <a:pt x="489864" y="10287"/>
                </a:lnTo>
                <a:lnTo>
                  <a:pt x="490585" y="9537"/>
                </a:lnTo>
                <a:lnTo>
                  <a:pt x="493036" y="7120"/>
                </a:lnTo>
                <a:lnTo>
                  <a:pt x="494944" y="5016"/>
                </a:lnTo>
                <a:lnTo>
                  <a:pt x="497484" y="3873"/>
                </a:lnTo>
                <a:lnTo>
                  <a:pt x="500364" y="2407"/>
                </a:lnTo>
                <a:close/>
              </a:path>
              <a:path w="525145" h="31114">
                <a:moveTo>
                  <a:pt x="52197" y="21815"/>
                </a:moveTo>
                <a:lnTo>
                  <a:pt x="52230" y="22821"/>
                </a:lnTo>
                <a:lnTo>
                  <a:pt x="53238" y="25476"/>
                </a:lnTo>
                <a:lnTo>
                  <a:pt x="53688" y="25840"/>
                </a:lnTo>
                <a:lnTo>
                  <a:pt x="52197" y="21815"/>
                </a:lnTo>
                <a:close/>
              </a:path>
              <a:path w="525145" h="31114">
                <a:moveTo>
                  <a:pt x="497276" y="21815"/>
                </a:moveTo>
                <a:lnTo>
                  <a:pt x="498739" y="22623"/>
                </a:lnTo>
                <a:lnTo>
                  <a:pt x="499968" y="23253"/>
                </a:lnTo>
                <a:lnTo>
                  <a:pt x="502818" y="23253"/>
                </a:lnTo>
                <a:lnTo>
                  <a:pt x="503814" y="22821"/>
                </a:lnTo>
                <a:lnTo>
                  <a:pt x="498722" y="22821"/>
                </a:lnTo>
                <a:lnTo>
                  <a:pt x="499937" y="22623"/>
                </a:lnTo>
                <a:lnTo>
                  <a:pt x="499414" y="22623"/>
                </a:lnTo>
                <a:lnTo>
                  <a:pt x="497276" y="21815"/>
                </a:lnTo>
                <a:close/>
              </a:path>
              <a:path w="525145" h="31114">
                <a:moveTo>
                  <a:pt x="492977" y="7289"/>
                </a:moveTo>
                <a:lnTo>
                  <a:pt x="492491" y="7658"/>
                </a:lnTo>
                <a:lnTo>
                  <a:pt x="490585" y="9537"/>
                </a:lnTo>
                <a:lnTo>
                  <a:pt x="489864" y="10287"/>
                </a:lnTo>
                <a:lnTo>
                  <a:pt x="489864" y="19189"/>
                </a:lnTo>
                <a:lnTo>
                  <a:pt x="493547" y="22821"/>
                </a:lnTo>
                <a:lnTo>
                  <a:pt x="496824" y="22821"/>
                </a:lnTo>
                <a:lnTo>
                  <a:pt x="498739" y="22623"/>
                </a:lnTo>
                <a:lnTo>
                  <a:pt x="497164" y="21815"/>
                </a:lnTo>
                <a:lnTo>
                  <a:pt x="506160" y="21815"/>
                </a:lnTo>
                <a:lnTo>
                  <a:pt x="507818" y="21120"/>
                </a:lnTo>
                <a:lnTo>
                  <a:pt x="507357" y="21120"/>
                </a:lnTo>
                <a:lnTo>
                  <a:pt x="508787" y="20713"/>
                </a:lnTo>
                <a:lnTo>
                  <a:pt x="510041" y="20713"/>
                </a:lnTo>
                <a:lnTo>
                  <a:pt x="511095" y="20459"/>
                </a:lnTo>
                <a:lnTo>
                  <a:pt x="512445" y="20459"/>
                </a:lnTo>
                <a:lnTo>
                  <a:pt x="509930" y="19773"/>
                </a:lnTo>
                <a:lnTo>
                  <a:pt x="519044" y="19773"/>
                </a:lnTo>
                <a:lnTo>
                  <a:pt x="520838" y="17741"/>
                </a:lnTo>
                <a:lnTo>
                  <a:pt x="492912" y="17741"/>
                </a:lnTo>
                <a:lnTo>
                  <a:pt x="492875" y="17451"/>
                </a:lnTo>
                <a:lnTo>
                  <a:pt x="492658" y="17221"/>
                </a:lnTo>
                <a:lnTo>
                  <a:pt x="491555" y="15125"/>
                </a:lnTo>
                <a:lnTo>
                  <a:pt x="491432" y="14135"/>
                </a:lnTo>
                <a:lnTo>
                  <a:pt x="491404" y="11828"/>
                </a:lnTo>
                <a:lnTo>
                  <a:pt x="492977" y="7289"/>
                </a:lnTo>
                <a:close/>
              </a:path>
              <a:path w="525145" h="31114">
                <a:moveTo>
                  <a:pt x="498739" y="22623"/>
                </a:moveTo>
                <a:lnTo>
                  <a:pt x="496824" y="22821"/>
                </a:lnTo>
                <a:lnTo>
                  <a:pt x="499126" y="22821"/>
                </a:lnTo>
                <a:lnTo>
                  <a:pt x="498739" y="22623"/>
                </a:lnTo>
                <a:close/>
              </a:path>
              <a:path w="525145" h="31114">
                <a:moveTo>
                  <a:pt x="506138" y="21815"/>
                </a:moveTo>
                <a:lnTo>
                  <a:pt x="505812" y="21815"/>
                </a:lnTo>
                <a:lnTo>
                  <a:pt x="494057" y="22623"/>
                </a:lnTo>
                <a:lnTo>
                  <a:pt x="499937" y="22623"/>
                </a:lnTo>
                <a:lnTo>
                  <a:pt x="498722" y="22821"/>
                </a:lnTo>
                <a:lnTo>
                  <a:pt x="503814" y="22821"/>
                </a:lnTo>
                <a:lnTo>
                  <a:pt x="506138" y="21815"/>
                </a:lnTo>
                <a:close/>
              </a:path>
              <a:path w="525145" h="31114">
                <a:moveTo>
                  <a:pt x="503291" y="21815"/>
                </a:moveTo>
                <a:lnTo>
                  <a:pt x="497276" y="21815"/>
                </a:lnTo>
                <a:lnTo>
                  <a:pt x="499414" y="22623"/>
                </a:lnTo>
                <a:lnTo>
                  <a:pt x="500316" y="22623"/>
                </a:lnTo>
                <a:lnTo>
                  <a:pt x="503291" y="21815"/>
                </a:lnTo>
                <a:close/>
              </a:path>
              <a:path w="525145" h="31114">
                <a:moveTo>
                  <a:pt x="505812" y="21815"/>
                </a:moveTo>
                <a:lnTo>
                  <a:pt x="503291" y="21815"/>
                </a:lnTo>
                <a:lnTo>
                  <a:pt x="500316" y="22623"/>
                </a:lnTo>
                <a:lnTo>
                  <a:pt x="494057" y="22623"/>
                </a:lnTo>
                <a:lnTo>
                  <a:pt x="505812" y="21815"/>
                </a:lnTo>
                <a:close/>
              </a:path>
              <a:path w="525145" h="31114">
                <a:moveTo>
                  <a:pt x="510041" y="20713"/>
                </a:moveTo>
                <a:lnTo>
                  <a:pt x="508787" y="20713"/>
                </a:lnTo>
                <a:lnTo>
                  <a:pt x="506138" y="21815"/>
                </a:lnTo>
                <a:lnTo>
                  <a:pt x="504273" y="22623"/>
                </a:lnTo>
                <a:lnTo>
                  <a:pt x="498739" y="22623"/>
                </a:lnTo>
                <a:lnTo>
                  <a:pt x="506535" y="21815"/>
                </a:lnTo>
                <a:lnTo>
                  <a:pt x="511526" y="21120"/>
                </a:lnTo>
                <a:lnTo>
                  <a:pt x="508152" y="21120"/>
                </a:lnTo>
                <a:lnTo>
                  <a:pt x="509041" y="20955"/>
                </a:lnTo>
                <a:lnTo>
                  <a:pt x="510041" y="20713"/>
                </a:lnTo>
                <a:close/>
              </a:path>
              <a:path w="525145" h="31114">
                <a:moveTo>
                  <a:pt x="54369" y="14135"/>
                </a:moveTo>
                <a:lnTo>
                  <a:pt x="53345" y="14732"/>
                </a:lnTo>
                <a:lnTo>
                  <a:pt x="53096" y="14909"/>
                </a:lnTo>
                <a:lnTo>
                  <a:pt x="51529" y="18973"/>
                </a:lnTo>
                <a:lnTo>
                  <a:pt x="51441" y="19773"/>
                </a:lnTo>
                <a:lnTo>
                  <a:pt x="52197" y="21815"/>
                </a:lnTo>
                <a:lnTo>
                  <a:pt x="52320" y="19773"/>
                </a:lnTo>
                <a:lnTo>
                  <a:pt x="52562" y="17741"/>
                </a:lnTo>
                <a:lnTo>
                  <a:pt x="52677" y="16827"/>
                </a:lnTo>
                <a:lnTo>
                  <a:pt x="52730" y="16408"/>
                </a:lnTo>
                <a:lnTo>
                  <a:pt x="54269" y="14274"/>
                </a:lnTo>
                <a:lnTo>
                  <a:pt x="54369" y="14135"/>
                </a:lnTo>
                <a:close/>
              </a:path>
              <a:path w="525145" h="31114">
                <a:moveTo>
                  <a:pt x="508787" y="20713"/>
                </a:moveTo>
                <a:lnTo>
                  <a:pt x="507357" y="21120"/>
                </a:lnTo>
                <a:lnTo>
                  <a:pt x="507818" y="21120"/>
                </a:lnTo>
                <a:lnTo>
                  <a:pt x="508787" y="20713"/>
                </a:lnTo>
                <a:close/>
              </a:path>
              <a:path w="525145" h="31114">
                <a:moveTo>
                  <a:pt x="514290" y="19773"/>
                </a:moveTo>
                <a:lnTo>
                  <a:pt x="513938" y="19773"/>
                </a:lnTo>
                <a:lnTo>
                  <a:pt x="509041" y="20955"/>
                </a:lnTo>
                <a:lnTo>
                  <a:pt x="508152" y="21120"/>
                </a:lnTo>
                <a:lnTo>
                  <a:pt x="511011" y="21120"/>
                </a:lnTo>
                <a:lnTo>
                  <a:pt x="513279" y="20713"/>
                </a:lnTo>
                <a:lnTo>
                  <a:pt x="513488" y="20713"/>
                </a:lnTo>
                <a:lnTo>
                  <a:pt x="512505" y="20459"/>
                </a:lnTo>
                <a:lnTo>
                  <a:pt x="509718" y="20459"/>
                </a:lnTo>
                <a:lnTo>
                  <a:pt x="514290" y="19773"/>
                </a:lnTo>
                <a:close/>
              </a:path>
              <a:path w="525145" h="31114">
                <a:moveTo>
                  <a:pt x="519312" y="19773"/>
                </a:moveTo>
                <a:lnTo>
                  <a:pt x="517677" y="19773"/>
                </a:lnTo>
                <a:lnTo>
                  <a:pt x="507390" y="20459"/>
                </a:lnTo>
                <a:lnTo>
                  <a:pt x="514697" y="20459"/>
                </a:lnTo>
                <a:lnTo>
                  <a:pt x="513279" y="20713"/>
                </a:lnTo>
                <a:lnTo>
                  <a:pt x="513488" y="20713"/>
                </a:lnTo>
                <a:lnTo>
                  <a:pt x="515059" y="21120"/>
                </a:lnTo>
                <a:lnTo>
                  <a:pt x="515502" y="20955"/>
                </a:lnTo>
                <a:lnTo>
                  <a:pt x="519312" y="19773"/>
                </a:lnTo>
                <a:close/>
              </a:path>
              <a:path w="525145" h="31114">
                <a:moveTo>
                  <a:pt x="514697" y="20459"/>
                </a:moveTo>
                <a:lnTo>
                  <a:pt x="512505" y="20459"/>
                </a:lnTo>
                <a:lnTo>
                  <a:pt x="513488" y="20713"/>
                </a:lnTo>
                <a:lnTo>
                  <a:pt x="513279" y="20713"/>
                </a:lnTo>
                <a:lnTo>
                  <a:pt x="514697" y="20459"/>
                </a:lnTo>
                <a:close/>
              </a:path>
              <a:path w="525145" h="31114">
                <a:moveTo>
                  <a:pt x="513938" y="19773"/>
                </a:moveTo>
                <a:lnTo>
                  <a:pt x="509930" y="19773"/>
                </a:lnTo>
                <a:lnTo>
                  <a:pt x="512445" y="20459"/>
                </a:lnTo>
                <a:lnTo>
                  <a:pt x="511095" y="20459"/>
                </a:lnTo>
                <a:lnTo>
                  <a:pt x="513938" y="19773"/>
                </a:lnTo>
                <a:close/>
              </a:path>
              <a:path w="525145" h="31114">
                <a:moveTo>
                  <a:pt x="517677" y="19773"/>
                </a:moveTo>
                <a:lnTo>
                  <a:pt x="514290" y="19773"/>
                </a:lnTo>
                <a:lnTo>
                  <a:pt x="509718" y="20459"/>
                </a:lnTo>
                <a:lnTo>
                  <a:pt x="507390" y="20459"/>
                </a:lnTo>
                <a:lnTo>
                  <a:pt x="517677" y="19773"/>
                </a:lnTo>
                <a:close/>
              </a:path>
              <a:path w="525145" h="31114">
                <a:moveTo>
                  <a:pt x="521200" y="19773"/>
                </a:moveTo>
                <a:lnTo>
                  <a:pt x="519312" y="19773"/>
                </a:lnTo>
                <a:lnTo>
                  <a:pt x="517099" y="20459"/>
                </a:lnTo>
                <a:lnTo>
                  <a:pt x="514502" y="20459"/>
                </a:lnTo>
                <a:lnTo>
                  <a:pt x="521200" y="19773"/>
                </a:lnTo>
                <a:close/>
              </a:path>
              <a:path w="525145" h="31114">
                <a:moveTo>
                  <a:pt x="523723" y="14475"/>
                </a:moveTo>
                <a:lnTo>
                  <a:pt x="519044" y="19773"/>
                </a:lnTo>
                <a:lnTo>
                  <a:pt x="519971" y="19773"/>
                </a:lnTo>
                <a:lnTo>
                  <a:pt x="523646" y="15963"/>
                </a:lnTo>
                <a:lnTo>
                  <a:pt x="523723" y="14475"/>
                </a:lnTo>
                <a:close/>
              </a:path>
              <a:path w="525145" h="31114">
                <a:moveTo>
                  <a:pt x="64441" y="12801"/>
                </a:moveTo>
                <a:lnTo>
                  <a:pt x="63794" y="12801"/>
                </a:lnTo>
                <a:lnTo>
                  <a:pt x="70600" y="19481"/>
                </a:lnTo>
                <a:lnTo>
                  <a:pt x="70510" y="18973"/>
                </a:lnTo>
                <a:lnTo>
                  <a:pt x="68605" y="15125"/>
                </a:lnTo>
                <a:lnTo>
                  <a:pt x="68224" y="14732"/>
                </a:lnTo>
                <a:lnTo>
                  <a:pt x="67093" y="13364"/>
                </a:lnTo>
                <a:lnTo>
                  <a:pt x="66319" y="13093"/>
                </a:lnTo>
                <a:lnTo>
                  <a:pt x="64441" y="12801"/>
                </a:lnTo>
                <a:close/>
              </a:path>
              <a:path w="525145" h="31114">
                <a:moveTo>
                  <a:pt x="67093" y="13364"/>
                </a:moveTo>
                <a:lnTo>
                  <a:pt x="68224" y="14732"/>
                </a:lnTo>
                <a:lnTo>
                  <a:pt x="68605" y="15125"/>
                </a:lnTo>
                <a:lnTo>
                  <a:pt x="70510" y="18973"/>
                </a:lnTo>
                <a:lnTo>
                  <a:pt x="70510" y="19481"/>
                </a:lnTo>
                <a:lnTo>
                  <a:pt x="105107" y="19481"/>
                </a:lnTo>
                <a:lnTo>
                  <a:pt x="103149" y="17221"/>
                </a:lnTo>
                <a:lnTo>
                  <a:pt x="81686" y="14909"/>
                </a:lnTo>
                <a:lnTo>
                  <a:pt x="73120" y="14135"/>
                </a:lnTo>
                <a:lnTo>
                  <a:pt x="69367" y="14135"/>
                </a:lnTo>
                <a:lnTo>
                  <a:pt x="67825" y="13766"/>
                </a:lnTo>
                <a:lnTo>
                  <a:pt x="68586" y="13766"/>
                </a:lnTo>
                <a:lnTo>
                  <a:pt x="67093" y="13364"/>
                </a:lnTo>
                <a:close/>
              </a:path>
              <a:path w="525145" h="31114">
                <a:moveTo>
                  <a:pt x="497370" y="6616"/>
                </a:moveTo>
                <a:lnTo>
                  <a:pt x="497230" y="6616"/>
                </a:lnTo>
                <a:lnTo>
                  <a:pt x="496825" y="7120"/>
                </a:lnTo>
                <a:lnTo>
                  <a:pt x="492220" y="12274"/>
                </a:lnTo>
                <a:lnTo>
                  <a:pt x="492237" y="12407"/>
                </a:lnTo>
                <a:lnTo>
                  <a:pt x="492358" y="13364"/>
                </a:lnTo>
                <a:lnTo>
                  <a:pt x="492455" y="14135"/>
                </a:lnTo>
                <a:lnTo>
                  <a:pt x="492581" y="15125"/>
                </a:lnTo>
                <a:lnTo>
                  <a:pt x="492687" y="15963"/>
                </a:lnTo>
                <a:lnTo>
                  <a:pt x="492779" y="17451"/>
                </a:lnTo>
                <a:lnTo>
                  <a:pt x="492932" y="17741"/>
                </a:lnTo>
                <a:lnTo>
                  <a:pt x="520838" y="17741"/>
                </a:lnTo>
                <a:lnTo>
                  <a:pt x="523723" y="14475"/>
                </a:lnTo>
                <a:lnTo>
                  <a:pt x="523847" y="12084"/>
                </a:lnTo>
                <a:lnTo>
                  <a:pt x="523960" y="10287"/>
                </a:lnTo>
                <a:lnTo>
                  <a:pt x="524064" y="8953"/>
                </a:lnTo>
                <a:lnTo>
                  <a:pt x="523917" y="8407"/>
                </a:lnTo>
                <a:lnTo>
                  <a:pt x="523474" y="7289"/>
                </a:lnTo>
                <a:lnTo>
                  <a:pt x="523407" y="7120"/>
                </a:lnTo>
                <a:lnTo>
                  <a:pt x="495980" y="7120"/>
                </a:lnTo>
                <a:lnTo>
                  <a:pt x="497370" y="6616"/>
                </a:lnTo>
                <a:close/>
              </a:path>
              <a:path w="525145" h="31114">
                <a:moveTo>
                  <a:pt x="515992" y="526"/>
                </a:moveTo>
                <a:lnTo>
                  <a:pt x="511242" y="526"/>
                </a:lnTo>
                <a:lnTo>
                  <a:pt x="504288" y="1752"/>
                </a:lnTo>
                <a:lnTo>
                  <a:pt x="505928" y="1752"/>
                </a:lnTo>
                <a:lnTo>
                  <a:pt x="498764" y="2407"/>
                </a:lnTo>
                <a:lnTo>
                  <a:pt x="500364" y="2407"/>
                </a:lnTo>
                <a:lnTo>
                  <a:pt x="497484" y="3873"/>
                </a:lnTo>
                <a:lnTo>
                  <a:pt x="494944" y="5016"/>
                </a:lnTo>
                <a:lnTo>
                  <a:pt x="493905" y="6159"/>
                </a:lnTo>
                <a:lnTo>
                  <a:pt x="493547" y="6616"/>
                </a:lnTo>
                <a:lnTo>
                  <a:pt x="493036" y="7120"/>
                </a:lnTo>
                <a:lnTo>
                  <a:pt x="491404" y="11828"/>
                </a:lnTo>
                <a:lnTo>
                  <a:pt x="491432" y="14135"/>
                </a:lnTo>
                <a:lnTo>
                  <a:pt x="491555" y="15125"/>
                </a:lnTo>
                <a:lnTo>
                  <a:pt x="492658" y="17221"/>
                </a:lnTo>
                <a:lnTo>
                  <a:pt x="492779" y="17451"/>
                </a:lnTo>
                <a:lnTo>
                  <a:pt x="492687" y="15963"/>
                </a:lnTo>
                <a:lnTo>
                  <a:pt x="492581" y="15125"/>
                </a:lnTo>
                <a:lnTo>
                  <a:pt x="492455" y="14135"/>
                </a:lnTo>
                <a:lnTo>
                  <a:pt x="492358" y="13364"/>
                </a:lnTo>
                <a:lnTo>
                  <a:pt x="492287" y="12801"/>
                </a:lnTo>
                <a:lnTo>
                  <a:pt x="491850" y="12801"/>
                </a:lnTo>
                <a:lnTo>
                  <a:pt x="491959" y="12407"/>
                </a:lnTo>
                <a:lnTo>
                  <a:pt x="492049" y="12084"/>
                </a:lnTo>
                <a:lnTo>
                  <a:pt x="492120" y="11828"/>
                </a:lnTo>
                <a:lnTo>
                  <a:pt x="492618" y="11828"/>
                </a:lnTo>
                <a:lnTo>
                  <a:pt x="496825" y="7120"/>
                </a:lnTo>
                <a:lnTo>
                  <a:pt x="497230" y="6616"/>
                </a:lnTo>
                <a:lnTo>
                  <a:pt x="523207" y="6616"/>
                </a:lnTo>
                <a:lnTo>
                  <a:pt x="521868" y="3238"/>
                </a:lnTo>
                <a:lnTo>
                  <a:pt x="519642" y="1511"/>
                </a:lnTo>
                <a:lnTo>
                  <a:pt x="519998" y="1511"/>
                </a:lnTo>
                <a:lnTo>
                  <a:pt x="515992" y="526"/>
                </a:lnTo>
                <a:close/>
              </a:path>
              <a:path w="525145" h="31114">
                <a:moveTo>
                  <a:pt x="524133" y="8953"/>
                </a:moveTo>
                <a:lnTo>
                  <a:pt x="524033" y="9347"/>
                </a:lnTo>
                <a:lnTo>
                  <a:pt x="523960" y="10287"/>
                </a:lnTo>
                <a:lnTo>
                  <a:pt x="523847" y="12084"/>
                </a:lnTo>
                <a:lnTo>
                  <a:pt x="523723" y="14475"/>
                </a:lnTo>
                <a:lnTo>
                  <a:pt x="523900" y="14274"/>
                </a:lnTo>
                <a:lnTo>
                  <a:pt x="523997" y="13766"/>
                </a:lnTo>
                <a:lnTo>
                  <a:pt x="524074" y="13364"/>
                </a:lnTo>
                <a:lnTo>
                  <a:pt x="524181" y="12801"/>
                </a:lnTo>
                <a:lnTo>
                  <a:pt x="524282" y="12274"/>
                </a:lnTo>
                <a:lnTo>
                  <a:pt x="524367" y="11828"/>
                </a:lnTo>
                <a:lnTo>
                  <a:pt x="524458" y="11353"/>
                </a:lnTo>
                <a:lnTo>
                  <a:pt x="524567" y="10781"/>
                </a:lnTo>
                <a:lnTo>
                  <a:pt x="524662" y="10287"/>
                </a:lnTo>
                <a:lnTo>
                  <a:pt x="524133" y="8953"/>
                </a:lnTo>
                <a:close/>
              </a:path>
              <a:path w="525145" h="31114">
                <a:moveTo>
                  <a:pt x="56581" y="12801"/>
                </a:moveTo>
                <a:lnTo>
                  <a:pt x="55956" y="13093"/>
                </a:lnTo>
                <a:lnTo>
                  <a:pt x="54635" y="13766"/>
                </a:lnTo>
                <a:lnTo>
                  <a:pt x="54369" y="14135"/>
                </a:lnTo>
                <a:lnTo>
                  <a:pt x="56581" y="12801"/>
                </a:lnTo>
                <a:close/>
              </a:path>
              <a:path w="525145" h="31114">
                <a:moveTo>
                  <a:pt x="68425" y="13766"/>
                </a:moveTo>
                <a:lnTo>
                  <a:pt x="67825" y="13766"/>
                </a:lnTo>
                <a:lnTo>
                  <a:pt x="69367" y="14135"/>
                </a:lnTo>
                <a:lnTo>
                  <a:pt x="68425" y="13766"/>
                </a:lnTo>
                <a:close/>
              </a:path>
              <a:path w="525145" h="31114">
                <a:moveTo>
                  <a:pt x="69047" y="13766"/>
                </a:moveTo>
                <a:lnTo>
                  <a:pt x="68425" y="13766"/>
                </a:lnTo>
                <a:lnTo>
                  <a:pt x="69367" y="14135"/>
                </a:lnTo>
                <a:lnTo>
                  <a:pt x="73120" y="14135"/>
                </a:lnTo>
                <a:lnTo>
                  <a:pt x="69047" y="13766"/>
                </a:lnTo>
                <a:close/>
              </a:path>
              <a:path w="525145" h="31114">
                <a:moveTo>
                  <a:pt x="66627" y="12801"/>
                </a:moveTo>
                <a:lnTo>
                  <a:pt x="64441" y="12801"/>
                </a:lnTo>
                <a:lnTo>
                  <a:pt x="66319" y="13093"/>
                </a:lnTo>
                <a:lnTo>
                  <a:pt x="67093" y="13364"/>
                </a:lnTo>
                <a:lnTo>
                  <a:pt x="66627" y="12801"/>
                </a:lnTo>
                <a:close/>
              </a:path>
              <a:path w="525145" h="31114">
                <a:moveTo>
                  <a:pt x="492163" y="11828"/>
                </a:moveTo>
                <a:lnTo>
                  <a:pt x="492049" y="12084"/>
                </a:lnTo>
                <a:lnTo>
                  <a:pt x="491959" y="12407"/>
                </a:lnTo>
                <a:lnTo>
                  <a:pt x="491850" y="12801"/>
                </a:lnTo>
                <a:lnTo>
                  <a:pt x="492100" y="12407"/>
                </a:lnTo>
                <a:lnTo>
                  <a:pt x="492163" y="11828"/>
                </a:lnTo>
                <a:close/>
              </a:path>
              <a:path w="525145" h="31114">
                <a:moveTo>
                  <a:pt x="492220" y="12274"/>
                </a:moveTo>
                <a:lnTo>
                  <a:pt x="491748" y="12801"/>
                </a:lnTo>
                <a:lnTo>
                  <a:pt x="492287" y="12801"/>
                </a:lnTo>
                <a:lnTo>
                  <a:pt x="492220" y="12274"/>
                </a:lnTo>
                <a:close/>
              </a:path>
              <a:path w="525145" h="31114">
                <a:moveTo>
                  <a:pt x="492618" y="11828"/>
                </a:moveTo>
                <a:lnTo>
                  <a:pt x="492163" y="11828"/>
                </a:lnTo>
                <a:lnTo>
                  <a:pt x="492220" y="12274"/>
                </a:lnTo>
                <a:lnTo>
                  <a:pt x="492618" y="11828"/>
                </a:lnTo>
                <a:close/>
              </a:path>
              <a:path w="525145" h="31114">
                <a:moveTo>
                  <a:pt x="60604" y="10490"/>
                </a:moveTo>
                <a:lnTo>
                  <a:pt x="57843" y="12084"/>
                </a:lnTo>
                <a:lnTo>
                  <a:pt x="60477" y="11163"/>
                </a:lnTo>
                <a:lnTo>
                  <a:pt x="62234" y="10781"/>
                </a:lnTo>
                <a:lnTo>
                  <a:pt x="60604" y="10490"/>
                </a:lnTo>
                <a:close/>
              </a:path>
              <a:path w="525145" h="31114">
                <a:moveTo>
                  <a:pt x="519998" y="1511"/>
                </a:moveTo>
                <a:lnTo>
                  <a:pt x="519642" y="1511"/>
                </a:lnTo>
                <a:lnTo>
                  <a:pt x="521868" y="3238"/>
                </a:lnTo>
                <a:lnTo>
                  <a:pt x="524133" y="8953"/>
                </a:lnTo>
                <a:lnTo>
                  <a:pt x="524245" y="6616"/>
                </a:lnTo>
                <a:lnTo>
                  <a:pt x="524281" y="6159"/>
                </a:lnTo>
                <a:lnTo>
                  <a:pt x="520979" y="1752"/>
                </a:lnTo>
                <a:lnTo>
                  <a:pt x="519998" y="1511"/>
                </a:lnTo>
                <a:close/>
              </a:path>
              <a:path w="525145" h="31114">
                <a:moveTo>
                  <a:pt x="498754" y="6616"/>
                </a:moveTo>
                <a:lnTo>
                  <a:pt x="497370" y="6616"/>
                </a:lnTo>
                <a:lnTo>
                  <a:pt x="495980" y="7120"/>
                </a:lnTo>
                <a:lnTo>
                  <a:pt x="495700" y="7120"/>
                </a:lnTo>
                <a:lnTo>
                  <a:pt x="498754" y="6616"/>
                </a:lnTo>
                <a:close/>
              </a:path>
              <a:path w="525145" h="31114">
                <a:moveTo>
                  <a:pt x="523207" y="6616"/>
                </a:moveTo>
                <a:lnTo>
                  <a:pt x="498754" y="6616"/>
                </a:lnTo>
                <a:lnTo>
                  <a:pt x="495700" y="7120"/>
                </a:lnTo>
                <a:lnTo>
                  <a:pt x="523407" y="7120"/>
                </a:lnTo>
                <a:lnTo>
                  <a:pt x="523207" y="6616"/>
                </a:lnTo>
                <a:close/>
              </a:path>
              <a:path w="525145" h="31114">
                <a:moveTo>
                  <a:pt x="513327" y="0"/>
                </a:moveTo>
                <a:lnTo>
                  <a:pt x="509195" y="0"/>
                </a:lnTo>
                <a:lnTo>
                  <a:pt x="502401" y="1752"/>
                </a:lnTo>
                <a:lnTo>
                  <a:pt x="500567" y="2407"/>
                </a:lnTo>
                <a:lnTo>
                  <a:pt x="498764" y="2407"/>
                </a:lnTo>
                <a:lnTo>
                  <a:pt x="505928" y="1752"/>
                </a:lnTo>
                <a:lnTo>
                  <a:pt x="504288" y="1752"/>
                </a:lnTo>
                <a:lnTo>
                  <a:pt x="511242" y="526"/>
                </a:lnTo>
                <a:lnTo>
                  <a:pt x="516287" y="526"/>
                </a:lnTo>
                <a:lnTo>
                  <a:pt x="513327" y="0"/>
                </a:lnTo>
                <a:close/>
              </a:path>
              <a:path w="525145" h="31114">
                <a:moveTo>
                  <a:pt x="516287" y="526"/>
                </a:moveTo>
                <a:lnTo>
                  <a:pt x="515992" y="526"/>
                </a:lnTo>
                <a:lnTo>
                  <a:pt x="519998" y="1511"/>
                </a:lnTo>
                <a:lnTo>
                  <a:pt x="519642" y="1511"/>
                </a:lnTo>
                <a:lnTo>
                  <a:pt x="518693" y="774"/>
                </a:lnTo>
                <a:lnTo>
                  <a:pt x="516287" y="526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4" name="object 74"/>
          <p:cNvGrpSpPr/>
          <p:nvPr/>
        </p:nvGrpSpPr>
        <p:grpSpPr>
          <a:xfrm>
            <a:off x="6433706" y="1128141"/>
            <a:ext cx="2190750" cy="2779395"/>
            <a:chOff x="6433706" y="1128141"/>
            <a:chExt cx="2190750" cy="2779395"/>
          </a:xfrm>
        </p:grpSpPr>
        <p:pic>
          <p:nvPicPr>
            <p:cNvPr id="75" name="object 7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210425" y="1495298"/>
              <a:ext cx="1413509" cy="128346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08672" y="3408933"/>
              <a:ext cx="448563" cy="49853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433706" y="1128141"/>
              <a:ext cx="438990" cy="37973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6957052" y="3238245"/>
              <a:ext cx="838835" cy="57785"/>
            </a:xfrm>
            <a:custGeom>
              <a:avLst/>
              <a:gdLst/>
              <a:ahLst/>
              <a:cxnLst/>
              <a:rect l="l" t="t" r="r" b="b"/>
              <a:pathLst>
                <a:path w="838834" h="57785">
                  <a:moveTo>
                    <a:pt x="17406" y="34543"/>
                  </a:moveTo>
                  <a:lnTo>
                    <a:pt x="16009" y="34925"/>
                  </a:lnTo>
                  <a:lnTo>
                    <a:pt x="13977" y="35813"/>
                  </a:lnTo>
                  <a:lnTo>
                    <a:pt x="9786" y="38481"/>
                  </a:lnTo>
                  <a:lnTo>
                    <a:pt x="1277" y="43306"/>
                  </a:lnTo>
                  <a:lnTo>
                    <a:pt x="310" y="46562"/>
                  </a:lnTo>
                  <a:lnTo>
                    <a:pt x="220" y="46862"/>
                  </a:lnTo>
                  <a:lnTo>
                    <a:pt x="107" y="47243"/>
                  </a:lnTo>
                  <a:lnTo>
                    <a:pt x="0" y="48260"/>
                  </a:lnTo>
                  <a:lnTo>
                    <a:pt x="1577" y="51624"/>
                  </a:lnTo>
                  <a:lnTo>
                    <a:pt x="3690" y="55880"/>
                  </a:lnTo>
                  <a:lnTo>
                    <a:pt x="8389" y="57531"/>
                  </a:lnTo>
                  <a:lnTo>
                    <a:pt x="12453" y="55880"/>
                  </a:lnTo>
                  <a:lnTo>
                    <a:pt x="17660" y="53593"/>
                  </a:lnTo>
                  <a:lnTo>
                    <a:pt x="18422" y="53212"/>
                  </a:lnTo>
                  <a:lnTo>
                    <a:pt x="20996" y="51816"/>
                  </a:lnTo>
                  <a:lnTo>
                    <a:pt x="20200" y="51816"/>
                  </a:lnTo>
                  <a:lnTo>
                    <a:pt x="22867" y="50800"/>
                  </a:lnTo>
                  <a:lnTo>
                    <a:pt x="23629" y="50800"/>
                  </a:lnTo>
                  <a:lnTo>
                    <a:pt x="24677" y="50418"/>
                  </a:lnTo>
                  <a:lnTo>
                    <a:pt x="25534" y="50037"/>
                  </a:lnTo>
                  <a:lnTo>
                    <a:pt x="26273" y="49668"/>
                  </a:lnTo>
                  <a:lnTo>
                    <a:pt x="29598" y="48260"/>
                  </a:lnTo>
                  <a:lnTo>
                    <a:pt x="29598" y="48006"/>
                  </a:lnTo>
                  <a:lnTo>
                    <a:pt x="30646" y="47625"/>
                  </a:lnTo>
                  <a:lnTo>
                    <a:pt x="30792" y="47625"/>
                  </a:lnTo>
                  <a:lnTo>
                    <a:pt x="31402" y="47243"/>
                  </a:lnTo>
                  <a:lnTo>
                    <a:pt x="30487" y="47243"/>
                  </a:lnTo>
                  <a:lnTo>
                    <a:pt x="33488" y="46100"/>
                  </a:lnTo>
                  <a:lnTo>
                    <a:pt x="462369" y="46100"/>
                  </a:lnTo>
                  <a:lnTo>
                    <a:pt x="518548" y="42163"/>
                  </a:lnTo>
                  <a:lnTo>
                    <a:pt x="529343" y="41529"/>
                  </a:lnTo>
                  <a:lnTo>
                    <a:pt x="539378" y="40794"/>
                  </a:lnTo>
                  <a:lnTo>
                    <a:pt x="538563" y="40794"/>
                  </a:lnTo>
                  <a:lnTo>
                    <a:pt x="550552" y="40386"/>
                  </a:lnTo>
                  <a:lnTo>
                    <a:pt x="550933" y="40386"/>
                  </a:lnTo>
                  <a:lnTo>
                    <a:pt x="561095" y="39642"/>
                  </a:lnTo>
                  <a:lnTo>
                    <a:pt x="560631" y="39642"/>
                  </a:lnTo>
                  <a:lnTo>
                    <a:pt x="576968" y="38988"/>
                  </a:lnTo>
                  <a:lnTo>
                    <a:pt x="589414" y="38100"/>
                  </a:lnTo>
                  <a:lnTo>
                    <a:pt x="604910" y="37232"/>
                  </a:lnTo>
                  <a:lnTo>
                    <a:pt x="604285" y="37232"/>
                  </a:lnTo>
                  <a:lnTo>
                    <a:pt x="616084" y="36830"/>
                  </a:lnTo>
                  <a:lnTo>
                    <a:pt x="616465" y="36830"/>
                  </a:lnTo>
                  <a:lnTo>
                    <a:pt x="641230" y="35179"/>
                  </a:lnTo>
                  <a:lnTo>
                    <a:pt x="15755" y="35179"/>
                  </a:lnTo>
                  <a:lnTo>
                    <a:pt x="16221" y="34925"/>
                  </a:lnTo>
                  <a:lnTo>
                    <a:pt x="16416" y="34925"/>
                  </a:lnTo>
                  <a:lnTo>
                    <a:pt x="17406" y="34543"/>
                  </a:lnTo>
                  <a:close/>
                </a:path>
                <a:path w="838834" h="57785">
                  <a:moveTo>
                    <a:pt x="22867" y="50800"/>
                  </a:moveTo>
                  <a:lnTo>
                    <a:pt x="20200" y="51816"/>
                  </a:lnTo>
                  <a:lnTo>
                    <a:pt x="21348" y="51624"/>
                  </a:lnTo>
                  <a:lnTo>
                    <a:pt x="22867" y="50800"/>
                  </a:lnTo>
                  <a:close/>
                </a:path>
                <a:path w="838834" h="57785">
                  <a:moveTo>
                    <a:pt x="21348" y="51624"/>
                  </a:moveTo>
                  <a:lnTo>
                    <a:pt x="20200" y="51816"/>
                  </a:lnTo>
                  <a:lnTo>
                    <a:pt x="20996" y="51816"/>
                  </a:lnTo>
                  <a:lnTo>
                    <a:pt x="21348" y="51624"/>
                  </a:lnTo>
                  <a:close/>
                </a:path>
                <a:path w="838834" h="57785">
                  <a:moveTo>
                    <a:pt x="23629" y="50800"/>
                  </a:moveTo>
                  <a:lnTo>
                    <a:pt x="22867" y="50800"/>
                  </a:lnTo>
                  <a:lnTo>
                    <a:pt x="21348" y="51624"/>
                  </a:lnTo>
                  <a:lnTo>
                    <a:pt x="21568" y="51624"/>
                  </a:lnTo>
                  <a:lnTo>
                    <a:pt x="23629" y="50800"/>
                  </a:lnTo>
                  <a:close/>
                </a:path>
                <a:path w="838834" h="57785">
                  <a:moveTo>
                    <a:pt x="196476" y="51181"/>
                  </a:moveTo>
                  <a:lnTo>
                    <a:pt x="123197" y="51181"/>
                  </a:lnTo>
                  <a:lnTo>
                    <a:pt x="138727" y="51624"/>
                  </a:lnTo>
                  <a:lnTo>
                    <a:pt x="185976" y="51624"/>
                  </a:lnTo>
                  <a:lnTo>
                    <a:pt x="196476" y="51181"/>
                  </a:lnTo>
                  <a:close/>
                </a:path>
                <a:path w="838834" h="57785">
                  <a:moveTo>
                    <a:pt x="209176" y="50800"/>
                  </a:moveTo>
                  <a:lnTo>
                    <a:pt x="114688" y="50800"/>
                  </a:lnTo>
                  <a:lnTo>
                    <a:pt x="120022" y="51181"/>
                  </a:lnTo>
                  <a:lnTo>
                    <a:pt x="203080" y="51181"/>
                  </a:lnTo>
                  <a:lnTo>
                    <a:pt x="209176" y="50800"/>
                  </a:lnTo>
                  <a:close/>
                </a:path>
                <a:path w="838834" h="57785">
                  <a:moveTo>
                    <a:pt x="259977" y="49668"/>
                  </a:moveTo>
                  <a:lnTo>
                    <a:pt x="100192" y="49668"/>
                  </a:lnTo>
                  <a:lnTo>
                    <a:pt x="114519" y="50800"/>
                  </a:lnTo>
                  <a:lnTo>
                    <a:pt x="215272" y="50800"/>
                  </a:lnTo>
                  <a:lnTo>
                    <a:pt x="221749" y="50418"/>
                  </a:lnTo>
                  <a:lnTo>
                    <a:pt x="236989" y="50418"/>
                  </a:lnTo>
                  <a:lnTo>
                    <a:pt x="252102" y="50037"/>
                  </a:lnTo>
                  <a:lnTo>
                    <a:pt x="259977" y="49668"/>
                  </a:lnTo>
                  <a:close/>
                </a:path>
                <a:path w="838834" h="57785">
                  <a:moveTo>
                    <a:pt x="279937" y="48768"/>
                  </a:moveTo>
                  <a:lnTo>
                    <a:pt x="91955" y="48768"/>
                  </a:lnTo>
                  <a:lnTo>
                    <a:pt x="99162" y="49668"/>
                  </a:lnTo>
                  <a:lnTo>
                    <a:pt x="271078" y="49668"/>
                  </a:lnTo>
                  <a:lnTo>
                    <a:pt x="279937" y="48768"/>
                  </a:lnTo>
                  <a:close/>
                </a:path>
                <a:path w="838834" h="57785">
                  <a:moveTo>
                    <a:pt x="321571" y="47243"/>
                  </a:moveTo>
                  <a:lnTo>
                    <a:pt x="76334" y="47243"/>
                  </a:lnTo>
                  <a:lnTo>
                    <a:pt x="80271" y="47625"/>
                  </a:lnTo>
                  <a:lnTo>
                    <a:pt x="86050" y="48260"/>
                  </a:lnTo>
                  <a:lnTo>
                    <a:pt x="84335" y="48260"/>
                  </a:lnTo>
                  <a:lnTo>
                    <a:pt x="92209" y="48768"/>
                  </a:lnTo>
                  <a:lnTo>
                    <a:pt x="278243" y="48768"/>
                  </a:lnTo>
                  <a:lnTo>
                    <a:pt x="293610" y="48006"/>
                  </a:lnTo>
                  <a:lnTo>
                    <a:pt x="292044" y="48006"/>
                  </a:lnTo>
                  <a:lnTo>
                    <a:pt x="321571" y="47243"/>
                  </a:lnTo>
                  <a:close/>
                </a:path>
                <a:path w="838834" h="57785">
                  <a:moveTo>
                    <a:pt x="453569" y="46562"/>
                  </a:moveTo>
                  <a:lnTo>
                    <a:pt x="71622" y="46562"/>
                  </a:lnTo>
                  <a:lnTo>
                    <a:pt x="75826" y="47243"/>
                  </a:lnTo>
                  <a:lnTo>
                    <a:pt x="360941" y="47243"/>
                  </a:lnTo>
                  <a:lnTo>
                    <a:pt x="371736" y="47625"/>
                  </a:lnTo>
                  <a:lnTo>
                    <a:pt x="427235" y="47625"/>
                  </a:lnTo>
                  <a:lnTo>
                    <a:pt x="443745" y="46862"/>
                  </a:lnTo>
                  <a:lnTo>
                    <a:pt x="453569" y="46562"/>
                  </a:lnTo>
                  <a:close/>
                </a:path>
                <a:path w="838834" h="57785">
                  <a:moveTo>
                    <a:pt x="33383" y="46100"/>
                  </a:moveTo>
                  <a:lnTo>
                    <a:pt x="32277" y="46562"/>
                  </a:lnTo>
                  <a:lnTo>
                    <a:pt x="30487" y="47243"/>
                  </a:lnTo>
                  <a:lnTo>
                    <a:pt x="32138" y="46862"/>
                  </a:lnTo>
                  <a:lnTo>
                    <a:pt x="32553" y="46562"/>
                  </a:lnTo>
                  <a:lnTo>
                    <a:pt x="33383" y="46100"/>
                  </a:lnTo>
                  <a:close/>
                </a:path>
                <a:path w="838834" h="57785">
                  <a:moveTo>
                    <a:pt x="32011" y="46862"/>
                  </a:moveTo>
                  <a:lnTo>
                    <a:pt x="30487" y="47243"/>
                  </a:lnTo>
                  <a:lnTo>
                    <a:pt x="31402" y="47243"/>
                  </a:lnTo>
                  <a:lnTo>
                    <a:pt x="32011" y="46862"/>
                  </a:lnTo>
                  <a:close/>
                </a:path>
                <a:path w="838834" h="57785">
                  <a:moveTo>
                    <a:pt x="34742" y="46100"/>
                  </a:moveTo>
                  <a:lnTo>
                    <a:pt x="33383" y="46100"/>
                  </a:lnTo>
                  <a:lnTo>
                    <a:pt x="32011" y="46862"/>
                  </a:lnTo>
                  <a:lnTo>
                    <a:pt x="33161" y="46562"/>
                  </a:lnTo>
                  <a:lnTo>
                    <a:pt x="34742" y="46100"/>
                  </a:lnTo>
                  <a:close/>
                </a:path>
                <a:path w="838834" h="57785">
                  <a:moveTo>
                    <a:pt x="35694" y="46100"/>
                  </a:moveTo>
                  <a:lnTo>
                    <a:pt x="34729" y="46100"/>
                  </a:lnTo>
                  <a:lnTo>
                    <a:pt x="33161" y="46562"/>
                  </a:lnTo>
                  <a:lnTo>
                    <a:pt x="32927" y="46562"/>
                  </a:lnTo>
                  <a:lnTo>
                    <a:pt x="35694" y="46100"/>
                  </a:lnTo>
                  <a:close/>
                </a:path>
                <a:path w="838834" h="57785">
                  <a:moveTo>
                    <a:pt x="37091" y="46100"/>
                  </a:moveTo>
                  <a:lnTo>
                    <a:pt x="36075" y="46100"/>
                  </a:lnTo>
                  <a:lnTo>
                    <a:pt x="31924" y="46562"/>
                  </a:lnTo>
                  <a:lnTo>
                    <a:pt x="31095" y="46562"/>
                  </a:lnTo>
                  <a:lnTo>
                    <a:pt x="37091" y="46100"/>
                  </a:lnTo>
                  <a:close/>
                </a:path>
                <a:path w="838834" h="57785">
                  <a:moveTo>
                    <a:pt x="66111" y="46100"/>
                  </a:moveTo>
                  <a:lnTo>
                    <a:pt x="63211" y="46100"/>
                  </a:lnTo>
                  <a:lnTo>
                    <a:pt x="72744" y="46562"/>
                  </a:lnTo>
                  <a:lnTo>
                    <a:pt x="66111" y="46100"/>
                  </a:lnTo>
                  <a:close/>
                </a:path>
                <a:path w="838834" h="57785">
                  <a:moveTo>
                    <a:pt x="67444" y="46100"/>
                  </a:moveTo>
                  <a:lnTo>
                    <a:pt x="66111" y="46100"/>
                  </a:lnTo>
                  <a:lnTo>
                    <a:pt x="72799" y="46562"/>
                  </a:lnTo>
                  <a:lnTo>
                    <a:pt x="69290" y="46562"/>
                  </a:lnTo>
                  <a:lnTo>
                    <a:pt x="67444" y="46100"/>
                  </a:lnTo>
                  <a:close/>
                </a:path>
                <a:path w="838834" h="57785">
                  <a:moveTo>
                    <a:pt x="462369" y="46100"/>
                  </a:moveTo>
                  <a:lnTo>
                    <a:pt x="67444" y="46100"/>
                  </a:lnTo>
                  <a:lnTo>
                    <a:pt x="69290" y="46562"/>
                  </a:lnTo>
                  <a:lnTo>
                    <a:pt x="455351" y="46562"/>
                  </a:lnTo>
                  <a:lnTo>
                    <a:pt x="462369" y="46100"/>
                  </a:lnTo>
                  <a:close/>
                </a:path>
                <a:path w="838834" h="57785">
                  <a:moveTo>
                    <a:pt x="111090" y="31368"/>
                  </a:moveTo>
                  <a:lnTo>
                    <a:pt x="22994" y="31368"/>
                  </a:lnTo>
                  <a:lnTo>
                    <a:pt x="21470" y="32131"/>
                  </a:lnTo>
                  <a:lnTo>
                    <a:pt x="18434" y="33776"/>
                  </a:lnTo>
                  <a:lnTo>
                    <a:pt x="16920" y="34543"/>
                  </a:lnTo>
                  <a:lnTo>
                    <a:pt x="15755" y="35179"/>
                  </a:lnTo>
                  <a:lnTo>
                    <a:pt x="16416" y="34925"/>
                  </a:lnTo>
                  <a:lnTo>
                    <a:pt x="16009" y="34925"/>
                  </a:lnTo>
                  <a:lnTo>
                    <a:pt x="17406" y="34543"/>
                  </a:lnTo>
                  <a:lnTo>
                    <a:pt x="650755" y="34543"/>
                  </a:lnTo>
                  <a:lnTo>
                    <a:pt x="662269" y="33776"/>
                  </a:lnTo>
                  <a:lnTo>
                    <a:pt x="673615" y="33274"/>
                  </a:lnTo>
                  <a:lnTo>
                    <a:pt x="673361" y="33274"/>
                  </a:lnTo>
                  <a:lnTo>
                    <a:pt x="684156" y="32893"/>
                  </a:lnTo>
                  <a:lnTo>
                    <a:pt x="684537" y="32893"/>
                  </a:lnTo>
                  <a:lnTo>
                    <a:pt x="694253" y="32131"/>
                  </a:lnTo>
                  <a:lnTo>
                    <a:pt x="132595" y="32131"/>
                  </a:lnTo>
                  <a:lnTo>
                    <a:pt x="119684" y="31762"/>
                  </a:lnTo>
                  <a:lnTo>
                    <a:pt x="116069" y="31762"/>
                  </a:lnTo>
                  <a:lnTo>
                    <a:pt x="111090" y="31368"/>
                  </a:lnTo>
                  <a:close/>
                </a:path>
                <a:path w="838834" h="57785">
                  <a:moveTo>
                    <a:pt x="650755" y="34543"/>
                  </a:moveTo>
                  <a:lnTo>
                    <a:pt x="17406" y="34543"/>
                  </a:lnTo>
                  <a:lnTo>
                    <a:pt x="15755" y="35179"/>
                  </a:lnTo>
                  <a:lnTo>
                    <a:pt x="641230" y="35179"/>
                  </a:lnTo>
                  <a:lnTo>
                    <a:pt x="650755" y="34543"/>
                  </a:lnTo>
                  <a:close/>
                </a:path>
                <a:path w="838834" h="57785">
                  <a:moveTo>
                    <a:pt x="734580" y="29011"/>
                  </a:moveTo>
                  <a:lnTo>
                    <a:pt x="285748" y="29011"/>
                  </a:lnTo>
                  <a:lnTo>
                    <a:pt x="275978" y="29337"/>
                  </a:lnTo>
                  <a:lnTo>
                    <a:pt x="279407" y="29337"/>
                  </a:lnTo>
                  <a:lnTo>
                    <a:pt x="271428" y="30001"/>
                  </a:lnTo>
                  <a:lnTo>
                    <a:pt x="236481" y="30987"/>
                  </a:lnTo>
                  <a:lnTo>
                    <a:pt x="220733" y="30987"/>
                  </a:lnTo>
                  <a:lnTo>
                    <a:pt x="214256" y="31368"/>
                  </a:lnTo>
                  <a:lnTo>
                    <a:pt x="208033" y="31368"/>
                  </a:lnTo>
                  <a:lnTo>
                    <a:pt x="201744" y="31762"/>
                  </a:lnTo>
                  <a:lnTo>
                    <a:pt x="195305" y="31762"/>
                  </a:lnTo>
                  <a:lnTo>
                    <a:pt x="186697" y="32131"/>
                  </a:lnTo>
                  <a:lnTo>
                    <a:pt x="694253" y="32131"/>
                  </a:lnTo>
                  <a:lnTo>
                    <a:pt x="703968" y="31368"/>
                  </a:lnTo>
                  <a:lnTo>
                    <a:pt x="715587" y="30635"/>
                  </a:lnTo>
                  <a:lnTo>
                    <a:pt x="716094" y="30635"/>
                  </a:lnTo>
                  <a:lnTo>
                    <a:pt x="734580" y="29011"/>
                  </a:lnTo>
                  <a:close/>
                </a:path>
                <a:path w="838834" h="57785">
                  <a:moveTo>
                    <a:pt x="71085" y="27431"/>
                  </a:moveTo>
                  <a:lnTo>
                    <a:pt x="34932" y="27431"/>
                  </a:lnTo>
                  <a:lnTo>
                    <a:pt x="31479" y="27846"/>
                  </a:lnTo>
                  <a:lnTo>
                    <a:pt x="31635" y="27846"/>
                  </a:lnTo>
                  <a:lnTo>
                    <a:pt x="28963" y="28575"/>
                  </a:lnTo>
                  <a:lnTo>
                    <a:pt x="27058" y="29337"/>
                  </a:lnTo>
                  <a:lnTo>
                    <a:pt x="27693" y="29337"/>
                  </a:lnTo>
                  <a:lnTo>
                    <a:pt x="24369" y="30001"/>
                  </a:lnTo>
                  <a:lnTo>
                    <a:pt x="25164" y="30001"/>
                  </a:lnTo>
                  <a:lnTo>
                    <a:pt x="22994" y="30987"/>
                  </a:lnTo>
                  <a:lnTo>
                    <a:pt x="21962" y="31762"/>
                  </a:lnTo>
                  <a:lnTo>
                    <a:pt x="22994" y="31368"/>
                  </a:lnTo>
                  <a:lnTo>
                    <a:pt x="111090" y="31368"/>
                  </a:lnTo>
                  <a:lnTo>
                    <a:pt x="101795" y="30635"/>
                  </a:lnTo>
                  <a:lnTo>
                    <a:pt x="100563" y="30635"/>
                  </a:lnTo>
                  <a:lnTo>
                    <a:pt x="95497" y="30001"/>
                  </a:lnTo>
                  <a:lnTo>
                    <a:pt x="82176" y="28575"/>
                  </a:lnTo>
                  <a:lnTo>
                    <a:pt x="79382" y="28575"/>
                  </a:lnTo>
                  <a:lnTo>
                    <a:pt x="75011" y="27846"/>
                  </a:lnTo>
                  <a:lnTo>
                    <a:pt x="71085" y="27431"/>
                  </a:lnTo>
                  <a:close/>
                </a:path>
                <a:path w="838834" h="57785">
                  <a:moveTo>
                    <a:pt x="114180" y="31368"/>
                  </a:moveTo>
                  <a:lnTo>
                    <a:pt x="114377" y="31762"/>
                  </a:lnTo>
                  <a:lnTo>
                    <a:pt x="119684" y="31762"/>
                  </a:lnTo>
                  <a:lnTo>
                    <a:pt x="114180" y="31368"/>
                  </a:lnTo>
                  <a:close/>
                </a:path>
                <a:path w="838834" h="57785">
                  <a:moveTo>
                    <a:pt x="98451" y="30371"/>
                  </a:moveTo>
                  <a:lnTo>
                    <a:pt x="100563" y="30635"/>
                  </a:lnTo>
                  <a:lnTo>
                    <a:pt x="101795" y="30635"/>
                  </a:lnTo>
                  <a:lnTo>
                    <a:pt x="98451" y="30371"/>
                  </a:lnTo>
                  <a:close/>
                </a:path>
                <a:path w="838834" h="57785">
                  <a:moveTo>
                    <a:pt x="362522" y="27846"/>
                  </a:moveTo>
                  <a:lnTo>
                    <a:pt x="319551" y="27846"/>
                  </a:lnTo>
                  <a:lnTo>
                    <a:pt x="303791" y="28193"/>
                  </a:lnTo>
                  <a:lnTo>
                    <a:pt x="286265" y="29011"/>
                  </a:lnTo>
                  <a:lnTo>
                    <a:pt x="733265" y="29011"/>
                  </a:lnTo>
                  <a:lnTo>
                    <a:pt x="743592" y="28575"/>
                  </a:lnTo>
                  <a:lnTo>
                    <a:pt x="744100" y="28575"/>
                  </a:lnTo>
                  <a:lnTo>
                    <a:pt x="748418" y="28193"/>
                  </a:lnTo>
                  <a:lnTo>
                    <a:pt x="372371" y="28193"/>
                  </a:lnTo>
                  <a:lnTo>
                    <a:pt x="362522" y="27846"/>
                  </a:lnTo>
                  <a:close/>
                </a:path>
                <a:path w="838834" h="57785">
                  <a:moveTo>
                    <a:pt x="823433" y="20319"/>
                  </a:moveTo>
                  <a:lnTo>
                    <a:pt x="558448" y="20319"/>
                  </a:lnTo>
                  <a:lnTo>
                    <a:pt x="549437" y="20971"/>
                  </a:lnTo>
                  <a:lnTo>
                    <a:pt x="538741" y="21336"/>
                  </a:lnTo>
                  <a:lnTo>
                    <a:pt x="528073" y="21843"/>
                  </a:lnTo>
                  <a:lnTo>
                    <a:pt x="495942" y="24130"/>
                  </a:lnTo>
                  <a:lnTo>
                    <a:pt x="482226" y="25273"/>
                  </a:lnTo>
                  <a:lnTo>
                    <a:pt x="454979" y="27072"/>
                  </a:lnTo>
                  <a:lnTo>
                    <a:pt x="443110" y="27431"/>
                  </a:lnTo>
                  <a:lnTo>
                    <a:pt x="426346" y="28193"/>
                  </a:lnTo>
                  <a:lnTo>
                    <a:pt x="748418" y="28193"/>
                  </a:lnTo>
                  <a:lnTo>
                    <a:pt x="752358" y="27846"/>
                  </a:lnTo>
                  <a:lnTo>
                    <a:pt x="751633" y="27846"/>
                  </a:lnTo>
                  <a:lnTo>
                    <a:pt x="760610" y="27431"/>
                  </a:lnTo>
                  <a:lnTo>
                    <a:pt x="761118" y="27431"/>
                  </a:lnTo>
                  <a:lnTo>
                    <a:pt x="765362" y="27072"/>
                  </a:lnTo>
                  <a:lnTo>
                    <a:pt x="763274" y="27072"/>
                  </a:lnTo>
                  <a:lnTo>
                    <a:pt x="775088" y="26416"/>
                  </a:lnTo>
                  <a:lnTo>
                    <a:pt x="775723" y="26416"/>
                  </a:lnTo>
                  <a:lnTo>
                    <a:pt x="786688" y="25018"/>
                  </a:lnTo>
                  <a:lnTo>
                    <a:pt x="787407" y="25018"/>
                  </a:lnTo>
                  <a:lnTo>
                    <a:pt x="798202" y="23875"/>
                  </a:lnTo>
                  <a:lnTo>
                    <a:pt x="804945" y="22671"/>
                  </a:lnTo>
                  <a:lnTo>
                    <a:pt x="804360" y="22671"/>
                  </a:lnTo>
                  <a:lnTo>
                    <a:pt x="816109" y="21336"/>
                  </a:lnTo>
                  <a:lnTo>
                    <a:pt x="815855" y="21336"/>
                  </a:lnTo>
                  <a:lnTo>
                    <a:pt x="819258" y="20971"/>
                  </a:lnTo>
                  <a:lnTo>
                    <a:pt x="823433" y="20319"/>
                  </a:lnTo>
                  <a:close/>
                </a:path>
                <a:path w="838834" h="57785">
                  <a:moveTo>
                    <a:pt x="64541" y="27072"/>
                  </a:moveTo>
                  <a:lnTo>
                    <a:pt x="42057" y="27072"/>
                  </a:lnTo>
                  <a:lnTo>
                    <a:pt x="37980" y="27431"/>
                  </a:lnTo>
                  <a:lnTo>
                    <a:pt x="71974" y="27431"/>
                  </a:lnTo>
                  <a:lnTo>
                    <a:pt x="64541" y="27072"/>
                  </a:lnTo>
                  <a:close/>
                </a:path>
                <a:path w="838834" h="57785">
                  <a:moveTo>
                    <a:pt x="815728" y="1650"/>
                  </a:moveTo>
                  <a:lnTo>
                    <a:pt x="814331" y="1650"/>
                  </a:lnTo>
                  <a:lnTo>
                    <a:pt x="813569" y="1905"/>
                  </a:lnTo>
                  <a:lnTo>
                    <a:pt x="802520" y="3175"/>
                  </a:lnTo>
                  <a:lnTo>
                    <a:pt x="802139" y="3175"/>
                  </a:lnTo>
                  <a:lnTo>
                    <a:pt x="795662" y="4444"/>
                  </a:lnTo>
                  <a:lnTo>
                    <a:pt x="795098" y="4444"/>
                  </a:lnTo>
                  <a:lnTo>
                    <a:pt x="785502" y="5461"/>
                  </a:lnTo>
                  <a:lnTo>
                    <a:pt x="785248" y="5461"/>
                  </a:lnTo>
                  <a:lnTo>
                    <a:pt x="779406" y="6223"/>
                  </a:lnTo>
                  <a:lnTo>
                    <a:pt x="773437" y="6731"/>
                  </a:lnTo>
                  <a:lnTo>
                    <a:pt x="774072" y="6731"/>
                  </a:lnTo>
                  <a:lnTo>
                    <a:pt x="767214" y="7238"/>
                  </a:lnTo>
                  <a:lnTo>
                    <a:pt x="766833" y="7238"/>
                  </a:lnTo>
                  <a:lnTo>
                    <a:pt x="759729" y="7949"/>
                  </a:lnTo>
                  <a:lnTo>
                    <a:pt x="758087" y="7949"/>
                  </a:lnTo>
                  <a:lnTo>
                    <a:pt x="751466" y="8255"/>
                  </a:lnTo>
                  <a:lnTo>
                    <a:pt x="751085" y="8255"/>
                  </a:lnTo>
                  <a:lnTo>
                    <a:pt x="742099" y="9047"/>
                  </a:lnTo>
                  <a:lnTo>
                    <a:pt x="733813" y="9398"/>
                  </a:lnTo>
                  <a:lnTo>
                    <a:pt x="733305" y="9398"/>
                  </a:lnTo>
                  <a:lnTo>
                    <a:pt x="714152" y="11222"/>
                  </a:lnTo>
                  <a:lnTo>
                    <a:pt x="682768" y="13361"/>
                  </a:lnTo>
                  <a:lnTo>
                    <a:pt x="672726" y="13716"/>
                  </a:lnTo>
                  <a:lnTo>
                    <a:pt x="672472" y="13716"/>
                  </a:lnTo>
                  <a:lnTo>
                    <a:pt x="615457" y="17381"/>
                  </a:lnTo>
                  <a:lnTo>
                    <a:pt x="612247" y="17381"/>
                  </a:lnTo>
                  <a:lnTo>
                    <a:pt x="604273" y="17653"/>
                  </a:lnTo>
                  <a:lnTo>
                    <a:pt x="604019" y="17653"/>
                  </a:lnTo>
                  <a:lnTo>
                    <a:pt x="575952" y="19431"/>
                  </a:lnTo>
                  <a:lnTo>
                    <a:pt x="557580" y="20319"/>
                  </a:lnTo>
                  <a:lnTo>
                    <a:pt x="824618" y="20319"/>
                  </a:lnTo>
                  <a:lnTo>
                    <a:pt x="828238" y="19938"/>
                  </a:lnTo>
                  <a:lnTo>
                    <a:pt x="826142" y="19938"/>
                  </a:lnTo>
                  <a:lnTo>
                    <a:pt x="828428" y="19685"/>
                  </a:lnTo>
                  <a:lnTo>
                    <a:pt x="829800" y="19431"/>
                  </a:lnTo>
                  <a:lnTo>
                    <a:pt x="828301" y="19431"/>
                  </a:lnTo>
                  <a:lnTo>
                    <a:pt x="831476" y="18923"/>
                  </a:lnTo>
                  <a:lnTo>
                    <a:pt x="834905" y="18923"/>
                  </a:lnTo>
                  <a:lnTo>
                    <a:pt x="838715" y="15112"/>
                  </a:lnTo>
                  <a:lnTo>
                    <a:pt x="838715" y="4444"/>
                  </a:lnTo>
                  <a:lnTo>
                    <a:pt x="836248" y="1905"/>
                  </a:lnTo>
                  <a:lnTo>
                    <a:pt x="812172" y="1905"/>
                  </a:lnTo>
                  <a:lnTo>
                    <a:pt x="815728" y="1650"/>
                  </a:lnTo>
                  <a:close/>
                </a:path>
                <a:path w="838834" h="57785">
                  <a:moveTo>
                    <a:pt x="828479" y="19685"/>
                  </a:moveTo>
                  <a:lnTo>
                    <a:pt x="826142" y="19938"/>
                  </a:lnTo>
                  <a:lnTo>
                    <a:pt x="827158" y="19938"/>
                  </a:lnTo>
                  <a:lnTo>
                    <a:pt x="828479" y="19685"/>
                  </a:lnTo>
                  <a:close/>
                </a:path>
                <a:path w="838834" h="57785">
                  <a:moveTo>
                    <a:pt x="828428" y="19685"/>
                  </a:moveTo>
                  <a:lnTo>
                    <a:pt x="827158" y="19938"/>
                  </a:lnTo>
                  <a:lnTo>
                    <a:pt x="827497" y="19938"/>
                  </a:lnTo>
                  <a:lnTo>
                    <a:pt x="828428" y="19685"/>
                  </a:lnTo>
                  <a:close/>
                </a:path>
                <a:path w="838834" h="57785">
                  <a:moveTo>
                    <a:pt x="831476" y="18923"/>
                  </a:moveTo>
                  <a:lnTo>
                    <a:pt x="828301" y="19431"/>
                  </a:lnTo>
                  <a:lnTo>
                    <a:pt x="830122" y="19431"/>
                  </a:lnTo>
                  <a:lnTo>
                    <a:pt x="831476" y="18923"/>
                  </a:lnTo>
                  <a:close/>
                </a:path>
                <a:path w="838834" h="57785">
                  <a:moveTo>
                    <a:pt x="834905" y="18923"/>
                  </a:moveTo>
                  <a:lnTo>
                    <a:pt x="831476" y="18923"/>
                  </a:lnTo>
                  <a:lnTo>
                    <a:pt x="830122" y="19431"/>
                  </a:lnTo>
                  <a:lnTo>
                    <a:pt x="834397" y="19431"/>
                  </a:lnTo>
                  <a:lnTo>
                    <a:pt x="834905" y="18923"/>
                  </a:lnTo>
                  <a:close/>
                </a:path>
                <a:path w="838834" h="57785">
                  <a:moveTo>
                    <a:pt x="822713" y="888"/>
                  </a:moveTo>
                  <a:lnTo>
                    <a:pt x="820681" y="888"/>
                  </a:lnTo>
                  <a:lnTo>
                    <a:pt x="816744" y="1650"/>
                  </a:lnTo>
                  <a:lnTo>
                    <a:pt x="815728" y="1650"/>
                  </a:lnTo>
                  <a:lnTo>
                    <a:pt x="812172" y="1905"/>
                  </a:lnTo>
                  <a:lnTo>
                    <a:pt x="836248" y="1905"/>
                  </a:lnTo>
                  <a:lnTo>
                    <a:pt x="835384" y="1016"/>
                  </a:lnTo>
                  <a:lnTo>
                    <a:pt x="822205" y="1016"/>
                  </a:lnTo>
                  <a:lnTo>
                    <a:pt x="822713" y="888"/>
                  </a:lnTo>
                  <a:close/>
                </a:path>
                <a:path w="838834" h="57785">
                  <a:moveTo>
                    <a:pt x="823412" y="888"/>
                  </a:moveTo>
                  <a:lnTo>
                    <a:pt x="822713" y="888"/>
                  </a:lnTo>
                  <a:lnTo>
                    <a:pt x="822205" y="1016"/>
                  </a:lnTo>
                  <a:lnTo>
                    <a:pt x="823412" y="888"/>
                  </a:lnTo>
                  <a:close/>
                </a:path>
                <a:path w="838834" h="57785">
                  <a:moveTo>
                    <a:pt x="834768" y="381"/>
                  </a:moveTo>
                  <a:lnTo>
                    <a:pt x="827158" y="381"/>
                  </a:lnTo>
                  <a:lnTo>
                    <a:pt x="823264" y="888"/>
                  </a:lnTo>
                  <a:lnTo>
                    <a:pt x="823412" y="888"/>
                  </a:lnTo>
                  <a:lnTo>
                    <a:pt x="822205" y="1016"/>
                  </a:lnTo>
                  <a:lnTo>
                    <a:pt x="835384" y="1016"/>
                  </a:lnTo>
                  <a:lnTo>
                    <a:pt x="834768" y="381"/>
                  </a:lnTo>
                  <a:close/>
                </a:path>
                <a:path w="838834" h="57785">
                  <a:moveTo>
                    <a:pt x="834397" y="0"/>
                  </a:moveTo>
                  <a:lnTo>
                    <a:pt x="828301" y="0"/>
                  </a:lnTo>
                  <a:lnTo>
                    <a:pt x="825380" y="381"/>
                  </a:lnTo>
                  <a:lnTo>
                    <a:pt x="823856" y="888"/>
                  </a:lnTo>
                  <a:lnTo>
                    <a:pt x="821316" y="888"/>
                  </a:lnTo>
                  <a:lnTo>
                    <a:pt x="826142" y="381"/>
                  </a:lnTo>
                  <a:lnTo>
                    <a:pt x="834768" y="381"/>
                  </a:lnTo>
                  <a:lnTo>
                    <a:pt x="834397" y="0"/>
                  </a:lnTo>
                  <a:close/>
                </a:path>
                <a:path w="838834" h="57785">
                  <a:moveTo>
                    <a:pt x="827158" y="381"/>
                  </a:moveTo>
                  <a:lnTo>
                    <a:pt x="826142" y="381"/>
                  </a:lnTo>
                  <a:lnTo>
                    <a:pt x="821316" y="888"/>
                  </a:lnTo>
                  <a:lnTo>
                    <a:pt x="823264" y="888"/>
                  </a:lnTo>
                  <a:lnTo>
                    <a:pt x="827158" y="381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1676" y="2609588"/>
              <a:ext cx="205184" cy="20518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636258" y="1165860"/>
              <a:ext cx="181268" cy="444246"/>
            </a:xfrm>
            <a:prstGeom prst="rect">
              <a:avLst/>
            </a:prstGeom>
          </p:spPr>
        </p:pic>
      </p:grpSp>
      <p:pic>
        <p:nvPicPr>
          <p:cNvPr id="81" name="object 8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609651" y="3257288"/>
            <a:ext cx="205184" cy="205184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752401" y="4143184"/>
            <a:ext cx="205184" cy="214693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823839" y="1160652"/>
            <a:ext cx="185165" cy="486791"/>
          </a:xfrm>
          <a:prstGeom prst="rect">
            <a:avLst/>
          </a:prstGeom>
        </p:spPr>
      </p:pic>
      <p:sp>
        <p:nvSpPr>
          <p:cNvPr id="84" name="object 8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758" y="2107819"/>
            <a:ext cx="447498" cy="3721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2119" y="3568191"/>
            <a:ext cx="366102" cy="2921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39787" y="954150"/>
            <a:ext cx="3184525" cy="2517140"/>
            <a:chOff x="839787" y="954150"/>
            <a:chExt cx="3184525" cy="251714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6907" y="1077213"/>
              <a:ext cx="369569" cy="3517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3562" y="1747519"/>
              <a:ext cx="432433" cy="3962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74952" y="2432050"/>
              <a:ext cx="315468" cy="374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62012" y="976375"/>
              <a:ext cx="3140075" cy="2472690"/>
            </a:xfrm>
            <a:custGeom>
              <a:avLst/>
              <a:gdLst/>
              <a:ahLst/>
              <a:cxnLst/>
              <a:rect l="l" t="t" r="r" b="b"/>
              <a:pathLst>
                <a:path w="3140075" h="2472690">
                  <a:moveTo>
                    <a:pt x="0" y="2472309"/>
                  </a:moveTo>
                  <a:lnTo>
                    <a:pt x="3139757" y="0"/>
                  </a:lnTo>
                </a:path>
              </a:pathLst>
            </a:custGeom>
            <a:ln w="4445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8225" y="1285874"/>
              <a:ext cx="2590800" cy="2009775"/>
            </a:xfrm>
            <a:custGeom>
              <a:avLst/>
              <a:gdLst/>
              <a:ahLst/>
              <a:cxnLst/>
              <a:rect l="l" t="t" r="r" b="b"/>
              <a:pathLst>
                <a:path w="2590800" h="2009775">
                  <a:moveTo>
                    <a:pt x="85725" y="1933575"/>
                  </a:moveTo>
                  <a:lnTo>
                    <a:pt x="85725" y="0"/>
                  </a:lnTo>
                </a:path>
                <a:path w="2590800" h="2009775">
                  <a:moveTo>
                    <a:pt x="0" y="1933575"/>
                  </a:moveTo>
                  <a:lnTo>
                    <a:pt x="161925" y="1933575"/>
                  </a:lnTo>
                </a:path>
                <a:path w="2590800" h="2009775">
                  <a:moveTo>
                    <a:pt x="0" y="1285875"/>
                  </a:moveTo>
                  <a:lnTo>
                    <a:pt x="161925" y="1285875"/>
                  </a:lnTo>
                </a:path>
                <a:path w="2590800" h="2009775">
                  <a:moveTo>
                    <a:pt x="0" y="638175"/>
                  </a:moveTo>
                  <a:lnTo>
                    <a:pt x="161925" y="638175"/>
                  </a:lnTo>
                </a:path>
                <a:path w="2590800" h="2009775">
                  <a:moveTo>
                    <a:pt x="0" y="0"/>
                  </a:moveTo>
                  <a:lnTo>
                    <a:pt x="161925" y="0"/>
                  </a:lnTo>
                </a:path>
                <a:path w="2590800" h="2009775">
                  <a:moveTo>
                    <a:pt x="85725" y="1933575"/>
                  </a:moveTo>
                  <a:lnTo>
                    <a:pt x="2590800" y="1933575"/>
                  </a:lnTo>
                </a:path>
                <a:path w="2590800" h="2009775">
                  <a:moveTo>
                    <a:pt x="85725" y="1847850"/>
                  </a:moveTo>
                  <a:lnTo>
                    <a:pt x="85725" y="2009775"/>
                  </a:lnTo>
                </a:path>
                <a:path w="2590800" h="2009775">
                  <a:moveTo>
                    <a:pt x="914400" y="1847850"/>
                  </a:moveTo>
                  <a:lnTo>
                    <a:pt x="914400" y="2009775"/>
                  </a:lnTo>
                </a:path>
                <a:path w="2590800" h="2009775">
                  <a:moveTo>
                    <a:pt x="1752600" y="1847850"/>
                  </a:moveTo>
                  <a:lnTo>
                    <a:pt x="1752600" y="2009775"/>
                  </a:lnTo>
                </a:path>
                <a:path w="2590800" h="2009775">
                  <a:moveTo>
                    <a:pt x="2590800" y="1847850"/>
                  </a:moveTo>
                  <a:lnTo>
                    <a:pt x="2590800" y="20097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38187" y="1094803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74901" y="3352228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1450" y="3352228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8126" y="3352228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86400" y="1276350"/>
            <a:ext cx="2857500" cy="2009775"/>
          </a:xfrm>
          <a:custGeom>
            <a:avLst/>
            <a:gdLst/>
            <a:ahLst/>
            <a:cxnLst/>
            <a:rect l="l" t="t" r="r" b="b"/>
            <a:pathLst>
              <a:path w="2857500" h="2009775">
                <a:moveTo>
                  <a:pt x="476250" y="1933575"/>
                </a:moveTo>
                <a:lnTo>
                  <a:pt x="476250" y="0"/>
                </a:lnTo>
              </a:path>
              <a:path w="2857500" h="2009775">
                <a:moveTo>
                  <a:pt x="400050" y="1933575"/>
                </a:moveTo>
                <a:lnTo>
                  <a:pt x="561975" y="1933575"/>
                </a:lnTo>
              </a:path>
              <a:path w="2857500" h="2009775">
                <a:moveTo>
                  <a:pt x="400050" y="1285875"/>
                </a:moveTo>
                <a:lnTo>
                  <a:pt x="561975" y="1285875"/>
                </a:lnTo>
              </a:path>
              <a:path w="2857500" h="2009775">
                <a:moveTo>
                  <a:pt x="400050" y="647700"/>
                </a:moveTo>
                <a:lnTo>
                  <a:pt x="561975" y="647700"/>
                </a:lnTo>
              </a:path>
              <a:path w="2857500" h="2009775">
                <a:moveTo>
                  <a:pt x="400050" y="0"/>
                </a:moveTo>
                <a:lnTo>
                  <a:pt x="561975" y="0"/>
                </a:lnTo>
              </a:path>
              <a:path w="2857500" h="2009775">
                <a:moveTo>
                  <a:pt x="0" y="1933575"/>
                </a:moveTo>
                <a:lnTo>
                  <a:pt x="2857500" y="1933575"/>
                </a:lnTo>
              </a:path>
              <a:path w="2857500" h="2009775">
                <a:moveTo>
                  <a:pt x="0" y="1847850"/>
                </a:moveTo>
                <a:lnTo>
                  <a:pt x="0" y="2009775"/>
                </a:lnTo>
              </a:path>
              <a:path w="2857500" h="2009775">
                <a:moveTo>
                  <a:pt x="476250" y="1847850"/>
                </a:moveTo>
                <a:lnTo>
                  <a:pt x="476250" y="2009775"/>
                </a:lnTo>
              </a:path>
              <a:path w="2857500" h="2009775">
                <a:moveTo>
                  <a:pt x="952500" y="1847850"/>
                </a:moveTo>
                <a:lnTo>
                  <a:pt x="952500" y="2009775"/>
                </a:lnTo>
              </a:path>
              <a:path w="2857500" h="2009775">
                <a:moveTo>
                  <a:pt x="1428750" y="1847850"/>
                </a:moveTo>
                <a:lnTo>
                  <a:pt x="1428750" y="2009775"/>
                </a:lnTo>
              </a:path>
              <a:path w="2857500" h="2009775">
                <a:moveTo>
                  <a:pt x="1905000" y="1847850"/>
                </a:moveTo>
                <a:lnTo>
                  <a:pt x="1905000" y="2009775"/>
                </a:lnTo>
              </a:path>
              <a:path w="2857500" h="2009775">
                <a:moveTo>
                  <a:pt x="2381250" y="1847850"/>
                </a:moveTo>
                <a:lnTo>
                  <a:pt x="2381250" y="2009775"/>
                </a:lnTo>
              </a:path>
              <a:path w="2857500" h="2009775">
                <a:moveTo>
                  <a:pt x="2857500" y="1847850"/>
                </a:moveTo>
                <a:lnTo>
                  <a:pt x="2857500" y="200977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87746" y="302253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87746" y="1731962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7746" y="1086230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98515" y="-91667"/>
            <a:ext cx="2271395" cy="1219835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679450">
              <a:lnSpc>
                <a:spcPct val="100000"/>
              </a:lnSpc>
              <a:spcBef>
                <a:spcPts val="1520"/>
              </a:spcBef>
            </a:pPr>
            <a:r>
              <a:rPr sz="2000" spc="-20" dirty="0">
                <a:solidFill>
                  <a:srgbClr val="AB7942"/>
                </a:solidFill>
                <a:latin typeface="Cambria Math"/>
                <a:cs typeface="Cambria Math"/>
              </a:rPr>
              <a:t>J(w)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ts val="2045"/>
              </a:lnSpc>
              <a:spcBef>
                <a:spcPts val="1250"/>
              </a:spcBef>
            </a:pPr>
            <a:r>
              <a:rPr sz="1800" dirty="0">
                <a:latin typeface="Verdana"/>
                <a:cs typeface="Verdana"/>
              </a:rPr>
              <a:t>(function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w</a:t>
            </a:r>
            <a:r>
              <a:rPr sz="1800" spc="-25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908050">
              <a:lnSpc>
                <a:spcPts val="2285"/>
              </a:lnSpc>
            </a:pPr>
            <a:r>
              <a:rPr sz="2000" spc="-10" dirty="0">
                <a:solidFill>
                  <a:srgbClr val="4285F4"/>
                </a:solidFill>
                <a:latin typeface="Verdana"/>
                <a:cs typeface="Verdana"/>
              </a:rPr>
              <a:t>parameter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76826" y="214375"/>
            <a:ext cx="8890" cy="3369310"/>
          </a:xfrm>
          <a:custGeom>
            <a:avLst/>
            <a:gdLst/>
            <a:ahLst/>
            <a:cxnLst/>
            <a:rect l="l" t="t" r="r" b="b"/>
            <a:pathLst>
              <a:path w="8889" h="3369310">
                <a:moveTo>
                  <a:pt x="8762" y="0"/>
                </a:moveTo>
                <a:lnTo>
                  <a:pt x="0" y="3368929"/>
                </a:lnTo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1959" y="1739519"/>
            <a:ext cx="464820" cy="1625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08610">
              <a:lnSpc>
                <a:spcPts val="234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ts val="2780"/>
              </a:lnSpc>
            </a:pPr>
            <a:r>
              <a:rPr sz="2400" spc="-50" dirty="0">
                <a:latin typeface="Cambria Math"/>
                <a:cs typeface="Cambria Math"/>
              </a:rPr>
              <a:t>y</a:t>
            </a:r>
            <a:endParaRPr sz="2400">
              <a:latin typeface="Cambria Math"/>
              <a:cs typeface="Cambria Math"/>
            </a:endParaRPr>
          </a:p>
          <a:p>
            <a:pPr marL="308610">
              <a:lnSpc>
                <a:spcPts val="2360"/>
              </a:lnSpc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2000">
              <a:latin typeface="Cambria Math"/>
              <a:cs typeface="Cambria Math"/>
            </a:endParaRPr>
          </a:p>
          <a:p>
            <a:pPr marL="308610">
              <a:lnSpc>
                <a:spcPct val="100000"/>
              </a:lnSpc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04665" y="1105598"/>
            <a:ext cx="3276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75" dirty="0">
                <a:latin typeface="Cambria Math"/>
                <a:cs typeface="Cambria Math"/>
              </a:rPr>
              <a:t>f</a:t>
            </a:r>
            <a:r>
              <a:rPr sz="2250" spc="112" baseline="-16666" dirty="0">
                <a:latin typeface="Cambria Math"/>
                <a:cs typeface="Cambria Math"/>
              </a:rPr>
              <a:t>w</a:t>
            </a:r>
            <a:endParaRPr sz="2250" baseline="-16666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71315" y="2160904"/>
            <a:ext cx="69278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Cambria Math"/>
                <a:cs typeface="Cambria Math"/>
              </a:rPr>
              <a:t>w</a:t>
            </a:r>
            <a:r>
              <a:rPr sz="2000" spc="13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737" y="3973195"/>
            <a:ext cx="8102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5475" algn="l"/>
              </a:tabLst>
            </a:pPr>
            <a:r>
              <a:rPr sz="1800" spc="-20" dirty="0">
                <a:latin typeface="Cambria Math"/>
                <a:cs typeface="Cambria Math"/>
              </a:rPr>
              <a:t>J(w)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2700" spc="-75" baseline="1543" dirty="0">
                <a:latin typeface="Cambria Math"/>
                <a:cs typeface="Cambria Math"/>
              </a:rPr>
              <a:t>=</a:t>
            </a:r>
            <a:endParaRPr sz="2700" baseline="1543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49248" y="4135424"/>
            <a:ext cx="323850" cy="9525"/>
          </a:xfrm>
          <a:custGeom>
            <a:avLst/>
            <a:gdLst/>
            <a:ahLst/>
            <a:cxnLst/>
            <a:rect l="l" t="t" r="r" b="b"/>
            <a:pathLst>
              <a:path w="323850" h="9525">
                <a:moveTo>
                  <a:pt x="323850" y="0"/>
                </a:moveTo>
                <a:lnTo>
                  <a:pt x="0" y="0"/>
                </a:lnTo>
                <a:lnTo>
                  <a:pt x="0" y="9524"/>
                </a:lnTo>
                <a:lnTo>
                  <a:pt x="323850" y="9524"/>
                </a:lnTo>
                <a:lnTo>
                  <a:pt x="323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38225" y="3199876"/>
            <a:ext cx="247015" cy="897255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  <a:p>
            <a:pPr marL="107314">
              <a:lnSpc>
                <a:spcPct val="100000"/>
              </a:lnSpc>
              <a:spcBef>
                <a:spcPts val="1075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7589" y="4120515"/>
            <a:ext cx="33909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latin typeface="Cambria Math"/>
                <a:cs typeface="Cambria Math"/>
              </a:rPr>
              <a:t>2m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09319" y="4321175"/>
            <a:ext cx="30670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latin typeface="Cambria Math"/>
                <a:cs typeface="Cambria Math"/>
              </a:rPr>
              <a:t>i=1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66850" y="3672141"/>
            <a:ext cx="18605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85" dirty="0">
                <a:latin typeface="Cambria Math"/>
                <a:cs typeface="Cambria Math"/>
              </a:rPr>
              <a:t>m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99921" y="3968432"/>
            <a:ext cx="542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70" dirty="0">
                <a:latin typeface="Cambria Math"/>
                <a:cs typeface="Cambria Math"/>
              </a:rPr>
              <a:t>L(f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67154" y="4073207"/>
            <a:ext cx="16637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mbria Math"/>
                <a:cs typeface="Cambria Math"/>
              </a:rPr>
              <a:t>w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15083" y="3995407"/>
            <a:ext cx="765048" cy="589305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108835" y="3428118"/>
            <a:ext cx="362585" cy="7543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500"/>
              </a:spcBef>
            </a:pPr>
            <a:r>
              <a:rPr sz="2400" spc="-50" dirty="0">
                <a:latin typeface="Cambria Math"/>
                <a:cs typeface="Cambria Math"/>
              </a:rPr>
              <a:t>x</a:t>
            </a:r>
            <a:endParaRPr sz="2400">
              <a:latin typeface="Cambria Math"/>
              <a:cs typeface="Cambria Math"/>
            </a:endParaRPr>
          </a:p>
          <a:p>
            <a:pPr marR="46355" algn="r">
              <a:lnSpc>
                <a:spcPct val="100000"/>
              </a:lnSpc>
              <a:spcBef>
                <a:spcPts val="300"/>
              </a:spcBef>
            </a:pPr>
            <a:r>
              <a:rPr sz="2700" spc="112" baseline="-21604" dirty="0">
                <a:latin typeface="Cambria Math"/>
                <a:cs typeface="Cambria Math"/>
              </a:rPr>
              <a:t>x</a:t>
            </a:r>
            <a:r>
              <a:rPr sz="2700" spc="442" baseline="-21604" dirty="0">
                <a:latin typeface="Cambria Math"/>
                <a:cs typeface="Cambria Math"/>
              </a:rPr>
              <a:t> </a:t>
            </a:r>
            <a:r>
              <a:rPr sz="1350" spc="45" dirty="0">
                <a:latin typeface="Cambria Math"/>
                <a:cs typeface="Cambria Math"/>
              </a:rPr>
              <a:t>i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21660" y="3995407"/>
            <a:ext cx="174370" cy="15880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2639441" y="3974147"/>
            <a:ext cx="1244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35050" algn="l"/>
              </a:tabLst>
            </a:pPr>
            <a:r>
              <a:rPr sz="2700" spc="1110" baseline="1543" dirty="0">
                <a:latin typeface="Cambria Math"/>
                <a:cs typeface="Cambria Math"/>
              </a:rPr>
              <a:t>-</a:t>
            </a:r>
            <a:r>
              <a:rPr sz="2700" spc="652" baseline="1543" dirty="0">
                <a:latin typeface="Cambria Math"/>
                <a:cs typeface="Cambria Math"/>
              </a:rPr>
              <a:t> </a:t>
            </a:r>
            <a:r>
              <a:rPr sz="2700" spc="135" baseline="1543" dirty="0">
                <a:latin typeface="Cambria Math"/>
                <a:cs typeface="Cambria Math"/>
              </a:rPr>
              <a:t>y</a:t>
            </a:r>
            <a:r>
              <a:rPr sz="2700" spc="382" baseline="1543" dirty="0">
                <a:latin typeface="Cambria Math"/>
                <a:cs typeface="Cambria Math"/>
              </a:rPr>
              <a:t> </a:t>
            </a:r>
            <a:r>
              <a:rPr sz="2025" spc="142" baseline="28806" dirty="0">
                <a:latin typeface="Cambria Math"/>
                <a:cs typeface="Cambria Math"/>
              </a:rPr>
              <a:t>i</a:t>
            </a:r>
            <a:r>
              <a:rPr sz="2025" spc="532" baseline="28806" dirty="0">
                <a:latin typeface="Cambria Math"/>
                <a:cs typeface="Cambria Math"/>
              </a:rPr>
              <a:t> </a:t>
            </a:r>
            <a:r>
              <a:rPr sz="2700" spc="-37" baseline="1543" dirty="0">
                <a:latin typeface="Cambria Math"/>
                <a:cs typeface="Cambria Math"/>
              </a:rPr>
              <a:t>)</a:t>
            </a:r>
            <a:r>
              <a:rPr sz="2025" spc="-37" baseline="28806" dirty="0">
                <a:latin typeface="Cambria Math"/>
                <a:cs typeface="Cambria Math"/>
              </a:rPr>
              <a:t>2</a:t>
            </a:r>
            <a:r>
              <a:rPr sz="2025" baseline="28806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909059" y="4141165"/>
            <a:ext cx="323850" cy="9525"/>
          </a:xfrm>
          <a:custGeom>
            <a:avLst/>
            <a:gdLst/>
            <a:ahLst/>
            <a:cxnLst/>
            <a:rect l="l" t="t" r="r" b="b"/>
            <a:pathLst>
              <a:path w="323850" h="9525">
                <a:moveTo>
                  <a:pt x="323850" y="0"/>
                </a:moveTo>
                <a:lnTo>
                  <a:pt x="0" y="0"/>
                </a:lnTo>
                <a:lnTo>
                  <a:pt x="0" y="9524"/>
                </a:lnTo>
                <a:lnTo>
                  <a:pt x="323850" y="9524"/>
                </a:lnTo>
                <a:lnTo>
                  <a:pt x="323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995801" y="3802379"/>
            <a:ext cx="152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00551" y="4126865"/>
            <a:ext cx="3384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2m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29429" y="3678237"/>
            <a:ext cx="18605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85" dirty="0">
                <a:latin typeface="Cambria Math"/>
                <a:cs typeface="Cambria Math"/>
              </a:rPr>
              <a:t>m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000371" y="4001147"/>
            <a:ext cx="841375" cy="159385"/>
            <a:chOff x="5000371" y="4001147"/>
            <a:chExt cx="841375" cy="159385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00371" y="4001147"/>
              <a:ext cx="174370" cy="1588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67121" y="4001147"/>
              <a:ext cx="174370" cy="1588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4237354" y="3870140"/>
            <a:ext cx="1863089" cy="68834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19"/>
              </a:spcBef>
              <a:tabLst>
                <a:tab pos="1010285" algn="l"/>
              </a:tabLst>
            </a:pPr>
            <a:r>
              <a:rPr sz="1800" spc="360" dirty="0">
                <a:latin typeface="Cambria Math"/>
                <a:cs typeface="Cambria Math"/>
              </a:rPr>
              <a:t>L(wx</a:t>
            </a:r>
            <a:r>
              <a:rPr sz="1800" spc="310" dirty="0">
                <a:latin typeface="Cambria Math"/>
                <a:cs typeface="Cambria Math"/>
              </a:rPr>
              <a:t> </a:t>
            </a:r>
            <a:r>
              <a:rPr sz="2025" spc="67" baseline="28806" dirty="0">
                <a:latin typeface="Cambria Math"/>
                <a:cs typeface="Cambria Math"/>
              </a:rPr>
              <a:t>i</a:t>
            </a:r>
            <a:r>
              <a:rPr sz="2025" baseline="28806" dirty="0">
                <a:latin typeface="Cambria Math"/>
                <a:cs typeface="Cambria Math"/>
              </a:rPr>
              <a:t>	</a:t>
            </a:r>
            <a:r>
              <a:rPr sz="1800" spc="740" dirty="0">
                <a:latin typeface="Cambria Math"/>
                <a:cs typeface="Cambria Math"/>
              </a:rPr>
              <a:t>-</a:t>
            </a:r>
            <a:r>
              <a:rPr sz="1800" spc="360" dirty="0">
                <a:latin typeface="Cambria Math"/>
                <a:cs typeface="Cambria Math"/>
              </a:rPr>
              <a:t> </a:t>
            </a:r>
            <a:r>
              <a:rPr sz="1800" spc="90" dirty="0">
                <a:latin typeface="Cambria Math"/>
                <a:cs typeface="Cambria Math"/>
              </a:rPr>
              <a:t>y</a:t>
            </a:r>
            <a:r>
              <a:rPr sz="1800" spc="254" dirty="0">
                <a:latin typeface="Cambria Math"/>
                <a:cs typeface="Cambria Math"/>
              </a:rPr>
              <a:t> </a:t>
            </a:r>
            <a:r>
              <a:rPr sz="2025" spc="142" baseline="28806" dirty="0">
                <a:latin typeface="Cambria Math"/>
                <a:cs typeface="Cambria Math"/>
              </a:rPr>
              <a:t>i</a:t>
            </a:r>
            <a:r>
              <a:rPr sz="2025" spc="532" baseline="28806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)</a:t>
            </a:r>
            <a:r>
              <a:rPr sz="2025" spc="-37" baseline="28806" dirty="0">
                <a:latin typeface="Cambria Math"/>
                <a:cs typeface="Cambria Math"/>
              </a:rPr>
              <a:t>2</a:t>
            </a:r>
            <a:endParaRPr sz="2025" baseline="28806" dirty="0">
              <a:latin typeface="Cambria Math"/>
              <a:cs typeface="Cambria Math"/>
            </a:endParaRPr>
          </a:p>
          <a:p>
            <a:pPr marL="47625">
              <a:lnSpc>
                <a:spcPct val="100000"/>
              </a:lnSpc>
              <a:spcBef>
                <a:spcPts val="615"/>
              </a:spcBef>
            </a:pPr>
            <a:r>
              <a:rPr sz="1350" spc="-25" dirty="0">
                <a:latin typeface="Cambria Math"/>
                <a:cs typeface="Cambria Math"/>
              </a:rPr>
              <a:t>i=1</a:t>
            </a:r>
            <a:endParaRPr sz="1350" dirty="0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623304" y="4185818"/>
            <a:ext cx="323850" cy="9525"/>
          </a:xfrm>
          <a:custGeom>
            <a:avLst/>
            <a:gdLst/>
            <a:ahLst/>
            <a:cxnLst/>
            <a:rect l="l" t="t" r="r" b="b"/>
            <a:pathLst>
              <a:path w="323850" h="9525">
                <a:moveTo>
                  <a:pt x="323850" y="0"/>
                </a:moveTo>
                <a:lnTo>
                  <a:pt x="0" y="0"/>
                </a:lnTo>
                <a:lnTo>
                  <a:pt x="0" y="9525"/>
                </a:lnTo>
                <a:lnTo>
                  <a:pt x="323850" y="9525"/>
                </a:lnTo>
                <a:lnTo>
                  <a:pt x="323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712966" y="3847147"/>
            <a:ext cx="152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17334" y="4170997"/>
            <a:ext cx="33909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latin typeface="Cambria Math"/>
                <a:cs typeface="Cambria Math"/>
              </a:rPr>
              <a:t>2m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88940" y="2063432"/>
            <a:ext cx="767080" cy="648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latin typeface="Cambria Math"/>
                <a:cs typeface="Cambria Math"/>
              </a:rPr>
              <a:t>J(w)</a:t>
            </a:r>
            <a:endParaRPr sz="2000">
              <a:latin typeface="Cambria Math"/>
              <a:cs typeface="Cambria Math"/>
            </a:endParaRPr>
          </a:p>
          <a:p>
            <a:pPr marL="611505">
              <a:lnSpc>
                <a:spcPct val="100000"/>
              </a:lnSpc>
              <a:spcBef>
                <a:spcPts val="70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73421" y="3343846"/>
            <a:ext cx="3254375" cy="5594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2085"/>
              </a:lnSpc>
              <a:spcBef>
                <a:spcPts val="125"/>
              </a:spcBef>
              <a:tabLst>
                <a:tab pos="614045" algn="l"/>
                <a:tab pos="993140" algn="l"/>
                <a:tab pos="1564640" algn="l"/>
                <a:tab pos="1943735" algn="l"/>
                <a:tab pos="2515870" algn="l"/>
                <a:tab pos="2894965" algn="l"/>
              </a:tabLst>
            </a:pPr>
            <a:r>
              <a:rPr sz="2000" dirty="0">
                <a:latin typeface="Cambria Math"/>
                <a:cs typeface="Cambria Math"/>
              </a:rPr>
              <a:t>-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0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1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1.5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2.5</a:t>
            </a:r>
            <a:endParaRPr sz="2000">
              <a:latin typeface="Cambria Math"/>
              <a:cs typeface="Cambria Math"/>
            </a:endParaRPr>
          </a:p>
          <a:p>
            <a:pPr marL="3175" algn="ctr">
              <a:lnSpc>
                <a:spcPts val="2085"/>
              </a:lnSpc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4375" y="-80968"/>
            <a:ext cx="3107690" cy="1212850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R="129539" algn="ctr">
              <a:lnSpc>
                <a:spcPct val="100000"/>
              </a:lnSpc>
              <a:spcBef>
                <a:spcPts val="1435"/>
              </a:spcBef>
            </a:pPr>
            <a:r>
              <a:rPr sz="2000" spc="70" dirty="0">
                <a:latin typeface="Cambria Math"/>
                <a:cs typeface="Cambria Math"/>
              </a:rPr>
              <a:t>f</a:t>
            </a:r>
            <a:r>
              <a:rPr sz="2250" spc="104" baseline="-16666" dirty="0">
                <a:latin typeface="Cambria Math"/>
                <a:cs typeface="Cambria Math"/>
              </a:rPr>
              <a:t>w</a:t>
            </a:r>
            <a:r>
              <a:rPr sz="2000" spc="70" dirty="0">
                <a:latin typeface="Cambria Math"/>
                <a:cs typeface="Cambria Math"/>
              </a:rPr>
              <a:t>(x)</a:t>
            </a:r>
            <a:endParaRPr sz="2000">
              <a:latin typeface="Cambria Math"/>
              <a:cs typeface="Cambria Math"/>
            </a:endParaRPr>
          </a:p>
          <a:p>
            <a:pPr marL="38100">
              <a:lnSpc>
                <a:spcPts val="2095"/>
              </a:lnSpc>
              <a:spcBef>
                <a:spcPts val="1175"/>
              </a:spcBef>
            </a:pPr>
            <a:r>
              <a:rPr sz="1800" dirty="0">
                <a:latin typeface="Verdana"/>
                <a:cs typeface="Verdana"/>
              </a:rPr>
              <a:t>(for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fixed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dirty="0">
                <a:latin typeface="Cambria Math"/>
                <a:cs typeface="Cambria Math"/>
              </a:rPr>
              <a:t>w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55" dirty="0">
                <a:latin typeface="Cambria Math"/>
                <a:cs typeface="Cambria Math"/>
              </a:rPr>
              <a:t>x</a:t>
            </a:r>
            <a:r>
              <a:rPr sz="1800" spc="55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2027555">
              <a:lnSpc>
                <a:spcPts val="2335"/>
              </a:lnSpc>
            </a:pPr>
            <a:r>
              <a:rPr sz="2000" spc="-10" dirty="0">
                <a:solidFill>
                  <a:srgbClr val="4285F4"/>
                </a:solidFill>
                <a:latin typeface="Verdana"/>
                <a:cs typeface="Verdana"/>
              </a:rPr>
              <a:t>input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53428" y="4018597"/>
            <a:ext cx="25393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38810" algn="l"/>
              </a:tabLst>
            </a:pPr>
            <a:r>
              <a:rPr sz="1800" spc="-50" dirty="0">
                <a:latin typeface="Cambria Math"/>
                <a:cs typeface="Cambria Math"/>
              </a:rPr>
              <a:t>=</a:t>
            </a:r>
            <a:r>
              <a:rPr sz="1800" dirty="0">
                <a:latin typeface="Cambria Math"/>
                <a:cs typeface="Cambria Math"/>
              </a:rPr>
              <a:t>	(</a:t>
            </a:r>
            <a:r>
              <a:rPr sz="1800" spc="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</a:t>
            </a:r>
            <a:r>
              <a:rPr sz="2025" baseline="28806" dirty="0">
                <a:latin typeface="Cambria Math"/>
                <a:cs typeface="Cambria Math"/>
              </a:rPr>
              <a:t>2</a:t>
            </a:r>
            <a:r>
              <a:rPr sz="2025" spc="172" baseline="28806" dirty="0">
                <a:latin typeface="Cambria Math"/>
                <a:cs typeface="Cambria Math"/>
              </a:rPr>
              <a:t> </a:t>
            </a:r>
            <a:r>
              <a:rPr sz="2700" baseline="1543" dirty="0">
                <a:latin typeface="Cambria Math"/>
                <a:cs typeface="Cambria Math"/>
              </a:rPr>
              <a:t>+0</a:t>
            </a:r>
            <a:r>
              <a:rPr sz="2025" baseline="30864" dirty="0">
                <a:latin typeface="Cambria Math"/>
                <a:cs typeface="Cambria Math"/>
              </a:rPr>
              <a:t>2</a:t>
            </a:r>
            <a:r>
              <a:rPr sz="2025" spc="75" baseline="30864" dirty="0">
                <a:latin typeface="Cambria Math"/>
                <a:cs typeface="Cambria Math"/>
              </a:rPr>
              <a:t> </a:t>
            </a:r>
            <a:r>
              <a:rPr sz="2700" baseline="3086" dirty="0">
                <a:latin typeface="Cambria Math"/>
                <a:cs typeface="Cambria Math"/>
              </a:rPr>
              <a:t>+0</a:t>
            </a:r>
            <a:r>
              <a:rPr sz="2025" baseline="30864" dirty="0">
                <a:latin typeface="Cambria Math"/>
                <a:cs typeface="Cambria Math"/>
              </a:rPr>
              <a:t>2</a:t>
            </a:r>
            <a:r>
              <a:rPr sz="2025" spc="727" baseline="30864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)</a:t>
            </a:r>
            <a:r>
              <a:rPr sz="1800" spc="-200" dirty="0">
                <a:latin typeface="Cambria Math"/>
                <a:cs typeface="Cambria Math"/>
              </a:rPr>
              <a:t> </a:t>
            </a:r>
            <a:r>
              <a:rPr sz="2700" baseline="1543" dirty="0">
                <a:latin typeface="Cambria Math"/>
                <a:cs typeface="Cambria Math"/>
              </a:rPr>
              <a:t>=</a:t>
            </a:r>
            <a:r>
              <a:rPr sz="2700" spc="187" baseline="1543" dirty="0">
                <a:latin typeface="Cambria Math"/>
                <a:cs typeface="Cambria Math"/>
              </a:rPr>
              <a:t> </a:t>
            </a:r>
            <a:r>
              <a:rPr sz="2700" spc="-75" baseline="1543" dirty="0">
                <a:latin typeface="Cambria Math"/>
                <a:cs typeface="Cambria Math"/>
              </a:rPr>
              <a:t>0</a:t>
            </a:r>
            <a:endParaRPr sz="2700" baseline="1543">
              <a:latin typeface="Cambria Math"/>
              <a:cs typeface="Cambria Math"/>
            </a:endParaRPr>
          </a:p>
        </p:txBody>
      </p:sp>
      <p:pic>
        <p:nvPicPr>
          <p:cNvPr id="50" name="object 5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29588" y="450469"/>
            <a:ext cx="316567" cy="35432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31382" y="150876"/>
            <a:ext cx="660587" cy="194310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6344840" y="2279269"/>
            <a:ext cx="2701925" cy="1078230"/>
            <a:chOff x="6344840" y="2279269"/>
            <a:chExt cx="2701925" cy="1078230"/>
          </a:xfrm>
        </p:grpSpPr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63027" y="2279269"/>
              <a:ext cx="1083303" cy="38569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44840" y="2705988"/>
              <a:ext cx="176609" cy="32766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25615" y="3078099"/>
              <a:ext cx="205866" cy="279145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964908" y="1171575"/>
            <a:ext cx="3376929" cy="2235835"/>
            <a:chOff x="964908" y="1171575"/>
            <a:chExt cx="3376929" cy="2235835"/>
          </a:xfrm>
        </p:grpSpPr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97125" y="3057144"/>
              <a:ext cx="441451" cy="35001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64908" y="2606675"/>
              <a:ext cx="495083" cy="26835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191381" y="2587244"/>
              <a:ext cx="42545" cy="155575"/>
            </a:xfrm>
            <a:custGeom>
              <a:avLst/>
              <a:gdLst/>
              <a:ahLst/>
              <a:cxnLst/>
              <a:rect l="l" t="t" r="r" b="b"/>
              <a:pathLst>
                <a:path w="42545" h="155575">
                  <a:moveTo>
                    <a:pt x="17930" y="144191"/>
                  </a:moveTo>
                  <a:lnTo>
                    <a:pt x="18034" y="144780"/>
                  </a:lnTo>
                  <a:lnTo>
                    <a:pt x="19431" y="147574"/>
                  </a:lnTo>
                  <a:lnTo>
                    <a:pt x="22098" y="153035"/>
                  </a:lnTo>
                  <a:lnTo>
                    <a:pt x="28956" y="155320"/>
                  </a:lnTo>
                  <a:lnTo>
                    <a:pt x="34417" y="152526"/>
                  </a:lnTo>
                  <a:lnTo>
                    <a:pt x="40005" y="149732"/>
                  </a:lnTo>
                  <a:lnTo>
                    <a:pt x="41064" y="146431"/>
                  </a:lnTo>
                  <a:lnTo>
                    <a:pt x="19050" y="146431"/>
                  </a:lnTo>
                  <a:lnTo>
                    <a:pt x="17930" y="144191"/>
                  </a:lnTo>
                  <a:close/>
                </a:path>
                <a:path w="42545" h="155575">
                  <a:moveTo>
                    <a:pt x="17821" y="140591"/>
                  </a:moveTo>
                  <a:lnTo>
                    <a:pt x="17720" y="143001"/>
                  </a:lnTo>
                  <a:lnTo>
                    <a:pt x="17877" y="143891"/>
                  </a:lnTo>
                  <a:lnTo>
                    <a:pt x="17930" y="144191"/>
                  </a:lnTo>
                  <a:lnTo>
                    <a:pt x="19050" y="146431"/>
                  </a:lnTo>
                  <a:lnTo>
                    <a:pt x="18512" y="143001"/>
                  </a:lnTo>
                  <a:lnTo>
                    <a:pt x="18395" y="142261"/>
                  </a:lnTo>
                  <a:lnTo>
                    <a:pt x="18090" y="142261"/>
                  </a:lnTo>
                  <a:lnTo>
                    <a:pt x="17821" y="140591"/>
                  </a:lnTo>
                  <a:close/>
                </a:path>
                <a:path w="42545" h="155575">
                  <a:moveTo>
                    <a:pt x="39856" y="139954"/>
                  </a:moveTo>
                  <a:lnTo>
                    <a:pt x="18034" y="139954"/>
                  </a:lnTo>
                  <a:lnTo>
                    <a:pt x="19050" y="146431"/>
                  </a:lnTo>
                  <a:lnTo>
                    <a:pt x="41064" y="146431"/>
                  </a:lnTo>
                  <a:lnTo>
                    <a:pt x="42164" y="143001"/>
                  </a:lnTo>
                  <a:lnTo>
                    <a:pt x="40944" y="140591"/>
                  </a:lnTo>
                  <a:lnTo>
                    <a:pt x="40842" y="140390"/>
                  </a:lnTo>
                  <a:lnTo>
                    <a:pt x="39881" y="140390"/>
                  </a:lnTo>
                  <a:lnTo>
                    <a:pt x="39856" y="139954"/>
                  </a:lnTo>
                  <a:close/>
                </a:path>
                <a:path w="42545" h="155575">
                  <a:moveTo>
                    <a:pt x="17698" y="139826"/>
                  </a:moveTo>
                  <a:lnTo>
                    <a:pt x="17547" y="139954"/>
                  </a:lnTo>
                  <a:lnTo>
                    <a:pt x="17541" y="142620"/>
                  </a:lnTo>
                  <a:lnTo>
                    <a:pt x="17673" y="142261"/>
                  </a:lnTo>
                  <a:lnTo>
                    <a:pt x="17698" y="139826"/>
                  </a:lnTo>
                  <a:close/>
                </a:path>
                <a:path w="42545" h="155575">
                  <a:moveTo>
                    <a:pt x="18034" y="139954"/>
                  </a:moveTo>
                  <a:lnTo>
                    <a:pt x="17917" y="140591"/>
                  </a:lnTo>
                  <a:lnTo>
                    <a:pt x="18048" y="141858"/>
                  </a:lnTo>
                  <a:lnTo>
                    <a:pt x="18090" y="142261"/>
                  </a:lnTo>
                  <a:lnTo>
                    <a:pt x="18395" y="142261"/>
                  </a:lnTo>
                  <a:lnTo>
                    <a:pt x="18134" y="140591"/>
                  </a:lnTo>
                  <a:lnTo>
                    <a:pt x="18034" y="139954"/>
                  </a:lnTo>
                  <a:close/>
                </a:path>
                <a:path w="42545" h="155575">
                  <a:moveTo>
                    <a:pt x="39388" y="138086"/>
                  </a:moveTo>
                  <a:lnTo>
                    <a:pt x="17656" y="138086"/>
                  </a:lnTo>
                  <a:lnTo>
                    <a:pt x="17721" y="138711"/>
                  </a:lnTo>
                  <a:lnTo>
                    <a:pt x="17837" y="139826"/>
                  </a:lnTo>
                  <a:lnTo>
                    <a:pt x="17896" y="140390"/>
                  </a:lnTo>
                  <a:lnTo>
                    <a:pt x="18034" y="139954"/>
                  </a:lnTo>
                  <a:lnTo>
                    <a:pt x="39823" y="139954"/>
                  </a:lnTo>
                  <a:lnTo>
                    <a:pt x="39710" y="139162"/>
                  </a:lnTo>
                  <a:lnTo>
                    <a:pt x="39622" y="138919"/>
                  </a:lnTo>
                  <a:lnTo>
                    <a:pt x="39564" y="138711"/>
                  </a:lnTo>
                  <a:lnTo>
                    <a:pt x="39442" y="138278"/>
                  </a:lnTo>
                  <a:lnTo>
                    <a:pt x="39388" y="138086"/>
                  </a:lnTo>
                  <a:close/>
                </a:path>
                <a:path w="42545" h="155575">
                  <a:moveTo>
                    <a:pt x="39973" y="139826"/>
                  </a:moveTo>
                  <a:lnTo>
                    <a:pt x="39885" y="140390"/>
                  </a:lnTo>
                  <a:lnTo>
                    <a:pt x="40132" y="140390"/>
                  </a:lnTo>
                  <a:lnTo>
                    <a:pt x="40132" y="139954"/>
                  </a:lnTo>
                  <a:lnTo>
                    <a:pt x="39973" y="139826"/>
                  </a:lnTo>
                  <a:close/>
                </a:path>
                <a:path w="42545" h="155575">
                  <a:moveTo>
                    <a:pt x="39773" y="138278"/>
                  </a:moveTo>
                  <a:lnTo>
                    <a:pt x="39877" y="139162"/>
                  </a:lnTo>
                  <a:lnTo>
                    <a:pt x="40091" y="139826"/>
                  </a:lnTo>
                  <a:lnTo>
                    <a:pt x="40012" y="139954"/>
                  </a:lnTo>
                  <a:lnTo>
                    <a:pt x="40149" y="140390"/>
                  </a:lnTo>
                  <a:lnTo>
                    <a:pt x="40842" y="140390"/>
                  </a:lnTo>
                  <a:lnTo>
                    <a:pt x="39773" y="138278"/>
                  </a:lnTo>
                  <a:close/>
                </a:path>
                <a:path w="42545" h="155575">
                  <a:moveTo>
                    <a:pt x="17721" y="138711"/>
                  </a:moveTo>
                  <a:lnTo>
                    <a:pt x="17604" y="138919"/>
                  </a:lnTo>
                  <a:lnTo>
                    <a:pt x="17554" y="139826"/>
                  </a:lnTo>
                  <a:lnTo>
                    <a:pt x="17747" y="139162"/>
                  </a:lnTo>
                  <a:lnTo>
                    <a:pt x="17721" y="138711"/>
                  </a:lnTo>
                  <a:close/>
                </a:path>
                <a:path w="42545" h="155575">
                  <a:moveTo>
                    <a:pt x="6096" y="0"/>
                  </a:moveTo>
                  <a:lnTo>
                    <a:pt x="1143" y="4063"/>
                  </a:lnTo>
                  <a:lnTo>
                    <a:pt x="635" y="9779"/>
                  </a:lnTo>
                  <a:lnTo>
                    <a:pt x="39" y="15493"/>
                  </a:lnTo>
                  <a:lnTo>
                    <a:pt x="0" y="18161"/>
                  </a:lnTo>
                  <a:lnTo>
                    <a:pt x="3048" y="44450"/>
                  </a:lnTo>
                  <a:lnTo>
                    <a:pt x="3048" y="44704"/>
                  </a:lnTo>
                  <a:lnTo>
                    <a:pt x="7239" y="73532"/>
                  </a:lnTo>
                  <a:lnTo>
                    <a:pt x="7239" y="73787"/>
                  </a:lnTo>
                  <a:lnTo>
                    <a:pt x="9779" y="88900"/>
                  </a:lnTo>
                  <a:lnTo>
                    <a:pt x="14097" y="117475"/>
                  </a:lnTo>
                  <a:lnTo>
                    <a:pt x="17417" y="138086"/>
                  </a:lnTo>
                  <a:lnTo>
                    <a:pt x="17518" y="138711"/>
                  </a:lnTo>
                  <a:lnTo>
                    <a:pt x="17640" y="138278"/>
                  </a:lnTo>
                  <a:lnTo>
                    <a:pt x="17650" y="138086"/>
                  </a:lnTo>
                  <a:lnTo>
                    <a:pt x="39388" y="138086"/>
                  </a:lnTo>
                  <a:lnTo>
                    <a:pt x="38735" y="135762"/>
                  </a:lnTo>
                  <a:lnTo>
                    <a:pt x="39464" y="135762"/>
                  </a:lnTo>
                  <a:lnTo>
                    <a:pt x="36068" y="114173"/>
                  </a:lnTo>
                  <a:lnTo>
                    <a:pt x="31750" y="85470"/>
                  </a:lnTo>
                  <a:lnTo>
                    <a:pt x="31750" y="85217"/>
                  </a:lnTo>
                  <a:lnTo>
                    <a:pt x="29210" y="70104"/>
                  </a:lnTo>
                  <a:lnTo>
                    <a:pt x="24892" y="41529"/>
                  </a:lnTo>
                  <a:lnTo>
                    <a:pt x="21544" y="17018"/>
                  </a:lnTo>
                  <a:lnTo>
                    <a:pt x="21420" y="16502"/>
                  </a:lnTo>
                  <a:lnTo>
                    <a:pt x="21336" y="15493"/>
                  </a:lnTo>
                  <a:lnTo>
                    <a:pt x="21494" y="15493"/>
                  </a:lnTo>
                  <a:lnTo>
                    <a:pt x="21615" y="9779"/>
                  </a:lnTo>
                  <a:lnTo>
                    <a:pt x="21717" y="5333"/>
                  </a:lnTo>
                  <a:lnTo>
                    <a:pt x="17272" y="635"/>
                  </a:lnTo>
                  <a:lnTo>
                    <a:pt x="11684" y="254"/>
                  </a:lnTo>
                  <a:lnTo>
                    <a:pt x="6096" y="0"/>
                  </a:lnTo>
                  <a:close/>
                </a:path>
                <a:path w="42545" h="155575">
                  <a:moveTo>
                    <a:pt x="39097" y="136779"/>
                  </a:moveTo>
                  <a:lnTo>
                    <a:pt x="39732" y="138711"/>
                  </a:lnTo>
                  <a:lnTo>
                    <a:pt x="39686" y="138086"/>
                  </a:lnTo>
                  <a:lnTo>
                    <a:pt x="39097" y="136779"/>
                  </a:lnTo>
                  <a:close/>
                </a:path>
                <a:path w="42545" h="155575">
                  <a:moveTo>
                    <a:pt x="39464" y="135762"/>
                  </a:moveTo>
                  <a:lnTo>
                    <a:pt x="38735" y="135762"/>
                  </a:lnTo>
                  <a:lnTo>
                    <a:pt x="38929" y="136398"/>
                  </a:lnTo>
                  <a:lnTo>
                    <a:pt x="39686" y="138086"/>
                  </a:lnTo>
                  <a:lnTo>
                    <a:pt x="39564" y="136398"/>
                  </a:lnTo>
                  <a:lnTo>
                    <a:pt x="39464" y="135762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51936" y="2822320"/>
              <a:ext cx="715263" cy="29337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38219" y="2444132"/>
              <a:ext cx="796145" cy="28852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68243" y="1469263"/>
              <a:ext cx="872998" cy="24625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828800" y="1190625"/>
              <a:ext cx="1867535" cy="1524635"/>
            </a:xfrm>
            <a:custGeom>
              <a:avLst/>
              <a:gdLst/>
              <a:ahLst/>
              <a:cxnLst/>
              <a:rect l="l" t="t" r="r" b="b"/>
              <a:pathLst>
                <a:path w="1867535" h="1524635">
                  <a:moveTo>
                    <a:pt x="0" y="1362075"/>
                  </a:moveTo>
                  <a:lnTo>
                    <a:pt x="162051" y="1524127"/>
                  </a:lnTo>
                </a:path>
                <a:path w="1867535" h="1524635">
                  <a:moveTo>
                    <a:pt x="162051" y="1362075"/>
                  </a:moveTo>
                  <a:lnTo>
                    <a:pt x="0" y="1524127"/>
                  </a:lnTo>
                </a:path>
                <a:path w="1867535" h="1524635">
                  <a:moveTo>
                    <a:pt x="866775" y="685800"/>
                  </a:moveTo>
                  <a:lnTo>
                    <a:pt x="1028826" y="847851"/>
                  </a:lnTo>
                </a:path>
                <a:path w="1867535" h="1524635">
                  <a:moveTo>
                    <a:pt x="1028826" y="685800"/>
                  </a:moveTo>
                  <a:lnTo>
                    <a:pt x="866775" y="847851"/>
                  </a:lnTo>
                </a:path>
                <a:path w="1867535" h="1524635">
                  <a:moveTo>
                    <a:pt x="1704975" y="0"/>
                  </a:moveTo>
                  <a:lnTo>
                    <a:pt x="1867027" y="162051"/>
                  </a:lnTo>
                </a:path>
                <a:path w="1867535" h="1524635">
                  <a:moveTo>
                    <a:pt x="1867027" y="0"/>
                  </a:moveTo>
                  <a:lnTo>
                    <a:pt x="1704975" y="162051"/>
                  </a:lnTo>
                </a:path>
              </a:pathLst>
            </a:custGeom>
            <a:ln w="381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4" name="object 6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12105" y="2068576"/>
            <a:ext cx="660654" cy="407669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108562" y="3552825"/>
            <a:ext cx="8830945" cy="1062355"/>
            <a:chOff x="108562" y="3552825"/>
            <a:chExt cx="8830945" cy="1062355"/>
          </a:xfrm>
        </p:grpSpPr>
        <p:pic>
          <p:nvPicPr>
            <p:cNvPr id="66" name="object 6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17796" y="3664585"/>
              <a:ext cx="1365601" cy="31019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7975" y="3552825"/>
              <a:ext cx="508304" cy="45783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8562" y="4303331"/>
              <a:ext cx="764854" cy="302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700523" y="4283430"/>
              <a:ext cx="1274445" cy="29845"/>
            </a:xfrm>
            <a:custGeom>
              <a:avLst/>
              <a:gdLst/>
              <a:ahLst/>
              <a:cxnLst/>
              <a:rect l="l" t="t" r="r" b="b"/>
              <a:pathLst>
                <a:path w="1274445" h="29845">
                  <a:moveTo>
                    <a:pt x="1057759" y="28676"/>
                  </a:moveTo>
                  <a:lnTo>
                    <a:pt x="770254" y="28676"/>
                  </a:lnTo>
                  <a:lnTo>
                    <a:pt x="800380" y="29311"/>
                  </a:lnTo>
                  <a:lnTo>
                    <a:pt x="1010538" y="29311"/>
                  </a:lnTo>
                  <a:lnTo>
                    <a:pt x="1057759" y="28676"/>
                  </a:lnTo>
                  <a:close/>
                </a:path>
                <a:path w="1274445" h="29845">
                  <a:moveTo>
                    <a:pt x="1149613" y="25314"/>
                  </a:moveTo>
                  <a:lnTo>
                    <a:pt x="458013" y="25314"/>
                  </a:lnTo>
                  <a:lnTo>
                    <a:pt x="521842" y="26619"/>
                  </a:lnTo>
                  <a:lnTo>
                    <a:pt x="577341" y="27368"/>
                  </a:lnTo>
                  <a:lnTo>
                    <a:pt x="602868" y="28117"/>
                  </a:lnTo>
                  <a:lnTo>
                    <a:pt x="642370" y="28676"/>
                  </a:lnTo>
                  <a:lnTo>
                    <a:pt x="1076102" y="28282"/>
                  </a:lnTo>
                  <a:lnTo>
                    <a:pt x="1091818" y="27901"/>
                  </a:lnTo>
                  <a:lnTo>
                    <a:pt x="1120013" y="26835"/>
                  </a:lnTo>
                  <a:lnTo>
                    <a:pt x="1149613" y="25314"/>
                  </a:lnTo>
                  <a:close/>
                </a:path>
                <a:path w="1274445" h="29845">
                  <a:moveTo>
                    <a:pt x="1076102" y="28282"/>
                  </a:moveTo>
                  <a:lnTo>
                    <a:pt x="687324" y="28282"/>
                  </a:lnTo>
                  <a:lnTo>
                    <a:pt x="720313" y="28676"/>
                  </a:lnTo>
                  <a:lnTo>
                    <a:pt x="1059862" y="28676"/>
                  </a:lnTo>
                  <a:lnTo>
                    <a:pt x="1076102" y="28282"/>
                  </a:lnTo>
                  <a:close/>
                </a:path>
                <a:path w="1274445" h="29845">
                  <a:moveTo>
                    <a:pt x="1180191" y="23736"/>
                  </a:moveTo>
                  <a:lnTo>
                    <a:pt x="342138" y="23736"/>
                  </a:lnTo>
                  <a:lnTo>
                    <a:pt x="365505" y="24472"/>
                  </a:lnTo>
                  <a:lnTo>
                    <a:pt x="398662" y="24855"/>
                  </a:lnTo>
                  <a:lnTo>
                    <a:pt x="418084" y="25565"/>
                  </a:lnTo>
                  <a:lnTo>
                    <a:pt x="417956" y="25565"/>
                  </a:lnTo>
                  <a:lnTo>
                    <a:pt x="436752" y="26314"/>
                  </a:lnTo>
                  <a:lnTo>
                    <a:pt x="437251" y="26314"/>
                  </a:lnTo>
                  <a:lnTo>
                    <a:pt x="458013" y="25314"/>
                  </a:lnTo>
                  <a:lnTo>
                    <a:pt x="1149613" y="25314"/>
                  </a:lnTo>
                  <a:lnTo>
                    <a:pt x="1180191" y="23736"/>
                  </a:lnTo>
                  <a:close/>
                </a:path>
                <a:path w="1274445" h="29845">
                  <a:moveTo>
                    <a:pt x="1249934" y="19202"/>
                  </a:moveTo>
                  <a:lnTo>
                    <a:pt x="16169" y="19202"/>
                  </a:lnTo>
                  <a:lnTo>
                    <a:pt x="23634" y="20065"/>
                  </a:lnTo>
                  <a:lnTo>
                    <a:pt x="35174" y="20065"/>
                  </a:lnTo>
                  <a:lnTo>
                    <a:pt x="42417" y="20434"/>
                  </a:lnTo>
                  <a:lnTo>
                    <a:pt x="47625" y="20802"/>
                  </a:lnTo>
                  <a:lnTo>
                    <a:pt x="56515" y="21183"/>
                  </a:lnTo>
                  <a:lnTo>
                    <a:pt x="56166" y="21183"/>
                  </a:lnTo>
                  <a:lnTo>
                    <a:pt x="62795" y="21998"/>
                  </a:lnTo>
                  <a:lnTo>
                    <a:pt x="74000" y="21998"/>
                  </a:lnTo>
                  <a:lnTo>
                    <a:pt x="91254" y="22542"/>
                  </a:lnTo>
                  <a:lnTo>
                    <a:pt x="117232" y="22542"/>
                  </a:lnTo>
                  <a:lnTo>
                    <a:pt x="135008" y="22936"/>
                  </a:lnTo>
                  <a:lnTo>
                    <a:pt x="151002" y="22936"/>
                  </a:lnTo>
                  <a:lnTo>
                    <a:pt x="176323" y="23494"/>
                  </a:lnTo>
                  <a:lnTo>
                    <a:pt x="351485" y="23736"/>
                  </a:lnTo>
                  <a:lnTo>
                    <a:pt x="1180608" y="23736"/>
                  </a:lnTo>
                  <a:lnTo>
                    <a:pt x="1199006" y="22542"/>
                  </a:lnTo>
                  <a:lnTo>
                    <a:pt x="1225849" y="20434"/>
                  </a:lnTo>
                  <a:lnTo>
                    <a:pt x="1225683" y="20434"/>
                  </a:lnTo>
                  <a:lnTo>
                    <a:pt x="1237425" y="19646"/>
                  </a:lnTo>
                  <a:lnTo>
                    <a:pt x="1249934" y="19202"/>
                  </a:lnTo>
                  <a:close/>
                </a:path>
                <a:path w="1274445" h="29845">
                  <a:moveTo>
                    <a:pt x="89947" y="3086"/>
                  </a:moveTo>
                  <a:lnTo>
                    <a:pt x="1068" y="3086"/>
                  </a:lnTo>
                  <a:lnTo>
                    <a:pt x="960" y="4127"/>
                  </a:lnTo>
                  <a:lnTo>
                    <a:pt x="861" y="5079"/>
                  </a:lnTo>
                  <a:lnTo>
                    <a:pt x="778" y="5880"/>
                  </a:lnTo>
                  <a:lnTo>
                    <a:pt x="659" y="7018"/>
                  </a:lnTo>
                  <a:lnTo>
                    <a:pt x="541" y="8153"/>
                  </a:lnTo>
                  <a:lnTo>
                    <a:pt x="429" y="9232"/>
                  </a:lnTo>
                  <a:lnTo>
                    <a:pt x="335" y="10134"/>
                  </a:lnTo>
                  <a:lnTo>
                    <a:pt x="214" y="11294"/>
                  </a:lnTo>
                  <a:lnTo>
                    <a:pt x="91" y="12484"/>
                  </a:lnTo>
                  <a:lnTo>
                    <a:pt x="0" y="13360"/>
                  </a:lnTo>
                  <a:lnTo>
                    <a:pt x="3555" y="17729"/>
                  </a:lnTo>
                  <a:lnTo>
                    <a:pt x="16032" y="19202"/>
                  </a:lnTo>
                  <a:lnTo>
                    <a:pt x="1250195" y="19202"/>
                  </a:lnTo>
                  <a:lnTo>
                    <a:pt x="1259713" y="17995"/>
                  </a:lnTo>
                  <a:lnTo>
                    <a:pt x="1264792" y="17094"/>
                  </a:lnTo>
                  <a:lnTo>
                    <a:pt x="1267327" y="15900"/>
                  </a:lnTo>
                  <a:lnTo>
                    <a:pt x="1250061" y="15900"/>
                  </a:lnTo>
                  <a:lnTo>
                    <a:pt x="1248155" y="14985"/>
                  </a:lnTo>
                  <a:lnTo>
                    <a:pt x="1247727" y="13538"/>
                  </a:lnTo>
                  <a:lnTo>
                    <a:pt x="1247674" y="13360"/>
                  </a:lnTo>
                  <a:lnTo>
                    <a:pt x="810367" y="13360"/>
                  </a:lnTo>
                  <a:lnTo>
                    <a:pt x="699896" y="12915"/>
                  </a:lnTo>
                  <a:lnTo>
                    <a:pt x="675893" y="12649"/>
                  </a:lnTo>
                  <a:lnTo>
                    <a:pt x="673906" y="12649"/>
                  </a:lnTo>
                  <a:lnTo>
                    <a:pt x="656463" y="12484"/>
                  </a:lnTo>
                  <a:lnTo>
                    <a:pt x="608701" y="11569"/>
                  </a:lnTo>
                  <a:lnTo>
                    <a:pt x="605945" y="11569"/>
                  </a:lnTo>
                  <a:lnTo>
                    <a:pt x="577723" y="10807"/>
                  </a:lnTo>
                  <a:lnTo>
                    <a:pt x="523258" y="10134"/>
                  </a:lnTo>
                  <a:lnTo>
                    <a:pt x="522351" y="10134"/>
                  </a:lnTo>
                  <a:lnTo>
                    <a:pt x="501141" y="9232"/>
                  </a:lnTo>
                  <a:lnTo>
                    <a:pt x="458886" y="8559"/>
                  </a:lnTo>
                  <a:lnTo>
                    <a:pt x="458343" y="8559"/>
                  </a:lnTo>
                  <a:lnTo>
                    <a:pt x="437514" y="7543"/>
                  </a:lnTo>
                  <a:lnTo>
                    <a:pt x="398906" y="6134"/>
                  </a:lnTo>
                  <a:lnTo>
                    <a:pt x="375321" y="5880"/>
                  </a:lnTo>
                  <a:lnTo>
                    <a:pt x="369558" y="5880"/>
                  </a:lnTo>
                  <a:lnTo>
                    <a:pt x="323206" y="4583"/>
                  </a:lnTo>
                  <a:lnTo>
                    <a:pt x="325341" y="4583"/>
                  </a:lnTo>
                  <a:lnTo>
                    <a:pt x="297790" y="4127"/>
                  </a:lnTo>
                  <a:lnTo>
                    <a:pt x="155469" y="4127"/>
                  </a:lnTo>
                  <a:lnTo>
                    <a:pt x="89947" y="3086"/>
                  </a:lnTo>
                  <a:close/>
                </a:path>
                <a:path w="1274445" h="29845">
                  <a:moveTo>
                    <a:pt x="1261500" y="6134"/>
                  </a:moveTo>
                  <a:lnTo>
                    <a:pt x="1259779" y="6603"/>
                  </a:lnTo>
                  <a:lnTo>
                    <a:pt x="1252981" y="7975"/>
                  </a:lnTo>
                  <a:lnTo>
                    <a:pt x="1252347" y="8153"/>
                  </a:lnTo>
                  <a:lnTo>
                    <a:pt x="1250520" y="8864"/>
                  </a:lnTo>
                  <a:lnTo>
                    <a:pt x="1249477" y="9232"/>
                  </a:lnTo>
                  <a:lnTo>
                    <a:pt x="1247902" y="9728"/>
                  </a:lnTo>
                  <a:lnTo>
                    <a:pt x="1247209" y="11163"/>
                  </a:lnTo>
                  <a:lnTo>
                    <a:pt x="1247221" y="12128"/>
                  </a:lnTo>
                  <a:lnTo>
                    <a:pt x="1247674" y="13360"/>
                  </a:lnTo>
                  <a:lnTo>
                    <a:pt x="1248155" y="14985"/>
                  </a:lnTo>
                  <a:lnTo>
                    <a:pt x="1250061" y="15900"/>
                  </a:lnTo>
                  <a:lnTo>
                    <a:pt x="1251712" y="15328"/>
                  </a:lnTo>
                  <a:lnTo>
                    <a:pt x="1252814" y="14985"/>
                  </a:lnTo>
                  <a:lnTo>
                    <a:pt x="1254145" y="14439"/>
                  </a:lnTo>
                  <a:lnTo>
                    <a:pt x="1253811" y="14439"/>
                  </a:lnTo>
                  <a:lnTo>
                    <a:pt x="1261364" y="12915"/>
                  </a:lnTo>
                  <a:lnTo>
                    <a:pt x="1262896" y="12484"/>
                  </a:lnTo>
                  <a:lnTo>
                    <a:pt x="1263114" y="12484"/>
                  </a:lnTo>
                  <a:lnTo>
                    <a:pt x="1261999" y="11976"/>
                  </a:lnTo>
                  <a:lnTo>
                    <a:pt x="1272710" y="11976"/>
                  </a:lnTo>
                  <a:lnTo>
                    <a:pt x="1273683" y="11163"/>
                  </a:lnTo>
                  <a:lnTo>
                    <a:pt x="1273798" y="10629"/>
                  </a:lnTo>
                  <a:lnTo>
                    <a:pt x="1274167" y="9728"/>
                  </a:lnTo>
                  <a:lnTo>
                    <a:pt x="1274047" y="7018"/>
                  </a:lnTo>
                  <a:lnTo>
                    <a:pt x="1260776" y="7018"/>
                  </a:lnTo>
                  <a:lnTo>
                    <a:pt x="1261376" y="6286"/>
                  </a:lnTo>
                  <a:lnTo>
                    <a:pt x="1261500" y="6134"/>
                  </a:lnTo>
                  <a:close/>
                </a:path>
                <a:path w="1274445" h="29845">
                  <a:moveTo>
                    <a:pt x="1272102" y="12484"/>
                  </a:moveTo>
                  <a:lnTo>
                    <a:pt x="1263114" y="12484"/>
                  </a:lnTo>
                  <a:lnTo>
                    <a:pt x="1267460" y="14439"/>
                  </a:lnTo>
                  <a:lnTo>
                    <a:pt x="1254145" y="14439"/>
                  </a:lnTo>
                  <a:lnTo>
                    <a:pt x="1252814" y="14985"/>
                  </a:lnTo>
                  <a:lnTo>
                    <a:pt x="1251712" y="15328"/>
                  </a:lnTo>
                  <a:lnTo>
                    <a:pt x="1250061" y="15900"/>
                  </a:lnTo>
                  <a:lnTo>
                    <a:pt x="1267327" y="15900"/>
                  </a:lnTo>
                  <a:lnTo>
                    <a:pt x="1268541" y="15328"/>
                  </a:lnTo>
                  <a:lnTo>
                    <a:pt x="1269041" y="14985"/>
                  </a:lnTo>
                  <a:lnTo>
                    <a:pt x="1270856" y="13538"/>
                  </a:lnTo>
                  <a:lnTo>
                    <a:pt x="1271033" y="13360"/>
                  </a:lnTo>
                  <a:lnTo>
                    <a:pt x="1272102" y="12484"/>
                  </a:lnTo>
                  <a:close/>
                </a:path>
                <a:path w="1274445" h="29845">
                  <a:moveTo>
                    <a:pt x="1272710" y="11976"/>
                  </a:moveTo>
                  <a:lnTo>
                    <a:pt x="1261999" y="11976"/>
                  </a:lnTo>
                  <a:lnTo>
                    <a:pt x="1264158" y="12128"/>
                  </a:lnTo>
                  <a:lnTo>
                    <a:pt x="1261364" y="12915"/>
                  </a:lnTo>
                  <a:lnTo>
                    <a:pt x="1253811" y="14439"/>
                  </a:lnTo>
                  <a:lnTo>
                    <a:pt x="1267460" y="14439"/>
                  </a:lnTo>
                  <a:lnTo>
                    <a:pt x="1263114" y="12484"/>
                  </a:lnTo>
                  <a:lnTo>
                    <a:pt x="1272102" y="12484"/>
                  </a:lnTo>
                  <a:lnTo>
                    <a:pt x="1272710" y="11976"/>
                  </a:lnTo>
                  <a:close/>
                </a:path>
                <a:path w="1274445" h="29845">
                  <a:moveTo>
                    <a:pt x="1262252" y="139"/>
                  </a:moveTo>
                  <a:lnTo>
                    <a:pt x="1257553" y="736"/>
                  </a:lnTo>
                  <a:lnTo>
                    <a:pt x="1248664" y="1752"/>
                  </a:lnTo>
                  <a:lnTo>
                    <a:pt x="1238786" y="3086"/>
                  </a:lnTo>
                  <a:lnTo>
                    <a:pt x="1241483" y="3086"/>
                  </a:lnTo>
                  <a:lnTo>
                    <a:pt x="1225677" y="4127"/>
                  </a:lnTo>
                  <a:lnTo>
                    <a:pt x="1197864" y="6286"/>
                  </a:lnTo>
                  <a:lnTo>
                    <a:pt x="1181353" y="7365"/>
                  </a:lnTo>
                  <a:lnTo>
                    <a:pt x="1119251" y="10629"/>
                  </a:lnTo>
                  <a:lnTo>
                    <a:pt x="1091311" y="11722"/>
                  </a:lnTo>
                  <a:lnTo>
                    <a:pt x="1060697" y="12484"/>
                  </a:lnTo>
                  <a:lnTo>
                    <a:pt x="1059751" y="12484"/>
                  </a:lnTo>
                  <a:lnTo>
                    <a:pt x="1031684" y="12915"/>
                  </a:lnTo>
                  <a:lnTo>
                    <a:pt x="998285" y="13360"/>
                  </a:lnTo>
                  <a:lnTo>
                    <a:pt x="1247681" y="13360"/>
                  </a:lnTo>
                  <a:lnTo>
                    <a:pt x="1247221" y="12128"/>
                  </a:lnTo>
                  <a:lnTo>
                    <a:pt x="1247117" y="11849"/>
                  </a:lnTo>
                  <a:lnTo>
                    <a:pt x="1247013" y="11569"/>
                  </a:lnTo>
                  <a:lnTo>
                    <a:pt x="1247902" y="9728"/>
                  </a:lnTo>
                  <a:lnTo>
                    <a:pt x="1249477" y="9232"/>
                  </a:lnTo>
                  <a:lnTo>
                    <a:pt x="1251330" y="8559"/>
                  </a:lnTo>
                  <a:lnTo>
                    <a:pt x="1252347" y="8153"/>
                  </a:lnTo>
                  <a:lnTo>
                    <a:pt x="1252981" y="7975"/>
                  </a:lnTo>
                  <a:lnTo>
                    <a:pt x="1259779" y="6603"/>
                  </a:lnTo>
                  <a:lnTo>
                    <a:pt x="1261488" y="6134"/>
                  </a:lnTo>
                  <a:lnTo>
                    <a:pt x="1263029" y="4267"/>
                  </a:lnTo>
                  <a:lnTo>
                    <a:pt x="1264749" y="2247"/>
                  </a:lnTo>
                  <a:lnTo>
                    <a:pt x="1265654" y="1904"/>
                  </a:lnTo>
                  <a:lnTo>
                    <a:pt x="1267078" y="1422"/>
                  </a:lnTo>
                  <a:lnTo>
                    <a:pt x="1268282" y="1422"/>
                  </a:lnTo>
                  <a:lnTo>
                    <a:pt x="1266632" y="736"/>
                  </a:lnTo>
                  <a:lnTo>
                    <a:pt x="1266762" y="736"/>
                  </a:lnTo>
                  <a:lnTo>
                    <a:pt x="1262252" y="139"/>
                  </a:lnTo>
                  <a:close/>
                </a:path>
                <a:path w="1274445" h="29845">
                  <a:moveTo>
                    <a:pt x="1261999" y="11976"/>
                  </a:moveTo>
                  <a:lnTo>
                    <a:pt x="1263114" y="12484"/>
                  </a:lnTo>
                  <a:lnTo>
                    <a:pt x="1262896" y="12484"/>
                  </a:lnTo>
                  <a:lnTo>
                    <a:pt x="1264158" y="12128"/>
                  </a:lnTo>
                  <a:lnTo>
                    <a:pt x="1261999" y="11976"/>
                  </a:lnTo>
                  <a:close/>
                </a:path>
                <a:path w="1274445" h="29845">
                  <a:moveTo>
                    <a:pt x="1273526" y="11294"/>
                  </a:moveTo>
                  <a:lnTo>
                    <a:pt x="1272102" y="12484"/>
                  </a:lnTo>
                  <a:lnTo>
                    <a:pt x="1272663" y="12128"/>
                  </a:lnTo>
                  <a:lnTo>
                    <a:pt x="1273380" y="11569"/>
                  </a:lnTo>
                  <a:lnTo>
                    <a:pt x="1273526" y="11294"/>
                  </a:lnTo>
                  <a:close/>
                </a:path>
                <a:path w="1274445" h="29845">
                  <a:moveTo>
                    <a:pt x="1262379" y="5880"/>
                  </a:moveTo>
                  <a:lnTo>
                    <a:pt x="1261500" y="6134"/>
                  </a:lnTo>
                  <a:lnTo>
                    <a:pt x="1260776" y="7018"/>
                  </a:lnTo>
                  <a:lnTo>
                    <a:pt x="1261320" y="6603"/>
                  </a:lnTo>
                  <a:lnTo>
                    <a:pt x="1262379" y="5880"/>
                  </a:lnTo>
                  <a:close/>
                </a:path>
                <a:path w="1274445" h="29845">
                  <a:moveTo>
                    <a:pt x="1273791" y="5880"/>
                  </a:moveTo>
                  <a:lnTo>
                    <a:pt x="1262379" y="5880"/>
                  </a:lnTo>
                  <a:lnTo>
                    <a:pt x="1260713" y="7018"/>
                  </a:lnTo>
                  <a:lnTo>
                    <a:pt x="1274047" y="7018"/>
                  </a:lnTo>
                  <a:lnTo>
                    <a:pt x="1273954" y="6603"/>
                  </a:lnTo>
                  <a:lnTo>
                    <a:pt x="1273848" y="6134"/>
                  </a:lnTo>
                  <a:lnTo>
                    <a:pt x="1273791" y="5880"/>
                  </a:lnTo>
                  <a:close/>
                </a:path>
                <a:path w="1274445" h="29845">
                  <a:moveTo>
                    <a:pt x="1267078" y="1422"/>
                  </a:moveTo>
                  <a:lnTo>
                    <a:pt x="1265654" y="1904"/>
                  </a:lnTo>
                  <a:lnTo>
                    <a:pt x="1264749" y="2247"/>
                  </a:lnTo>
                  <a:lnTo>
                    <a:pt x="1263144" y="4127"/>
                  </a:lnTo>
                  <a:lnTo>
                    <a:pt x="1261500" y="6134"/>
                  </a:lnTo>
                  <a:lnTo>
                    <a:pt x="1262379" y="5880"/>
                  </a:lnTo>
                  <a:lnTo>
                    <a:pt x="1273791" y="5880"/>
                  </a:lnTo>
                  <a:lnTo>
                    <a:pt x="1273611" y="5079"/>
                  </a:lnTo>
                  <a:lnTo>
                    <a:pt x="1273500" y="4583"/>
                  </a:lnTo>
                  <a:lnTo>
                    <a:pt x="1272286" y="3086"/>
                  </a:lnTo>
                  <a:lnTo>
                    <a:pt x="1270268" y="2247"/>
                  </a:lnTo>
                  <a:lnTo>
                    <a:pt x="1270575" y="2247"/>
                  </a:lnTo>
                  <a:lnTo>
                    <a:pt x="1267078" y="1422"/>
                  </a:lnTo>
                  <a:close/>
                </a:path>
                <a:path w="1274445" h="29845">
                  <a:moveTo>
                    <a:pt x="1273500" y="4583"/>
                  </a:moveTo>
                  <a:lnTo>
                    <a:pt x="1273791" y="5880"/>
                  </a:lnTo>
                  <a:lnTo>
                    <a:pt x="1273823" y="5079"/>
                  </a:lnTo>
                  <a:lnTo>
                    <a:pt x="1273500" y="4583"/>
                  </a:lnTo>
                  <a:close/>
                </a:path>
                <a:path w="1274445" h="29845">
                  <a:moveTo>
                    <a:pt x="1272239" y="3086"/>
                  </a:moveTo>
                  <a:lnTo>
                    <a:pt x="1273500" y="4583"/>
                  </a:lnTo>
                  <a:lnTo>
                    <a:pt x="1273428" y="4267"/>
                  </a:lnTo>
                  <a:lnTo>
                    <a:pt x="1272239" y="3086"/>
                  </a:lnTo>
                  <a:close/>
                </a:path>
                <a:path w="1274445" h="29845">
                  <a:moveTo>
                    <a:pt x="5206" y="0"/>
                  </a:moveTo>
                  <a:lnTo>
                    <a:pt x="1608" y="3086"/>
                  </a:lnTo>
                  <a:lnTo>
                    <a:pt x="61945" y="3086"/>
                  </a:lnTo>
                  <a:lnTo>
                    <a:pt x="57912" y="2641"/>
                  </a:lnTo>
                  <a:lnTo>
                    <a:pt x="58510" y="2641"/>
                  </a:lnTo>
                  <a:lnTo>
                    <a:pt x="48949" y="2247"/>
                  </a:lnTo>
                  <a:lnTo>
                    <a:pt x="43434" y="1904"/>
                  </a:lnTo>
                  <a:lnTo>
                    <a:pt x="39990" y="1752"/>
                  </a:lnTo>
                  <a:lnTo>
                    <a:pt x="24238" y="1752"/>
                  </a:lnTo>
                  <a:lnTo>
                    <a:pt x="17525" y="1028"/>
                  </a:lnTo>
                  <a:lnTo>
                    <a:pt x="5206" y="0"/>
                  </a:lnTo>
                  <a:close/>
                </a:path>
                <a:path w="1274445" h="29845">
                  <a:moveTo>
                    <a:pt x="1270575" y="2247"/>
                  </a:moveTo>
                  <a:lnTo>
                    <a:pt x="1270268" y="2247"/>
                  </a:lnTo>
                  <a:lnTo>
                    <a:pt x="1272286" y="3086"/>
                  </a:lnTo>
                  <a:lnTo>
                    <a:pt x="1271791" y="2641"/>
                  </a:lnTo>
                  <a:lnTo>
                    <a:pt x="1272242" y="2641"/>
                  </a:lnTo>
                  <a:lnTo>
                    <a:pt x="1270575" y="2247"/>
                  </a:lnTo>
                  <a:close/>
                </a:path>
                <a:path w="1274445" h="29845">
                  <a:moveTo>
                    <a:pt x="1268282" y="1422"/>
                  </a:moveTo>
                  <a:lnTo>
                    <a:pt x="1267078" y="1422"/>
                  </a:lnTo>
                  <a:lnTo>
                    <a:pt x="1270575" y="2247"/>
                  </a:lnTo>
                  <a:lnTo>
                    <a:pt x="1270268" y="2247"/>
                  </a:lnTo>
                  <a:lnTo>
                    <a:pt x="1268282" y="1422"/>
                  </a:lnTo>
                  <a:close/>
                </a:path>
                <a:path w="1274445" h="29845">
                  <a:moveTo>
                    <a:pt x="51209" y="1422"/>
                  </a:moveTo>
                  <a:lnTo>
                    <a:pt x="32530" y="1422"/>
                  </a:lnTo>
                  <a:lnTo>
                    <a:pt x="39990" y="1752"/>
                  </a:lnTo>
                  <a:lnTo>
                    <a:pt x="14520" y="1752"/>
                  </a:lnTo>
                  <a:lnTo>
                    <a:pt x="51209" y="1422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715375" y="4381500"/>
              <a:ext cx="223837" cy="233362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6196584" y="3347211"/>
            <a:ext cx="946785" cy="540385"/>
            <a:chOff x="6196584" y="3347211"/>
            <a:chExt cx="946785" cy="540385"/>
          </a:xfrm>
        </p:grpSpPr>
        <p:sp>
          <p:nvSpPr>
            <p:cNvPr id="72" name="object 72"/>
            <p:cNvSpPr/>
            <p:nvPr/>
          </p:nvSpPr>
          <p:spPr>
            <a:xfrm>
              <a:off x="6196584" y="3347211"/>
              <a:ext cx="946785" cy="540385"/>
            </a:xfrm>
            <a:custGeom>
              <a:avLst/>
              <a:gdLst/>
              <a:ahLst/>
              <a:cxnLst/>
              <a:rect l="l" t="t" r="r" b="b"/>
              <a:pathLst>
                <a:path w="946784" h="540385">
                  <a:moveTo>
                    <a:pt x="97383" y="298551"/>
                  </a:moveTo>
                  <a:lnTo>
                    <a:pt x="97180" y="298373"/>
                  </a:lnTo>
                  <a:lnTo>
                    <a:pt x="96037" y="297942"/>
                  </a:lnTo>
                  <a:lnTo>
                    <a:pt x="97383" y="298551"/>
                  </a:lnTo>
                  <a:close/>
                </a:path>
                <a:path w="946784" h="540385">
                  <a:moveTo>
                    <a:pt x="251866" y="317271"/>
                  </a:moveTo>
                  <a:lnTo>
                    <a:pt x="247396" y="317550"/>
                  </a:lnTo>
                  <a:lnTo>
                    <a:pt x="248158" y="317550"/>
                  </a:lnTo>
                  <a:lnTo>
                    <a:pt x="251866" y="317271"/>
                  </a:lnTo>
                  <a:close/>
                </a:path>
                <a:path w="946784" h="540385">
                  <a:moveTo>
                    <a:pt x="503809" y="168922"/>
                  </a:moveTo>
                  <a:lnTo>
                    <a:pt x="503682" y="167640"/>
                  </a:lnTo>
                  <a:lnTo>
                    <a:pt x="502488" y="158750"/>
                  </a:lnTo>
                  <a:lnTo>
                    <a:pt x="502234" y="156832"/>
                  </a:lnTo>
                  <a:lnTo>
                    <a:pt x="502158" y="156222"/>
                  </a:lnTo>
                  <a:lnTo>
                    <a:pt x="498767" y="140970"/>
                  </a:lnTo>
                  <a:lnTo>
                    <a:pt x="498195" y="138442"/>
                  </a:lnTo>
                  <a:lnTo>
                    <a:pt x="497078" y="133350"/>
                  </a:lnTo>
                  <a:lnTo>
                    <a:pt x="496506" y="132092"/>
                  </a:lnTo>
                  <a:lnTo>
                    <a:pt x="495935" y="130810"/>
                  </a:lnTo>
                  <a:lnTo>
                    <a:pt x="490982" y="121920"/>
                  </a:lnTo>
                  <a:lnTo>
                    <a:pt x="473583" y="100330"/>
                  </a:lnTo>
                  <a:lnTo>
                    <a:pt x="473075" y="100330"/>
                  </a:lnTo>
                  <a:lnTo>
                    <a:pt x="464058" y="90170"/>
                  </a:lnTo>
                  <a:lnTo>
                    <a:pt x="463423" y="88900"/>
                  </a:lnTo>
                  <a:lnTo>
                    <a:pt x="459168" y="85090"/>
                  </a:lnTo>
                  <a:lnTo>
                    <a:pt x="442214" y="69850"/>
                  </a:lnTo>
                  <a:lnTo>
                    <a:pt x="440944" y="68580"/>
                  </a:lnTo>
                  <a:lnTo>
                    <a:pt x="430784" y="62230"/>
                  </a:lnTo>
                  <a:lnTo>
                    <a:pt x="417068" y="53340"/>
                  </a:lnTo>
                  <a:lnTo>
                    <a:pt x="416433" y="53340"/>
                  </a:lnTo>
                  <a:lnTo>
                    <a:pt x="406781" y="46990"/>
                  </a:lnTo>
                  <a:lnTo>
                    <a:pt x="395465" y="41910"/>
                  </a:lnTo>
                  <a:lnTo>
                    <a:pt x="385178" y="36893"/>
                  </a:lnTo>
                  <a:lnTo>
                    <a:pt x="384797" y="36893"/>
                  </a:lnTo>
                  <a:lnTo>
                    <a:pt x="373888" y="31750"/>
                  </a:lnTo>
                  <a:lnTo>
                    <a:pt x="373380" y="31750"/>
                  </a:lnTo>
                  <a:lnTo>
                    <a:pt x="366179" y="29210"/>
                  </a:lnTo>
                  <a:lnTo>
                    <a:pt x="362585" y="27940"/>
                  </a:lnTo>
                  <a:lnTo>
                    <a:pt x="362585" y="29210"/>
                  </a:lnTo>
                  <a:lnTo>
                    <a:pt x="355638" y="26670"/>
                  </a:lnTo>
                  <a:lnTo>
                    <a:pt x="352171" y="25400"/>
                  </a:lnTo>
                  <a:lnTo>
                    <a:pt x="351155" y="25400"/>
                  </a:lnTo>
                  <a:lnTo>
                    <a:pt x="339979" y="21590"/>
                  </a:lnTo>
                  <a:lnTo>
                    <a:pt x="339217" y="21590"/>
                  </a:lnTo>
                  <a:lnTo>
                    <a:pt x="317246" y="19050"/>
                  </a:lnTo>
                  <a:lnTo>
                    <a:pt x="316865" y="19050"/>
                  </a:lnTo>
                  <a:lnTo>
                    <a:pt x="303149" y="17780"/>
                  </a:lnTo>
                  <a:lnTo>
                    <a:pt x="302514" y="17780"/>
                  </a:lnTo>
                  <a:lnTo>
                    <a:pt x="271653" y="16510"/>
                  </a:lnTo>
                  <a:lnTo>
                    <a:pt x="257937" y="16510"/>
                  </a:lnTo>
                  <a:lnTo>
                    <a:pt x="251650" y="17335"/>
                  </a:lnTo>
                  <a:lnTo>
                    <a:pt x="250253" y="15341"/>
                  </a:lnTo>
                  <a:lnTo>
                    <a:pt x="250418" y="15341"/>
                  </a:lnTo>
                  <a:lnTo>
                    <a:pt x="247015" y="13970"/>
                  </a:lnTo>
                  <a:lnTo>
                    <a:pt x="236728" y="11430"/>
                  </a:lnTo>
                  <a:lnTo>
                    <a:pt x="190500" y="0"/>
                  </a:lnTo>
                  <a:lnTo>
                    <a:pt x="172339" y="0"/>
                  </a:lnTo>
                  <a:lnTo>
                    <a:pt x="167386" y="1270"/>
                  </a:lnTo>
                  <a:lnTo>
                    <a:pt x="166878" y="1270"/>
                  </a:lnTo>
                  <a:lnTo>
                    <a:pt x="161798" y="2540"/>
                  </a:lnTo>
                  <a:lnTo>
                    <a:pt x="156845" y="2540"/>
                  </a:lnTo>
                  <a:lnTo>
                    <a:pt x="147828" y="6350"/>
                  </a:lnTo>
                  <a:lnTo>
                    <a:pt x="147447" y="6350"/>
                  </a:lnTo>
                  <a:lnTo>
                    <a:pt x="141351" y="8890"/>
                  </a:lnTo>
                  <a:lnTo>
                    <a:pt x="140970" y="8890"/>
                  </a:lnTo>
                  <a:lnTo>
                    <a:pt x="126911" y="15011"/>
                  </a:lnTo>
                  <a:lnTo>
                    <a:pt x="126187" y="15341"/>
                  </a:lnTo>
                  <a:lnTo>
                    <a:pt x="119380" y="19050"/>
                  </a:lnTo>
                  <a:lnTo>
                    <a:pt x="118745" y="19050"/>
                  </a:lnTo>
                  <a:lnTo>
                    <a:pt x="102489" y="29210"/>
                  </a:lnTo>
                  <a:lnTo>
                    <a:pt x="95250" y="34290"/>
                  </a:lnTo>
                  <a:lnTo>
                    <a:pt x="94996" y="34290"/>
                  </a:lnTo>
                  <a:lnTo>
                    <a:pt x="78359" y="46990"/>
                  </a:lnTo>
                  <a:lnTo>
                    <a:pt x="78232" y="48260"/>
                  </a:lnTo>
                  <a:lnTo>
                    <a:pt x="70739" y="53340"/>
                  </a:lnTo>
                  <a:lnTo>
                    <a:pt x="70485" y="54610"/>
                  </a:lnTo>
                  <a:lnTo>
                    <a:pt x="54229" y="69850"/>
                  </a:lnTo>
                  <a:lnTo>
                    <a:pt x="53848" y="69850"/>
                  </a:lnTo>
                  <a:lnTo>
                    <a:pt x="47244" y="77470"/>
                  </a:lnTo>
                  <a:lnTo>
                    <a:pt x="46863" y="77470"/>
                  </a:lnTo>
                  <a:lnTo>
                    <a:pt x="33147" y="93980"/>
                  </a:lnTo>
                  <a:lnTo>
                    <a:pt x="32893" y="95250"/>
                  </a:lnTo>
                  <a:lnTo>
                    <a:pt x="27305" y="102870"/>
                  </a:lnTo>
                  <a:lnTo>
                    <a:pt x="16383" y="120650"/>
                  </a:lnTo>
                  <a:lnTo>
                    <a:pt x="12319" y="130810"/>
                  </a:lnTo>
                  <a:lnTo>
                    <a:pt x="12065" y="130810"/>
                  </a:lnTo>
                  <a:lnTo>
                    <a:pt x="5588" y="149872"/>
                  </a:lnTo>
                  <a:lnTo>
                    <a:pt x="5334" y="151142"/>
                  </a:lnTo>
                  <a:lnTo>
                    <a:pt x="2921" y="161290"/>
                  </a:lnTo>
                  <a:lnTo>
                    <a:pt x="381" y="181610"/>
                  </a:lnTo>
                  <a:lnTo>
                    <a:pt x="139" y="187960"/>
                  </a:lnTo>
                  <a:lnTo>
                    <a:pt x="88" y="189395"/>
                  </a:lnTo>
                  <a:lnTo>
                    <a:pt x="0" y="193040"/>
                  </a:lnTo>
                  <a:lnTo>
                    <a:pt x="2540" y="213360"/>
                  </a:lnTo>
                  <a:lnTo>
                    <a:pt x="2540" y="214642"/>
                  </a:lnTo>
                  <a:lnTo>
                    <a:pt x="4826" y="226060"/>
                  </a:lnTo>
                  <a:lnTo>
                    <a:pt x="13462" y="246392"/>
                  </a:lnTo>
                  <a:lnTo>
                    <a:pt x="13970" y="247650"/>
                  </a:lnTo>
                  <a:lnTo>
                    <a:pt x="19304" y="256540"/>
                  </a:lnTo>
                  <a:lnTo>
                    <a:pt x="19812" y="257810"/>
                  </a:lnTo>
                  <a:lnTo>
                    <a:pt x="34925" y="276860"/>
                  </a:lnTo>
                  <a:lnTo>
                    <a:pt x="35814" y="278142"/>
                  </a:lnTo>
                  <a:lnTo>
                    <a:pt x="44831" y="287020"/>
                  </a:lnTo>
                  <a:lnTo>
                    <a:pt x="58801" y="299720"/>
                  </a:lnTo>
                  <a:lnTo>
                    <a:pt x="60452" y="299720"/>
                  </a:lnTo>
                  <a:lnTo>
                    <a:pt x="70116" y="304901"/>
                  </a:lnTo>
                  <a:lnTo>
                    <a:pt x="80518" y="311150"/>
                  </a:lnTo>
                  <a:lnTo>
                    <a:pt x="90551" y="314960"/>
                  </a:lnTo>
                  <a:lnTo>
                    <a:pt x="90932" y="314960"/>
                  </a:lnTo>
                  <a:lnTo>
                    <a:pt x="101981" y="320040"/>
                  </a:lnTo>
                  <a:lnTo>
                    <a:pt x="102489" y="320040"/>
                  </a:lnTo>
                  <a:lnTo>
                    <a:pt x="114300" y="323850"/>
                  </a:lnTo>
                  <a:lnTo>
                    <a:pt x="127000" y="327660"/>
                  </a:lnTo>
                  <a:lnTo>
                    <a:pt x="139954" y="330200"/>
                  </a:lnTo>
                  <a:lnTo>
                    <a:pt x="141478" y="330200"/>
                  </a:lnTo>
                  <a:lnTo>
                    <a:pt x="173482" y="334010"/>
                  </a:lnTo>
                  <a:lnTo>
                    <a:pt x="192151" y="335292"/>
                  </a:lnTo>
                  <a:lnTo>
                    <a:pt x="192532" y="335292"/>
                  </a:lnTo>
                  <a:lnTo>
                    <a:pt x="212344" y="336550"/>
                  </a:lnTo>
                  <a:lnTo>
                    <a:pt x="250190" y="336550"/>
                  </a:lnTo>
                  <a:lnTo>
                    <a:pt x="270256" y="334010"/>
                  </a:lnTo>
                  <a:lnTo>
                    <a:pt x="270510" y="334010"/>
                  </a:lnTo>
                  <a:lnTo>
                    <a:pt x="291338" y="331470"/>
                  </a:lnTo>
                  <a:lnTo>
                    <a:pt x="291973" y="331470"/>
                  </a:lnTo>
                  <a:lnTo>
                    <a:pt x="311010" y="327660"/>
                  </a:lnTo>
                  <a:lnTo>
                    <a:pt x="311264" y="327660"/>
                  </a:lnTo>
                  <a:lnTo>
                    <a:pt x="331470" y="323850"/>
                  </a:lnTo>
                  <a:lnTo>
                    <a:pt x="331838" y="323850"/>
                  </a:lnTo>
                  <a:lnTo>
                    <a:pt x="351282" y="318770"/>
                  </a:lnTo>
                  <a:lnTo>
                    <a:pt x="352171" y="318770"/>
                  </a:lnTo>
                  <a:lnTo>
                    <a:pt x="366077" y="313893"/>
                  </a:lnTo>
                  <a:lnTo>
                    <a:pt x="366522" y="313893"/>
                  </a:lnTo>
                  <a:lnTo>
                    <a:pt x="367411" y="312420"/>
                  </a:lnTo>
                  <a:lnTo>
                    <a:pt x="373735" y="309956"/>
                  </a:lnTo>
                  <a:lnTo>
                    <a:pt x="383667" y="306070"/>
                  </a:lnTo>
                  <a:lnTo>
                    <a:pt x="384009" y="304901"/>
                  </a:lnTo>
                  <a:lnTo>
                    <a:pt x="383870" y="304901"/>
                  </a:lnTo>
                  <a:lnTo>
                    <a:pt x="391337" y="300990"/>
                  </a:lnTo>
                  <a:lnTo>
                    <a:pt x="401066" y="295910"/>
                  </a:lnTo>
                  <a:lnTo>
                    <a:pt x="415785" y="288290"/>
                  </a:lnTo>
                  <a:lnTo>
                    <a:pt x="442887" y="270624"/>
                  </a:lnTo>
                  <a:lnTo>
                    <a:pt x="445008" y="269240"/>
                  </a:lnTo>
                  <a:lnTo>
                    <a:pt x="445897" y="269240"/>
                  </a:lnTo>
                  <a:lnTo>
                    <a:pt x="455663" y="260350"/>
                  </a:lnTo>
                  <a:lnTo>
                    <a:pt x="456692" y="260350"/>
                  </a:lnTo>
                  <a:lnTo>
                    <a:pt x="470039" y="246392"/>
                  </a:lnTo>
                  <a:lnTo>
                    <a:pt x="476123" y="240042"/>
                  </a:lnTo>
                  <a:lnTo>
                    <a:pt x="476885" y="238760"/>
                  </a:lnTo>
                  <a:lnTo>
                    <a:pt x="484378" y="228600"/>
                  </a:lnTo>
                  <a:lnTo>
                    <a:pt x="485013" y="227342"/>
                  </a:lnTo>
                  <a:lnTo>
                    <a:pt x="491286" y="217170"/>
                  </a:lnTo>
                  <a:lnTo>
                    <a:pt x="498348" y="205740"/>
                  </a:lnTo>
                  <a:lnTo>
                    <a:pt x="499237" y="203200"/>
                  </a:lnTo>
                  <a:lnTo>
                    <a:pt x="501840" y="195592"/>
                  </a:lnTo>
                  <a:lnTo>
                    <a:pt x="502285" y="194310"/>
                  </a:lnTo>
                  <a:lnTo>
                    <a:pt x="502666" y="191770"/>
                  </a:lnTo>
                  <a:lnTo>
                    <a:pt x="502729" y="190500"/>
                  </a:lnTo>
                  <a:lnTo>
                    <a:pt x="482346" y="190500"/>
                  </a:lnTo>
                  <a:lnTo>
                    <a:pt x="482053" y="190500"/>
                  </a:lnTo>
                  <a:lnTo>
                    <a:pt x="480060" y="196850"/>
                  </a:lnTo>
                  <a:lnTo>
                    <a:pt x="481076" y="195592"/>
                  </a:lnTo>
                  <a:lnTo>
                    <a:pt x="467741" y="217170"/>
                  </a:lnTo>
                  <a:lnTo>
                    <a:pt x="468249" y="215900"/>
                  </a:lnTo>
                  <a:lnTo>
                    <a:pt x="460756" y="226060"/>
                  </a:lnTo>
                  <a:lnTo>
                    <a:pt x="461518" y="226060"/>
                  </a:lnTo>
                  <a:lnTo>
                    <a:pt x="442087" y="246392"/>
                  </a:lnTo>
                  <a:lnTo>
                    <a:pt x="442963" y="245110"/>
                  </a:lnTo>
                  <a:lnTo>
                    <a:pt x="433311" y="252742"/>
                  </a:lnTo>
                  <a:lnTo>
                    <a:pt x="434213" y="252742"/>
                  </a:lnTo>
                  <a:lnTo>
                    <a:pt x="399148" y="274447"/>
                  </a:lnTo>
                  <a:lnTo>
                    <a:pt x="405574" y="270624"/>
                  </a:lnTo>
                  <a:lnTo>
                    <a:pt x="399237" y="274447"/>
                  </a:lnTo>
                  <a:lnTo>
                    <a:pt x="397789" y="275297"/>
                  </a:lnTo>
                  <a:lnTo>
                    <a:pt x="395935" y="276440"/>
                  </a:lnTo>
                  <a:lnTo>
                    <a:pt x="391033" y="279400"/>
                  </a:lnTo>
                  <a:lnTo>
                    <a:pt x="391541" y="279400"/>
                  </a:lnTo>
                  <a:lnTo>
                    <a:pt x="374904" y="288290"/>
                  </a:lnTo>
                  <a:lnTo>
                    <a:pt x="375285" y="288290"/>
                  </a:lnTo>
                  <a:lnTo>
                    <a:pt x="359156" y="295910"/>
                  </a:lnTo>
                  <a:lnTo>
                    <a:pt x="359791" y="294640"/>
                  </a:lnTo>
                  <a:lnTo>
                    <a:pt x="345440" y="300990"/>
                  </a:lnTo>
                  <a:lnTo>
                    <a:pt x="346456" y="299720"/>
                  </a:lnTo>
                  <a:lnTo>
                    <a:pt x="316826" y="307467"/>
                  </a:lnTo>
                  <a:lnTo>
                    <a:pt x="327037" y="304901"/>
                  </a:lnTo>
                  <a:lnTo>
                    <a:pt x="306489" y="310108"/>
                  </a:lnTo>
                  <a:lnTo>
                    <a:pt x="287401" y="313893"/>
                  </a:lnTo>
                  <a:lnTo>
                    <a:pt x="268224" y="316242"/>
                  </a:lnTo>
                  <a:lnTo>
                    <a:pt x="251866" y="317271"/>
                  </a:lnTo>
                  <a:lnTo>
                    <a:pt x="232156" y="318770"/>
                  </a:lnTo>
                  <a:lnTo>
                    <a:pt x="213360" y="318770"/>
                  </a:lnTo>
                  <a:lnTo>
                    <a:pt x="194297" y="317550"/>
                  </a:lnTo>
                  <a:lnTo>
                    <a:pt x="194640" y="317550"/>
                  </a:lnTo>
                  <a:lnTo>
                    <a:pt x="175133" y="316242"/>
                  </a:lnTo>
                  <a:lnTo>
                    <a:pt x="155397" y="313893"/>
                  </a:lnTo>
                  <a:lnTo>
                    <a:pt x="143002" y="312420"/>
                  </a:lnTo>
                  <a:lnTo>
                    <a:pt x="144259" y="313702"/>
                  </a:lnTo>
                  <a:lnTo>
                    <a:pt x="131546" y="309956"/>
                  </a:lnTo>
                  <a:lnTo>
                    <a:pt x="131902" y="309956"/>
                  </a:lnTo>
                  <a:lnTo>
                    <a:pt x="121043" y="307721"/>
                  </a:lnTo>
                  <a:lnTo>
                    <a:pt x="120840" y="307682"/>
                  </a:lnTo>
                  <a:lnTo>
                    <a:pt x="120002" y="307467"/>
                  </a:lnTo>
                  <a:lnTo>
                    <a:pt x="119849" y="307467"/>
                  </a:lnTo>
                  <a:lnTo>
                    <a:pt x="108280" y="303644"/>
                  </a:lnTo>
                  <a:lnTo>
                    <a:pt x="109385" y="303999"/>
                  </a:lnTo>
                  <a:lnTo>
                    <a:pt x="108572" y="303644"/>
                  </a:lnTo>
                  <a:lnTo>
                    <a:pt x="96037" y="297942"/>
                  </a:lnTo>
                  <a:lnTo>
                    <a:pt x="87376" y="294640"/>
                  </a:lnTo>
                  <a:lnTo>
                    <a:pt x="87884" y="294640"/>
                  </a:lnTo>
                  <a:lnTo>
                    <a:pt x="81102" y="291261"/>
                  </a:lnTo>
                  <a:lnTo>
                    <a:pt x="80797" y="291109"/>
                  </a:lnTo>
                  <a:lnTo>
                    <a:pt x="77774" y="289458"/>
                  </a:lnTo>
                  <a:lnTo>
                    <a:pt x="70916" y="285750"/>
                  </a:lnTo>
                  <a:lnTo>
                    <a:pt x="68846" y="284632"/>
                  </a:lnTo>
                  <a:lnTo>
                    <a:pt x="70231" y="285750"/>
                  </a:lnTo>
                  <a:lnTo>
                    <a:pt x="68580" y="284492"/>
                  </a:lnTo>
                  <a:lnTo>
                    <a:pt x="62395" y="279400"/>
                  </a:lnTo>
                  <a:lnTo>
                    <a:pt x="57327" y="275297"/>
                  </a:lnTo>
                  <a:lnTo>
                    <a:pt x="56502" y="274447"/>
                  </a:lnTo>
                  <a:lnTo>
                    <a:pt x="48971" y="266700"/>
                  </a:lnTo>
                  <a:lnTo>
                    <a:pt x="48056" y="265760"/>
                  </a:lnTo>
                  <a:lnTo>
                    <a:pt x="48768" y="266700"/>
                  </a:lnTo>
                  <a:lnTo>
                    <a:pt x="47752" y="265442"/>
                  </a:lnTo>
                  <a:lnTo>
                    <a:pt x="44005" y="260350"/>
                  </a:lnTo>
                  <a:lnTo>
                    <a:pt x="34480" y="247650"/>
                  </a:lnTo>
                  <a:lnTo>
                    <a:pt x="33528" y="246392"/>
                  </a:lnTo>
                  <a:lnTo>
                    <a:pt x="34036" y="247650"/>
                  </a:lnTo>
                  <a:lnTo>
                    <a:pt x="29349" y="240042"/>
                  </a:lnTo>
                  <a:lnTo>
                    <a:pt x="28917" y="239344"/>
                  </a:lnTo>
                  <a:lnTo>
                    <a:pt x="29210" y="240042"/>
                  </a:lnTo>
                  <a:lnTo>
                    <a:pt x="28575" y="238760"/>
                  </a:lnTo>
                  <a:lnTo>
                    <a:pt x="24561" y="228600"/>
                  </a:lnTo>
                  <a:lnTo>
                    <a:pt x="21475" y="220992"/>
                  </a:lnTo>
                  <a:lnTo>
                    <a:pt x="20548" y="218719"/>
                  </a:lnTo>
                  <a:lnTo>
                    <a:pt x="20955" y="220992"/>
                  </a:lnTo>
                  <a:lnTo>
                    <a:pt x="20497" y="218719"/>
                  </a:lnTo>
                  <a:lnTo>
                    <a:pt x="20447" y="218440"/>
                  </a:lnTo>
                  <a:lnTo>
                    <a:pt x="20281" y="217170"/>
                  </a:lnTo>
                  <a:lnTo>
                    <a:pt x="19392" y="212077"/>
                  </a:lnTo>
                  <a:lnTo>
                    <a:pt x="19151" y="210832"/>
                  </a:lnTo>
                  <a:lnTo>
                    <a:pt x="16903" y="191770"/>
                  </a:lnTo>
                  <a:lnTo>
                    <a:pt x="16865" y="187960"/>
                  </a:lnTo>
                  <a:lnTo>
                    <a:pt x="17018" y="182892"/>
                  </a:lnTo>
                  <a:lnTo>
                    <a:pt x="19431" y="162572"/>
                  </a:lnTo>
                  <a:lnTo>
                    <a:pt x="19316" y="163664"/>
                  </a:lnTo>
                  <a:lnTo>
                    <a:pt x="19608" y="162572"/>
                  </a:lnTo>
                  <a:lnTo>
                    <a:pt x="21145" y="156222"/>
                  </a:lnTo>
                  <a:lnTo>
                    <a:pt x="21285" y="155803"/>
                  </a:lnTo>
                  <a:lnTo>
                    <a:pt x="21640" y="154940"/>
                  </a:lnTo>
                  <a:lnTo>
                    <a:pt x="27698" y="137121"/>
                  </a:lnTo>
                  <a:lnTo>
                    <a:pt x="28600" y="134454"/>
                  </a:lnTo>
                  <a:lnTo>
                    <a:pt x="28702" y="134188"/>
                  </a:lnTo>
                  <a:lnTo>
                    <a:pt x="30302" y="130111"/>
                  </a:lnTo>
                  <a:lnTo>
                    <a:pt x="30327" y="129984"/>
                  </a:lnTo>
                  <a:lnTo>
                    <a:pt x="30505" y="129514"/>
                  </a:lnTo>
                  <a:lnTo>
                    <a:pt x="30797" y="129209"/>
                  </a:lnTo>
                  <a:lnTo>
                    <a:pt x="31330" y="128270"/>
                  </a:lnTo>
                  <a:lnTo>
                    <a:pt x="40894" y="111760"/>
                  </a:lnTo>
                  <a:lnTo>
                    <a:pt x="40640" y="111760"/>
                  </a:lnTo>
                  <a:lnTo>
                    <a:pt x="45974" y="104140"/>
                  </a:lnTo>
                  <a:lnTo>
                    <a:pt x="45466" y="104140"/>
                  </a:lnTo>
                  <a:lnTo>
                    <a:pt x="59182" y="87630"/>
                  </a:lnTo>
                  <a:lnTo>
                    <a:pt x="58928" y="87630"/>
                  </a:lnTo>
                  <a:lnTo>
                    <a:pt x="65278" y="80010"/>
                  </a:lnTo>
                  <a:lnTo>
                    <a:pt x="64770" y="81280"/>
                  </a:lnTo>
                  <a:lnTo>
                    <a:pt x="66052" y="80010"/>
                  </a:lnTo>
                  <a:lnTo>
                    <a:pt x="87884" y="58420"/>
                  </a:lnTo>
                  <a:lnTo>
                    <a:pt x="87376" y="58420"/>
                  </a:lnTo>
                  <a:lnTo>
                    <a:pt x="103886" y="45720"/>
                  </a:lnTo>
                  <a:lnTo>
                    <a:pt x="110998" y="40640"/>
                  </a:lnTo>
                  <a:lnTo>
                    <a:pt x="110363" y="40640"/>
                  </a:lnTo>
                  <a:lnTo>
                    <a:pt x="126238" y="30480"/>
                  </a:lnTo>
                  <a:lnTo>
                    <a:pt x="125857" y="30480"/>
                  </a:lnTo>
                  <a:lnTo>
                    <a:pt x="132588" y="26670"/>
                  </a:lnTo>
                  <a:lnTo>
                    <a:pt x="132080" y="27940"/>
                  </a:lnTo>
                  <a:lnTo>
                    <a:pt x="134467" y="26670"/>
                  </a:lnTo>
                  <a:lnTo>
                    <a:pt x="146431" y="20320"/>
                  </a:lnTo>
                  <a:lnTo>
                    <a:pt x="152400" y="17780"/>
                  </a:lnTo>
                  <a:lnTo>
                    <a:pt x="151892" y="19050"/>
                  </a:lnTo>
                  <a:lnTo>
                    <a:pt x="154851" y="17780"/>
                  </a:lnTo>
                  <a:lnTo>
                    <a:pt x="160566" y="15341"/>
                  </a:lnTo>
                  <a:lnTo>
                    <a:pt x="161328" y="15011"/>
                  </a:lnTo>
                  <a:lnTo>
                    <a:pt x="164846" y="13970"/>
                  </a:lnTo>
                  <a:lnTo>
                    <a:pt x="169164" y="13970"/>
                  </a:lnTo>
                  <a:lnTo>
                    <a:pt x="174244" y="12700"/>
                  </a:lnTo>
                  <a:lnTo>
                    <a:pt x="179070" y="12700"/>
                  </a:lnTo>
                  <a:lnTo>
                    <a:pt x="184150" y="11430"/>
                  </a:lnTo>
                  <a:lnTo>
                    <a:pt x="187706" y="11430"/>
                  </a:lnTo>
                  <a:lnTo>
                    <a:pt x="213233" y="17780"/>
                  </a:lnTo>
                  <a:lnTo>
                    <a:pt x="225221" y="20916"/>
                  </a:lnTo>
                  <a:lnTo>
                    <a:pt x="217043" y="22860"/>
                  </a:lnTo>
                  <a:lnTo>
                    <a:pt x="196596" y="27940"/>
                  </a:lnTo>
                  <a:lnTo>
                    <a:pt x="196342" y="27940"/>
                  </a:lnTo>
                  <a:lnTo>
                    <a:pt x="189484" y="30480"/>
                  </a:lnTo>
                  <a:lnTo>
                    <a:pt x="188976" y="30480"/>
                  </a:lnTo>
                  <a:lnTo>
                    <a:pt x="176022" y="35560"/>
                  </a:lnTo>
                  <a:lnTo>
                    <a:pt x="175514" y="35560"/>
                  </a:lnTo>
                  <a:lnTo>
                    <a:pt x="171475" y="38176"/>
                  </a:lnTo>
                  <a:lnTo>
                    <a:pt x="171018" y="38176"/>
                  </a:lnTo>
                  <a:lnTo>
                    <a:pt x="164338" y="40640"/>
                  </a:lnTo>
                  <a:lnTo>
                    <a:pt x="160274" y="43180"/>
                  </a:lnTo>
                  <a:lnTo>
                    <a:pt x="158750" y="48260"/>
                  </a:lnTo>
                  <a:lnTo>
                    <a:pt x="160782" y="52070"/>
                  </a:lnTo>
                  <a:lnTo>
                    <a:pt x="162941" y="57150"/>
                  </a:lnTo>
                  <a:lnTo>
                    <a:pt x="168021" y="58420"/>
                  </a:lnTo>
                  <a:lnTo>
                    <a:pt x="171881" y="56007"/>
                  </a:lnTo>
                  <a:lnTo>
                    <a:pt x="178943" y="52070"/>
                  </a:lnTo>
                  <a:lnTo>
                    <a:pt x="178435" y="52070"/>
                  </a:lnTo>
                  <a:lnTo>
                    <a:pt x="182499" y="50800"/>
                  </a:lnTo>
                  <a:lnTo>
                    <a:pt x="181991" y="50800"/>
                  </a:lnTo>
                  <a:lnTo>
                    <a:pt x="194945" y="45720"/>
                  </a:lnTo>
                  <a:lnTo>
                    <a:pt x="194424" y="45720"/>
                  </a:lnTo>
                  <a:lnTo>
                    <a:pt x="198882" y="44907"/>
                  </a:lnTo>
                  <a:lnTo>
                    <a:pt x="220827" y="39370"/>
                  </a:lnTo>
                  <a:lnTo>
                    <a:pt x="221576" y="39192"/>
                  </a:lnTo>
                  <a:lnTo>
                    <a:pt x="230212" y="38176"/>
                  </a:lnTo>
                  <a:lnTo>
                    <a:pt x="230022" y="38176"/>
                  </a:lnTo>
                  <a:lnTo>
                    <a:pt x="259842" y="35560"/>
                  </a:lnTo>
                  <a:lnTo>
                    <a:pt x="270637" y="35560"/>
                  </a:lnTo>
                  <a:lnTo>
                    <a:pt x="303047" y="36893"/>
                  </a:lnTo>
                  <a:lnTo>
                    <a:pt x="301612" y="36893"/>
                  </a:lnTo>
                  <a:lnTo>
                    <a:pt x="315417" y="38176"/>
                  </a:lnTo>
                  <a:lnTo>
                    <a:pt x="314693" y="38176"/>
                  </a:lnTo>
                  <a:lnTo>
                    <a:pt x="336296" y="41910"/>
                  </a:lnTo>
                  <a:lnTo>
                    <a:pt x="335534" y="41910"/>
                  </a:lnTo>
                  <a:lnTo>
                    <a:pt x="347205" y="44564"/>
                  </a:lnTo>
                  <a:lnTo>
                    <a:pt x="345998" y="44564"/>
                  </a:lnTo>
                  <a:lnTo>
                    <a:pt x="356108" y="48260"/>
                  </a:lnTo>
                  <a:lnTo>
                    <a:pt x="366890" y="50800"/>
                  </a:lnTo>
                  <a:lnTo>
                    <a:pt x="366382" y="50800"/>
                  </a:lnTo>
                  <a:lnTo>
                    <a:pt x="378383" y="56464"/>
                  </a:lnTo>
                  <a:lnTo>
                    <a:pt x="387210" y="59690"/>
                  </a:lnTo>
                  <a:lnTo>
                    <a:pt x="386715" y="59690"/>
                  </a:lnTo>
                  <a:lnTo>
                    <a:pt x="394271" y="63360"/>
                  </a:lnTo>
                  <a:lnTo>
                    <a:pt x="397192" y="64884"/>
                  </a:lnTo>
                  <a:lnTo>
                    <a:pt x="406654" y="69850"/>
                  </a:lnTo>
                  <a:lnTo>
                    <a:pt x="406019" y="69850"/>
                  </a:lnTo>
                  <a:lnTo>
                    <a:pt x="417995" y="77622"/>
                  </a:lnTo>
                  <a:lnTo>
                    <a:pt x="419633" y="78867"/>
                  </a:lnTo>
                  <a:lnTo>
                    <a:pt x="419862" y="78867"/>
                  </a:lnTo>
                  <a:lnTo>
                    <a:pt x="429514" y="86360"/>
                  </a:lnTo>
                  <a:lnTo>
                    <a:pt x="428485" y="85090"/>
                  </a:lnTo>
                  <a:lnTo>
                    <a:pt x="449707" y="104140"/>
                  </a:lnTo>
                  <a:lnTo>
                    <a:pt x="449072" y="104140"/>
                  </a:lnTo>
                  <a:lnTo>
                    <a:pt x="458089" y="113030"/>
                  </a:lnTo>
                  <a:lnTo>
                    <a:pt x="457581" y="113030"/>
                  </a:lnTo>
                  <a:lnTo>
                    <a:pt x="473913" y="133146"/>
                  </a:lnTo>
                  <a:lnTo>
                    <a:pt x="473329" y="132092"/>
                  </a:lnTo>
                  <a:lnTo>
                    <a:pt x="473951" y="133146"/>
                  </a:lnTo>
                  <a:lnTo>
                    <a:pt x="474027" y="133350"/>
                  </a:lnTo>
                  <a:lnTo>
                    <a:pt x="477532" y="139649"/>
                  </a:lnTo>
                  <a:lnTo>
                    <a:pt x="482219" y="160032"/>
                  </a:lnTo>
                  <a:lnTo>
                    <a:pt x="482092" y="158750"/>
                  </a:lnTo>
                  <a:lnTo>
                    <a:pt x="483323" y="168922"/>
                  </a:lnTo>
                  <a:lnTo>
                    <a:pt x="483438" y="169799"/>
                  </a:lnTo>
                  <a:lnTo>
                    <a:pt x="482473" y="187960"/>
                  </a:lnTo>
                  <a:lnTo>
                    <a:pt x="482396" y="189395"/>
                  </a:lnTo>
                  <a:lnTo>
                    <a:pt x="482561" y="189395"/>
                  </a:lnTo>
                  <a:lnTo>
                    <a:pt x="502780" y="189395"/>
                  </a:lnTo>
                  <a:lnTo>
                    <a:pt x="502856" y="187960"/>
                  </a:lnTo>
                  <a:lnTo>
                    <a:pt x="503745" y="170192"/>
                  </a:lnTo>
                  <a:lnTo>
                    <a:pt x="503809" y="168922"/>
                  </a:lnTo>
                  <a:close/>
                </a:path>
                <a:path w="946784" h="540385">
                  <a:moveTo>
                    <a:pt x="946277" y="413118"/>
                  </a:moveTo>
                  <a:lnTo>
                    <a:pt x="946238" y="409308"/>
                  </a:lnTo>
                  <a:lnTo>
                    <a:pt x="945502" y="397865"/>
                  </a:lnTo>
                  <a:lnTo>
                    <a:pt x="945413" y="396621"/>
                  </a:lnTo>
                  <a:lnTo>
                    <a:pt x="945337" y="395338"/>
                  </a:lnTo>
                  <a:lnTo>
                    <a:pt x="945261" y="394068"/>
                  </a:lnTo>
                  <a:lnTo>
                    <a:pt x="942949" y="376288"/>
                  </a:lnTo>
                  <a:lnTo>
                    <a:pt x="942467" y="372478"/>
                  </a:lnTo>
                  <a:lnTo>
                    <a:pt x="941832" y="369938"/>
                  </a:lnTo>
                  <a:lnTo>
                    <a:pt x="933970" y="349618"/>
                  </a:lnTo>
                  <a:lnTo>
                    <a:pt x="931037" y="341998"/>
                  </a:lnTo>
                  <a:lnTo>
                    <a:pt x="927227" y="334378"/>
                  </a:lnTo>
                  <a:lnTo>
                    <a:pt x="926566" y="333057"/>
                  </a:lnTo>
                  <a:lnTo>
                    <a:pt x="926566" y="410768"/>
                  </a:lnTo>
                  <a:lnTo>
                    <a:pt x="921639" y="428358"/>
                  </a:lnTo>
                  <a:lnTo>
                    <a:pt x="922655" y="427088"/>
                  </a:lnTo>
                  <a:lnTo>
                    <a:pt x="917968" y="434682"/>
                  </a:lnTo>
                  <a:lnTo>
                    <a:pt x="905662" y="448246"/>
                  </a:lnTo>
                  <a:lnTo>
                    <a:pt x="895858" y="456298"/>
                  </a:lnTo>
                  <a:lnTo>
                    <a:pt x="896239" y="456298"/>
                  </a:lnTo>
                  <a:lnTo>
                    <a:pt x="880745" y="467728"/>
                  </a:lnTo>
                  <a:lnTo>
                    <a:pt x="881761" y="466458"/>
                  </a:lnTo>
                  <a:lnTo>
                    <a:pt x="864641" y="476364"/>
                  </a:lnTo>
                  <a:lnTo>
                    <a:pt x="866444" y="475462"/>
                  </a:lnTo>
                  <a:lnTo>
                    <a:pt x="854075" y="481698"/>
                  </a:lnTo>
                  <a:lnTo>
                    <a:pt x="854583" y="481698"/>
                  </a:lnTo>
                  <a:lnTo>
                    <a:pt x="825373" y="494398"/>
                  </a:lnTo>
                  <a:lnTo>
                    <a:pt x="825881" y="494398"/>
                  </a:lnTo>
                  <a:lnTo>
                    <a:pt x="804291" y="503288"/>
                  </a:lnTo>
                  <a:lnTo>
                    <a:pt x="804799" y="503288"/>
                  </a:lnTo>
                  <a:lnTo>
                    <a:pt x="772795" y="513448"/>
                  </a:lnTo>
                  <a:lnTo>
                    <a:pt x="773303" y="512178"/>
                  </a:lnTo>
                  <a:lnTo>
                    <a:pt x="751738" y="518642"/>
                  </a:lnTo>
                  <a:lnTo>
                    <a:pt x="734949" y="519798"/>
                  </a:lnTo>
                  <a:lnTo>
                    <a:pt x="735330" y="519798"/>
                  </a:lnTo>
                  <a:lnTo>
                    <a:pt x="716381" y="521106"/>
                  </a:lnTo>
                  <a:lnTo>
                    <a:pt x="716788" y="521106"/>
                  </a:lnTo>
                  <a:lnTo>
                    <a:pt x="699846" y="522325"/>
                  </a:lnTo>
                  <a:lnTo>
                    <a:pt x="665721" y="521106"/>
                  </a:lnTo>
                  <a:lnTo>
                    <a:pt x="652018" y="519798"/>
                  </a:lnTo>
                  <a:lnTo>
                    <a:pt x="653669" y="519798"/>
                  </a:lnTo>
                  <a:lnTo>
                    <a:pt x="625602" y="512178"/>
                  </a:lnTo>
                  <a:lnTo>
                    <a:pt x="626237" y="512178"/>
                  </a:lnTo>
                  <a:lnTo>
                    <a:pt x="617093" y="508368"/>
                  </a:lnTo>
                  <a:lnTo>
                    <a:pt x="614045" y="507098"/>
                  </a:lnTo>
                  <a:lnTo>
                    <a:pt x="614934" y="508368"/>
                  </a:lnTo>
                  <a:lnTo>
                    <a:pt x="595058" y="498208"/>
                  </a:lnTo>
                  <a:lnTo>
                    <a:pt x="594360" y="497865"/>
                  </a:lnTo>
                  <a:lnTo>
                    <a:pt x="593420" y="496938"/>
                  </a:lnTo>
                  <a:lnTo>
                    <a:pt x="588137" y="491858"/>
                  </a:lnTo>
                  <a:lnTo>
                    <a:pt x="588772" y="491858"/>
                  </a:lnTo>
                  <a:lnTo>
                    <a:pt x="578027" y="480428"/>
                  </a:lnTo>
                  <a:lnTo>
                    <a:pt x="576821" y="479158"/>
                  </a:lnTo>
                  <a:lnTo>
                    <a:pt x="577596" y="480428"/>
                  </a:lnTo>
                  <a:lnTo>
                    <a:pt x="573366" y="474103"/>
                  </a:lnTo>
                  <a:lnTo>
                    <a:pt x="572884" y="472808"/>
                  </a:lnTo>
                  <a:lnTo>
                    <a:pt x="565772" y="455028"/>
                  </a:lnTo>
                  <a:lnTo>
                    <a:pt x="565277" y="453771"/>
                  </a:lnTo>
                  <a:lnTo>
                    <a:pt x="565150" y="452488"/>
                  </a:lnTo>
                  <a:lnTo>
                    <a:pt x="563499" y="435978"/>
                  </a:lnTo>
                  <a:lnTo>
                    <a:pt x="561124" y="418198"/>
                  </a:lnTo>
                  <a:lnTo>
                    <a:pt x="561047" y="417931"/>
                  </a:lnTo>
                  <a:lnTo>
                    <a:pt x="560959" y="416928"/>
                  </a:lnTo>
                  <a:lnTo>
                    <a:pt x="561086" y="417931"/>
                  </a:lnTo>
                  <a:lnTo>
                    <a:pt x="561111" y="416928"/>
                  </a:lnTo>
                  <a:lnTo>
                    <a:pt x="561428" y="402958"/>
                  </a:lnTo>
                  <a:lnTo>
                    <a:pt x="561467" y="401688"/>
                  </a:lnTo>
                  <a:lnTo>
                    <a:pt x="561632" y="397865"/>
                  </a:lnTo>
                  <a:lnTo>
                    <a:pt x="561721" y="395338"/>
                  </a:lnTo>
                  <a:lnTo>
                    <a:pt x="562330" y="390258"/>
                  </a:lnTo>
                  <a:lnTo>
                    <a:pt x="562406" y="389343"/>
                  </a:lnTo>
                  <a:lnTo>
                    <a:pt x="562483" y="388988"/>
                  </a:lnTo>
                  <a:lnTo>
                    <a:pt x="563105" y="386448"/>
                  </a:lnTo>
                  <a:lnTo>
                    <a:pt x="565150" y="377558"/>
                  </a:lnTo>
                  <a:lnTo>
                    <a:pt x="564946" y="378536"/>
                  </a:lnTo>
                  <a:lnTo>
                    <a:pt x="565302" y="377558"/>
                  </a:lnTo>
                  <a:lnTo>
                    <a:pt x="568198" y="368668"/>
                  </a:lnTo>
                  <a:lnTo>
                    <a:pt x="567944" y="369938"/>
                  </a:lnTo>
                  <a:lnTo>
                    <a:pt x="568490" y="368668"/>
                  </a:lnTo>
                  <a:lnTo>
                    <a:pt x="574040" y="355968"/>
                  </a:lnTo>
                  <a:lnTo>
                    <a:pt x="573659" y="357238"/>
                  </a:lnTo>
                  <a:lnTo>
                    <a:pt x="574332" y="355968"/>
                  </a:lnTo>
                  <a:lnTo>
                    <a:pt x="579755" y="345808"/>
                  </a:lnTo>
                  <a:lnTo>
                    <a:pt x="579374" y="345808"/>
                  </a:lnTo>
                  <a:lnTo>
                    <a:pt x="586092" y="335661"/>
                  </a:lnTo>
                  <a:lnTo>
                    <a:pt x="591820" y="328028"/>
                  </a:lnTo>
                  <a:lnTo>
                    <a:pt x="591312" y="328028"/>
                  </a:lnTo>
                  <a:lnTo>
                    <a:pt x="600710" y="316598"/>
                  </a:lnTo>
                  <a:lnTo>
                    <a:pt x="599948" y="317868"/>
                  </a:lnTo>
                  <a:lnTo>
                    <a:pt x="601218" y="316598"/>
                  </a:lnTo>
                  <a:lnTo>
                    <a:pt x="607568" y="310248"/>
                  </a:lnTo>
                  <a:lnTo>
                    <a:pt x="607187" y="311518"/>
                  </a:lnTo>
                  <a:lnTo>
                    <a:pt x="608533" y="310248"/>
                  </a:lnTo>
                  <a:lnTo>
                    <a:pt x="619379" y="300088"/>
                  </a:lnTo>
                  <a:lnTo>
                    <a:pt x="618147" y="301320"/>
                  </a:lnTo>
                  <a:lnTo>
                    <a:pt x="620344" y="300088"/>
                  </a:lnTo>
                  <a:lnTo>
                    <a:pt x="629285" y="295008"/>
                  </a:lnTo>
                  <a:lnTo>
                    <a:pt x="628523" y="295008"/>
                  </a:lnTo>
                  <a:lnTo>
                    <a:pt x="640334" y="289928"/>
                  </a:lnTo>
                  <a:lnTo>
                    <a:pt x="639445" y="289928"/>
                  </a:lnTo>
                  <a:lnTo>
                    <a:pt x="649478" y="287388"/>
                  </a:lnTo>
                  <a:lnTo>
                    <a:pt x="648081" y="287388"/>
                  </a:lnTo>
                  <a:lnTo>
                    <a:pt x="662813" y="284848"/>
                  </a:lnTo>
                  <a:lnTo>
                    <a:pt x="686308" y="284848"/>
                  </a:lnTo>
                  <a:lnTo>
                    <a:pt x="697865" y="286118"/>
                  </a:lnTo>
                  <a:lnTo>
                    <a:pt x="697230" y="286118"/>
                  </a:lnTo>
                  <a:lnTo>
                    <a:pt x="708787" y="287388"/>
                  </a:lnTo>
                  <a:lnTo>
                    <a:pt x="714273" y="288290"/>
                  </a:lnTo>
                  <a:lnTo>
                    <a:pt x="714730" y="288772"/>
                  </a:lnTo>
                  <a:lnTo>
                    <a:pt x="715848" y="288772"/>
                  </a:lnTo>
                  <a:lnTo>
                    <a:pt x="727075" y="292468"/>
                  </a:lnTo>
                  <a:lnTo>
                    <a:pt x="734555" y="293738"/>
                  </a:lnTo>
                  <a:lnTo>
                    <a:pt x="734060" y="293738"/>
                  </a:lnTo>
                  <a:lnTo>
                    <a:pt x="744855" y="298818"/>
                  </a:lnTo>
                  <a:lnTo>
                    <a:pt x="750671" y="300939"/>
                  </a:lnTo>
                  <a:lnTo>
                    <a:pt x="751840" y="301485"/>
                  </a:lnTo>
                  <a:lnTo>
                    <a:pt x="757047" y="303898"/>
                  </a:lnTo>
                  <a:lnTo>
                    <a:pt x="761873" y="305168"/>
                  </a:lnTo>
                  <a:lnTo>
                    <a:pt x="761492" y="305168"/>
                  </a:lnTo>
                  <a:lnTo>
                    <a:pt x="765556" y="306438"/>
                  </a:lnTo>
                  <a:lnTo>
                    <a:pt x="769493" y="307708"/>
                  </a:lnTo>
                  <a:lnTo>
                    <a:pt x="773430" y="310248"/>
                  </a:lnTo>
                  <a:lnTo>
                    <a:pt x="773049" y="310248"/>
                  </a:lnTo>
                  <a:lnTo>
                    <a:pt x="776224" y="311518"/>
                  </a:lnTo>
                  <a:lnTo>
                    <a:pt x="775208" y="310248"/>
                  </a:lnTo>
                  <a:lnTo>
                    <a:pt x="801751" y="331838"/>
                  </a:lnTo>
                  <a:lnTo>
                    <a:pt x="804672" y="334378"/>
                  </a:lnTo>
                  <a:lnTo>
                    <a:pt x="808736" y="333108"/>
                  </a:lnTo>
                  <a:lnTo>
                    <a:pt x="813308" y="328028"/>
                  </a:lnTo>
                  <a:lnTo>
                    <a:pt x="813041" y="325488"/>
                  </a:lnTo>
                  <a:lnTo>
                    <a:pt x="812927" y="324218"/>
                  </a:lnTo>
                  <a:lnTo>
                    <a:pt x="810133" y="321678"/>
                  </a:lnTo>
                  <a:lnTo>
                    <a:pt x="796417" y="308978"/>
                  </a:lnTo>
                  <a:lnTo>
                    <a:pt x="784098" y="300088"/>
                  </a:lnTo>
                  <a:lnTo>
                    <a:pt x="783209" y="298818"/>
                  </a:lnTo>
                  <a:lnTo>
                    <a:pt x="780034" y="297548"/>
                  </a:lnTo>
                  <a:lnTo>
                    <a:pt x="767715" y="291198"/>
                  </a:lnTo>
                  <a:lnTo>
                    <a:pt x="763574" y="288772"/>
                  </a:lnTo>
                  <a:lnTo>
                    <a:pt x="763879" y="288772"/>
                  </a:lnTo>
                  <a:lnTo>
                    <a:pt x="762863" y="288290"/>
                  </a:lnTo>
                  <a:lnTo>
                    <a:pt x="763524" y="288747"/>
                  </a:lnTo>
                  <a:lnTo>
                    <a:pt x="762304" y="288023"/>
                  </a:lnTo>
                  <a:lnTo>
                    <a:pt x="758317" y="286118"/>
                  </a:lnTo>
                  <a:lnTo>
                    <a:pt x="751662" y="283705"/>
                  </a:lnTo>
                  <a:lnTo>
                    <a:pt x="751205" y="283705"/>
                  </a:lnTo>
                  <a:lnTo>
                    <a:pt x="740156" y="278498"/>
                  </a:lnTo>
                  <a:lnTo>
                    <a:pt x="732282" y="275958"/>
                  </a:lnTo>
                  <a:lnTo>
                    <a:pt x="732142" y="275958"/>
                  </a:lnTo>
                  <a:lnTo>
                    <a:pt x="735203" y="273418"/>
                  </a:lnTo>
                  <a:lnTo>
                    <a:pt x="734822" y="273418"/>
                  </a:lnTo>
                  <a:lnTo>
                    <a:pt x="742061" y="268338"/>
                  </a:lnTo>
                  <a:lnTo>
                    <a:pt x="740537" y="269608"/>
                  </a:lnTo>
                  <a:lnTo>
                    <a:pt x="744728" y="268338"/>
                  </a:lnTo>
                  <a:lnTo>
                    <a:pt x="757047" y="264528"/>
                  </a:lnTo>
                  <a:lnTo>
                    <a:pt x="756539" y="264528"/>
                  </a:lnTo>
                  <a:lnTo>
                    <a:pt x="765302" y="261988"/>
                  </a:lnTo>
                  <a:lnTo>
                    <a:pt x="763778" y="261988"/>
                  </a:lnTo>
                  <a:lnTo>
                    <a:pt x="776732" y="260718"/>
                  </a:lnTo>
                  <a:lnTo>
                    <a:pt x="798957" y="260718"/>
                  </a:lnTo>
                  <a:lnTo>
                    <a:pt x="808990" y="261988"/>
                  </a:lnTo>
                  <a:lnTo>
                    <a:pt x="807974" y="261988"/>
                  </a:lnTo>
                  <a:lnTo>
                    <a:pt x="815746" y="263017"/>
                  </a:lnTo>
                  <a:lnTo>
                    <a:pt x="826897" y="265798"/>
                  </a:lnTo>
                  <a:lnTo>
                    <a:pt x="826135" y="265798"/>
                  </a:lnTo>
                  <a:lnTo>
                    <a:pt x="835787" y="269608"/>
                  </a:lnTo>
                  <a:lnTo>
                    <a:pt x="835152" y="269608"/>
                  </a:lnTo>
                  <a:lnTo>
                    <a:pt x="844423" y="273418"/>
                  </a:lnTo>
                  <a:lnTo>
                    <a:pt x="843661" y="273418"/>
                  </a:lnTo>
                  <a:lnTo>
                    <a:pt x="852297" y="278498"/>
                  </a:lnTo>
                  <a:lnTo>
                    <a:pt x="851281" y="277228"/>
                  </a:lnTo>
                  <a:lnTo>
                    <a:pt x="856399" y="281139"/>
                  </a:lnTo>
                  <a:lnTo>
                    <a:pt x="857808" y="282308"/>
                  </a:lnTo>
                  <a:lnTo>
                    <a:pt x="859561" y="283705"/>
                  </a:lnTo>
                  <a:lnTo>
                    <a:pt x="859790" y="283705"/>
                  </a:lnTo>
                  <a:lnTo>
                    <a:pt x="867410" y="289928"/>
                  </a:lnTo>
                  <a:lnTo>
                    <a:pt x="866597" y="288772"/>
                  </a:lnTo>
                  <a:lnTo>
                    <a:pt x="874141" y="296278"/>
                  </a:lnTo>
                  <a:lnTo>
                    <a:pt x="873760" y="296278"/>
                  </a:lnTo>
                  <a:lnTo>
                    <a:pt x="880872" y="303898"/>
                  </a:lnTo>
                  <a:lnTo>
                    <a:pt x="888111" y="311518"/>
                  </a:lnTo>
                  <a:lnTo>
                    <a:pt x="887730" y="310248"/>
                  </a:lnTo>
                  <a:lnTo>
                    <a:pt x="894969" y="319138"/>
                  </a:lnTo>
                  <a:lnTo>
                    <a:pt x="894334" y="319138"/>
                  </a:lnTo>
                  <a:lnTo>
                    <a:pt x="905510" y="335661"/>
                  </a:lnTo>
                  <a:lnTo>
                    <a:pt x="905002" y="334378"/>
                  </a:lnTo>
                  <a:lnTo>
                    <a:pt x="913257" y="350901"/>
                  </a:lnTo>
                  <a:lnTo>
                    <a:pt x="913777" y="351942"/>
                  </a:lnTo>
                  <a:lnTo>
                    <a:pt x="922578" y="374497"/>
                  </a:lnTo>
                  <a:lnTo>
                    <a:pt x="925563" y="396621"/>
                  </a:lnTo>
                  <a:lnTo>
                    <a:pt x="925576" y="395338"/>
                  </a:lnTo>
                  <a:lnTo>
                    <a:pt x="926465" y="409308"/>
                  </a:lnTo>
                  <a:lnTo>
                    <a:pt x="926566" y="410768"/>
                  </a:lnTo>
                  <a:lnTo>
                    <a:pt x="926566" y="333057"/>
                  </a:lnTo>
                  <a:lnTo>
                    <a:pt x="922782" y="325488"/>
                  </a:lnTo>
                  <a:lnTo>
                    <a:pt x="912761" y="310248"/>
                  </a:lnTo>
                  <a:lnTo>
                    <a:pt x="911098" y="307708"/>
                  </a:lnTo>
                  <a:lnTo>
                    <a:pt x="910463" y="306438"/>
                  </a:lnTo>
                  <a:lnTo>
                    <a:pt x="903224" y="297548"/>
                  </a:lnTo>
                  <a:lnTo>
                    <a:pt x="902970" y="297548"/>
                  </a:lnTo>
                  <a:lnTo>
                    <a:pt x="894600" y="288772"/>
                  </a:lnTo>
                  <a:lnTo>
                    <a:pt x="888365" y="282308"/>
                  </a:lnTo>
                  <a:lnTo>
                    <a:pt x="888111" y="281038"/>
                  </a:lnTo>
                  <a:lnTo>
                    <a:pt x="883539" y="277228"/>
                  </a:lnTo>
                  <a:lnTo>
                    <a:pt x="880491" y="274688"/>
                  </a:lnTo>
                  <a:lnTo>
                    <a:pt x="879729" y="273418"/>
                  </a:lnTo>
                  <a:lnTo>
                    <a:pt x="871601" y="267068"/>
                  </a:lnTo>
                  <a:lnTo>
                    <a:pt x="865403" y="263258"/>
                  </a:lnTo>
                  <a:lnTo>
                    <a:pt x="863346" y="261988"/>
                  </a:lnTo>
                  <a:lnTo>
                    <a:pt x="862457" y="260718"/>
                  </a:lnTo>
                  <a:lnTo>
                    <a:pt x="860259" y="259448"/>
                  </a:lnTo>
                  <a:lnTo>
                    <a:pt x="853694" y="255638"/>
                  </a:lnTo>
                  <a:lnTo>
                    <a:pt x="852932" y="255638"/>
                  </a:lnTo>
                  <a:lnTo>
                    <a:pt x="843534" y="250558"/>
                  </a:lnTo>
                  <a:lnTo>
                    <a:pt x="842772" y="250558"/>
                  </a:lnTo>
                  <a:lnTo>
                    <a:pt x="833120" y="246748"/>
                  </a:lnTo>
                  <a:lnTo>
                    <a:pt x="832358" y="246748"/>
                  </a:lnTo>
                  <a:lnTo>
                    <a:pt x="822198" y="244208"/>
                  </a:lnTo>
                  <a:lnTo>
                    <a:pt x="821309" y="244208"/>
                  </a:lnTo>
                  <a:lnTo>
                    <a:pt x="811530" y="241668"/>
                  </a:lnTo>
                  <a:lnTo>
                    <a:pt x="774700" y="241668"/>
                  </a:lnTo>
                  <a:lnTo>
                    <a:pt x="761746" y="244208"/>
                  </a:lnTo>
                  <a:lnTo>
                    <a:pt x="759587" y="244208"/>
                  </a:lnTo>
                  <a:lnTo>
                    <a:pt x="751205" y="248018"/>
                  </a:lnTo>
                  <a:lnTo>
                    <a:pt x="750062" y="248018"/>
                  </a:lnTo>
                  <a:lnTo>
                    <a:pt x="742569" y="253098"/>
                  </a:lnTo>
                  <a:lnTo>
                    <a:pt x="741680" y="253098"/>
                  </a:lnTo>
                  <a:lnTo>
                    <a:pt x="734695" y="259448"/>
                  </a:lnTo>
                  <a:lnTo>
                    <a:pt x="735076" y="258178"/>
                  </a:lnTo>
                  <a:lnTo>
                    <a:pt x="727456" y="264528"/>
                  </a:lnTo>
                  <a:lnTo>
                    <a:pt x="719963" y="269608"/>
                  </a:lnTo>
                  <a:lnTo>
                    <a:pt x="719709" y="270878"/>
                  </a:lnTo>
                  <a:lnTo>
                    <a:pt x="718058" y="271907"/>
                  </a:lnTo>
                  <a:lnTo>
                    <a:pt x="711708" y="270878"/>
                  </a:lnTo>
                  <a:lnTo>
                    <a:pt x="711454" y="270878"/>
                  </a:lnTo>
                  <a:lnTo>
                    <a:pt x="699897" y="268338"/>
                  </a:lnTo>
                  <a:lnTo>
                    <a:pt x="699389" y="268338"/>
                  </a:lnTo>
                  <a:lnTo>
                    <a:pt x="687959" y="267068"/>
                  </a:lnTo>
                  <a:lnTo>
                    <a:pt x="660273" y="267068"/>
                  </a:lnTo>
                  <a:lnTo>
                    <a:pt x="645541" y="269608"/>
                  </a:lnTo>
                  <a:lnTo>
                    <a:pt x="644144" y="269608"/>
                  </a:lnTo>
                  <a:lnTo>
                    <a:pt x="633984" y="273418"/>
                  </a:lnTo>
                  <a:lnTo>
                    <a:pt x="632968" y="273418"/>
                  </a:lnTo>
                  <a:lnTo>
                    <a:pt x="621157" y="278498"/>
                  </a:lnTo>
                  <a:lnTo>
                    <a:pt x="609092" y="286118"/>
                  </a:lnTo>
                  <a:lnTo>
                    <a:pt x="607822" y="287388"/>
                  </a:lnTo>
                  <a:lnTo>
                    <a:pt x="595503" y="297548"/>
                  </a:lnTo>
                  <a:lnTo>
                    <a:pt x="595249" y="297548"/>
                  </a:lnTo>
                  <a:lnTo>
                    <a:pt x="587629" y="305168"/>
                  </a:lnTo>
                  <a:lnTo>
                    <a:pt x="577596" y="316598"/>
                  </a:lnTo>
                  <a:lnTo>
                    <a:pt x="577088" y="317868"/>
                  </a:lnTo>
                  <a:lnTo>
                    <a:pt x="571246" y="325488"/>
                  </a:lnTo>
                  <a:lnTo>
                    <a:pt x="564375" y="335661"/>
                  </a:lnTo>
                  <a:lnTo>
                    <a:pt x="564007" y="336918"/>
                  </a:lnTo>
                  <a:lnTo>
                    <a:pt x="557784" y="348348"/>
                  </a:lnTo>
                  <a:lnTo>
                    <a:pt x="557403" y="348348"/>
                  </a:lnTo>
                  <a:lnTo>
                    <a:pt x="551307" y="362318"/>
                  </a:lnTo>
                  <a:lnTo>
                    <a:pt x="543433" y="401688"/>
                  </a:lnTo>
                  <a:lnTo>
                    <a:pt x="543255" y="409308"/>
                  </a:lnTo>
                  <a:lnTo>
                    <a:pt x="543166" y="413118"/>
                  </a:lnTo>
                  <a:lnTo>
                    <a:pt x="543052" y="419468"/>
                  </a:lnTo>
                  <a:lnTo>
                    <a:pt x="545592" y="438518"/>
                  </a:lnTo>
                  <a:lnTo>
                    <a:pt x="546887" y="452488"/>
                  </a:lnTo>
                  <a:lnTo>
                    <a:pt x="547014" y="453771"/>
                  </a:lnTo>
                  <a:lnTo>
                    <a:pt x="547128" y="455028"/>
                  </a:lnTo>
                  <a:lnTo>
                    <a:pt x="547243" y="456298"/>
                  </a:lnTo>
                  <a:lnTo>
                    <a:pt x="547370" y="457568"/>
                  </a:lnTo>
                  <a:lnTo>
                    <a:pt x="548005" y="460108"/>
                  </a:lnTo>
                  <a:lnTo>
                    <a:pt x="556641" y="480428"/>
                  </a:lnTo>
                  <a:lnTo>
                    <a:pt x="557403" y="482968"/>
                  </a:lnTo>
                  <a:lnTo>
                    <a:pt x="562483" y="490588"/>
                  </a:lnTo>
                  <a:lnTo>
                    <a:pt x="563245" y="490588"/>
                  </a:lnTo>
                  <a:lnTo>
                    <a:pt x="575183" y="504558"/>
                  </a:lnTo>
                  <a:lnTo>
                    <a:pt x="575691" y="504558"/>
                  </a:lnTo>
                  <a:lnTo>
                    <a:pt x="582168" y="510908"/>
                  </a:lnTo>
                  <a:lnTo>
                    <a:pt x="584200" y="512178"/>
                  </a:lnTo>
                  <a:lnTo>
                    <a:pt x="606552" y="524878"/>
                  </a:lnTo>
                  <a:lnTo>
                    <a:pt x="607441" y="524878"/>
                  </a:lnTo>
                  <a:lnTo>
                    <a:pt x="620395" y="529958"/>
                  </a:lnTo>
                  <a:lnTo>
                    <a:pt x="648462" y="537578"/>
                  </a:lnTo>
                  <a:lnTo>
                    <a:pt x="650113" y="537578"/>
                  </a:lnTo>
                  <a:lnTo>
                    <a:pt x="663321" y="540118"/>
                  </a:lnTo>
                  <a:lnTo>
                    <a:pt x="718058" y="540118"/>
                  </a:lnTo>
                  <a:lnTo>
                    <a:pt x="736727" y="538848"/>
                  </a:lnTo>
                  <a:lnTo>
                    <a:pt x="737108" y="538848"/>
                  </a:lnTo>
                  <a:lnTo>
                    <a:pt x="755396" y="536308"/>
                  </a:lnTo>
                  <a:lnTo>
                    <a:pt x="756666" y="536308"/>
                  </a:lnTo>
                  <a:lnTo>
                    <a:pt x="778510" y="531228"/>
                  </a:lnTo>
                  <a:lnTo>
                    <a:pt x="806513" y="522338"/>
                  </a:lnTo>
                  <a:lnTo>
                    <a:pt x="810399" y="521106"/>
                  </a:lnTo>
                  <a:lnTo>
                    <a:pt x="810933" y="521106"/>
                  </a:lnTo>
                  <a:lnTo>
                    <a:pt x="829525" y="513448"/>
                  </a:lnTo>
                  <a:lnTo>
                    <a:pt x="832612" y="512178"/>
                  </a:lnTo>
                  <a:lnTo>
                    <a:pt x="833120" y="512178"/>
                  </a:lnTo>
                  <a:lnTo>
                    <a:pt x="862330" y="499478"/>
                  </a:lnTo>
                  <a:lnTo>
                    <a:pt x="862711" y="499478"/>
                  </a:lnTo>
                  <a:lnTo>
                    <a:pt x="875665" y="491858"/>
                  </a:lnTo>
                  <a:lnTo>
                    <a:pt x="891159" y="484238"/>
                  </a:lnTo>
                  <a:lnTo>
                    <a:pt x="892175" y="482968"/>
                  </a:lnTo>
                  <a:lnTo>
                    <a:pt x="902360" y="475462"/>
                  </a:lnTo>
                  <a:lnTo>
                    <a:pt x="907669" y="471538"/>
                  </a:lnTo>
                  <a:lnTo>
                    <a:pt x="907923" y="471538"/>
                  </a:lnTo>
                  <a:lnTo>
                    <a:pt x="912685" y="467728"/>
                  </a:lnTo>
                  <a:lnTo>
                    <a:pt x="917448" y="463918"/>
                  </a:lnTo>
                  <a:lnTo>
                    <a:pt x="918591" y="462648"/>
                  </a:lnTo>
                  <a:lnTo>
                    <a:pt x="930211" y="449948"/>
                  </a:lnTo>
                  <a:lnTo>
                    <a:pt x="934847" y="444868"/>
                  </a:lnTo>
                  <a:lnTo>
                    <a:pt x="939546" y="435978"/>
                  </a:lnTo>
                  <a:lnTo>
                    <a:pt x="940562" y="434708"/>
                  </a:lnTo>
                  <a:lnTo>
                    <a:pt x="940917" y="433438"/>
                  </a:lnTo>
                  <a:lnTo>
                    <a:pt x="942746" y="427088"/>
                  </a:lnTo>
                  <a:lnTo>
                    <a:pt x="946023" y="415658"/>
                  </a:lnTo>
                  <a:lnTo>
                    <a:pt x="946277" y="413118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829226" y="3419340"/>
              <a:ext cx="205184" cy="205184"/>
            </a:xfrm>
            <a:prstGeom prst="rect">
              <a:avLst/>
            </a:prstGeom>
          </p:spPr>
        </p:pic>
      </p:grpSp>
      <p:sp>
        <p:nvSpPr>
          <p:cNvPr id="74" name="object 7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9650" y="1295400"/>
            <a:ext cx="2590800" cy="2019300"/>
          </a:xfrm>
          <a:custGeom>
            <a:avLst/>
            <a:gdLst/>
            <a:ahLst/>
            <a:cxnLst/>
            <a:rect l="l" t="t" r="r" b="b"/>
            <a:pathLst>
              <a:path w="2590800" h="2019300">
                <a:moveTo>
                  <a:pt x="85725" y="1933575"/>
                </a:moveTo>
                <a:lnTo>
                  <a:pt x="85725" y="0"/>
                </a:lnTo>
              </a:path>
              <a:path w="2590800" h="2019300">
                <a:moveTo>
                  <a:pt x="0" y="1933575"/>
                </a:moveTo>
                <a:lnTo>
                  <a:pt x="161925" y="1933575"/>
                </a:lnTo>
              </a:path>
              <a:path w="2590800" h="2019300">
                <a:moveTo>
                  <a:pt x="0" y="1295400"/>
                </a:moveTo>
                <a:lnTo>
                  <a:pt x="161925" y="1295400"/>
                </a:lnTo>
              </a:path>
              <a:path w="2590800" h="2019300">
                <a:moveTo>
                  <a:pt x="0" y="647700"/>
                </a:moveTo>
                <a:lnTo>
                  <a:pt x="161925" y="647700"/>
                </a:lnTo>
              </a:path>
              <a:path w="2590800" h="2019300">
                <a:moveTo>
                  <a:pt x="0" y="0"/>
                </a:moveTo>
                <a:lnTo>
                  <a:pt x="161925" y="0"/>
                </a:lnTo>
              </a:path>
              <a:path w="2590800" h="2019300">
                <a:moveTo>
                  <a:pt x="85725" y="1933575"/>
                </a:moveTo>
                <a:lnTo>
                  <a:pt x="2590800" y="1933575"/>
                </a:lnTo>
              </a:path>
              <a:path w="2590800" h="2019300">
                <a:moveTo>
                  <a:pt x="85725" y="1857375"/>
                </a:moveTo>
                <a:lnTo>
                  <a:pt x="85725" y="2019300"/>
                </a:lnTo>
              </a:path>
              <a:path w="2590800" h="2019300">
                <a:moveTo>
                  <a:pt x="914400" y="1857375"/>
                </a:moveTo>
                <a:lnTo>
                  <a:pt x="914400" y="2019300"/>
                </a:lnTo>
              </a:path>
              <a:path w="2590800" h="2019300">
                <a:moveTo>
                  <a:pt x="1752600" y="1857375"/>
                </a:moveTo>
                <a:lnTo>
                  <a:pt x="1752600" y="2019300"/>
                </a:lnTo>
              </a:path>
              <a:path w="2590800" h="2019300">
                <a:moveTo>
                  <a:pt x="2590800" y="1857375"/>
                </a:moveTo>
                <a:lnTo>
                  <a:pt x="2590800" y="20193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0882" y="3044761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0882" y="2399029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882" y="1754187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882" y="1108455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0919" y="3365880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7469" y="3365880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4145" y="3365880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0821" y="3365880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95350" y="1238250"/>
            <a:ext cx="2748915" cy="2066925"/>
            <a:chOff x="895350" y="1238250"/>
            <a:chExt cx="2748915" cy="2066925"/>
          </a:xfrm>
        </p:grpSpPr>
        <p:sp>
          <p:nvSpPr>
            <p:cNvPr id="12" name="object 12"/>
            <p:cNvSpPr/>
            <p:nvPr/>
          </p:nvSpPr>
          <p:spPr>
            <a:xfrm>
              <a:off x="1933575" y="1257300"/>
              <a:ext cx="1682750" cy="1691639"/>
            </a:xfrm>
            <a:custGeom>
              <a:avLst/>
              <a:gdLst/>
              <a:ahLst/>
              <a:cxnLst/>
              <a:rect l="l" t="t" r="r" b="b"/>
              <a:pathLst>
                <a:path w="1682750" h="1691639">
                  <a:moveTo>
                    <a:pt x="1682369" y="0"/>
                  </a:moveTo>
                  <a:lnTo>
                    <a:pt x="1676400" y="1193038"/>
                  </a:lnTo>
                </a:path>
                <a:path w="1682750" h="1691639">
                  <a:moveTo>
                    <a:pt x="847725" y="752475"/>
                  </a:moveTo>
                  <a:lnTo>
                    <a:pt x="847725" y="1479550"/>
                  </a:lnTo>
                </a:path>
                <a:path w="1682750" h="1691639">
                  <a:moveTo>
                    <a:pt x="0" y="1438275"/>
                  </a:moveTo>
                  <a:lnTo>
                    <a:pt x="0" y="1691513"/>
                  </a:lnTo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4400" y="2438400"/>
              <a:ext cx="2710815" cy="847725"/>
            </a:xfrm>
            <a:custGeom>
              <a:avLst/>
              <a:gdLst/>
              <a:ahLst/>
              <a:cxnLst/>
              <a:rect l="l" t="t" r="r" b="b"/>
              <a:pathLst>
                <a:path w="2710815" h="847725">
                  <a:moveTo>
                    <a:pt x="0" y="847725"/>
                  </a:moveTo>
                  <a:lnTo>
                    <a:pt x="2710815" y="0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576826" y="214375"/>
            <a:ext cx="8890" cy="3369310"/>
          </a:xfrm>
          <a:custGeom>
            <a:avLst/>
            <a:gdLst/>
            <a:ahLst/>
            <a:cxnLst/>
            <a:rect l="l" t="t" r="r" b="b"/>
            <a:pathLst>
              <a:path w="8889" h="3369310">
                <a:moveTo>
                  <a:pt x="8762" y="0"/>
                </a:moveTo>
                <a:lnTo>
                  <a:pt x="0" y="3368929"/>
                </a:lnTo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00810" y="85153"/>
            <a:ext cx="1725295" cy="835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25"/>
              </a:spcBef>
            </a:pPr>
            <a:r>
              <a:rPr sz="2000" spc="70" dirty="0">
                <a:latin typeface="Cambria Math"/>
                <a:cs typeface="Cambria Math"/>
              </a:rPr>
              <a:t>f</a:t>
            </a:r>
            <a:r>
              <a:rPr sz="2250" spc="104" baseline="-16666" dirty="0">
                <a:latin typeface="Cambria Math"/>
                <a:cs typeface="Cambria Math"/>
              </a:rPr>
              <a:t>w</a:t>
            </a:r>
            <a:r>
              <a:rPr sz="2000" spc="70" dirty="0">
                <a:latin typeface="Cambria Math"/>
                <a:cs typeface="Cambria Math"/>
              </a:rPr>
              <a:t>(x)</a:t>
            </a:r>
            <a:endParaRPr sz="2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785"/>
              </a:spcBef>
            </a:pPr>
            <a:r>
              <a:rPr sz="1800" dirty="0">
                <a:latin typeface="Verdana"/>
                <a:cs typeface="Verdana"/>
              </a:rPr>
              <a:t>(function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55" dirty="0">
                <a:latin typeface="Cambria Math"/>
                <a:cs typeface="Cambria Math"/>
              </a:rPr>
              <a:t>x</a:t>
            </a:r>
            <a:r>
              <a:rPr sz="1800" spc="55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65518" y="85153"/>
            <a:ext cx="5327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solidFill>
                  <a:srgbClr val="AB7942"/>
                </a:solidFill>
                <a:latin typeface="Cambria Math"/>
                <a:cs typeface="Cambria Math"/>
              </a:rPr>
              <a:t>J(w)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98515" y="619124"/>
            <a:ext cx="171259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Verdana"/>
                <a:cs typeface="Verdana"/>
              </a:rPr>
              <a:t>(function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w</a:t>
            </a:r>
            <a:r>
              <a:rPr sz="1800" spc="-25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1959" y="2032254"/>
            <a:ext cx="17970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Cambria Math"/>
                <a:cs typeface="Cambria Math"/>
              </a:rPr>
              <a:t>y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72664" y="3478276"/>
            <a:ext cx="17335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Cambria Math"/>
                <a:cs typeface="Cambria Math"/>
              </a:rPr>
              <a:t>x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04665" y="1105598"/>
            <a:ext cx="68834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70" dirty="0">
                <a:latin typeface="Cambria Math"/>
                <a:cs typeface="Cambria Math"/>
              </a:rPr>
              <a:t>f</a:t>
            </a:r>
            <a:r>
              <a:rPr sz="2250" spc="104" baseline="-16666" dirty="0">
                <a:latin typeface="Cambria Math"/>
                <a:cs typeface="Cambria Math"/>
              </a:rPr>
              <a:t>w</a:t>
            </a:r>
            <a:r>
              <a:rPr sz="2000" spc="70" dirty="0">
                <a:latin typeface="Cambria Math"/>
                <a:cs typeface="Cambria Math"/>
              </a:rPr>
              <a:t>(x)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07028" y="2495232"/>
            <a:ext cx="89344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w</a:t>
            </a:r>
            <a:r>
              <a:rPr sz="2000" spc="1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40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86400" y="1276350"/>
            <a:ext cx="2857500" cy="2009775"/>
          </a:xfrm>
          <a:custGeom>
            <a:avLst/>
            <a:gdLst/>
            <a:ahLst/>
            <a:cxnLst/>
            <a:rect l="l" t="t" r="r" b="b"/>
            <a:pathLst>
              <a:path w="2857500" h="2009775">
                <a:moveTo>
                  <a:pt x="476250" y="1933575"/>
                </a:moveTo>
                <a:lnTo>
                  <a:pt x="476250" y="0"/>
                </a:lnTo>
              </a:path>
              <a:path w="2857500" h="2009775">
                <a:moveTo>
                  <a:pt x="400050" y="1933575"/>
                </a:moveTo>
                <a:lnTo>
                  <a:pt x="561975" y="1933575"/>
                </a:lnTo>
              </a:path>
              <a:path w="2857500" h="2009775">
                <a:moveTo>
                  <a:pt x="400050" y="1285875"/>
                </a:moveTo>
                <a:lnTo>
                  <a:pt x="561975" y="1285875"/>
                </a:lnTo>
              </a:path>
              <a:path w="2857500" h="2009775">
                <a:moveTo>
                  <a:pt x="400050" y="647700"/>
                </a:moveTo>
                <a:lnTo>
                  <a:pt x="561975" y="647700"/>
                </a:lnTo>
              </a:path>
              <a:path w="2857500" h="2009775">
                <a:moveTo>
                  <a:pt x="400050" y="0"/>
                </a:moveTo>
                <a:lnTo>
                  <a:pt x="561975" y="0"/>
                </a:lnTo>
              </a:path>
              <a:path w="2857500" h="2009775">
                <a:moveTo>
                  <a:pt x="0" y="1933575"/>
                </a:moveTo>
                <a:lnTo>
                  <a:pt x="2857500" y="1933575"/>
                </a:lnTo>
              </a:path>
              <a:path w="2857500" h="2009775">
                <a:moveTo>
                  <a:pt x="0" y="1847850"/>
                </a:moveTo>
                <a:lnTo>
                  <a:pt x="0" y="2009775"/>
                </a:lnTo>
              </a:path>
              <a:path w="2857500" h="2009775">
                <a:moveTo>
                  <a:pt x="476250" y="1847850"/>
                </a:moveTo>
                <a:lnTo>
                  <a:pt x="476250" y="2009775"/>
                </a:lnTo>
              </a:path>
              <a:path w="2857500" h="2009775">
                <a:moveTo>
                  <a:pt x="952500" y="1847850"/>
                </a:moveTo>
                <a:lnTo>
                  <a:pt x="952500" y="2009775"/>
                </a:lnTo>
              </a:path>
              <a:path w="2857500" h="2009775">
                <a:moveTo>
                  <a:pt x="1428750" y="1847850"/>
                </a:moveTo>
                <a:lnTo>
                  <a:pt x="1428750" y="2009775"/>
                </a:lnTo>
              </a:path>
              <a:path w="2857500" h="2009775">
                <a:moveTo>
                  <a:pt x="1905000" y="1847850"/>
                </a:moveTo>
                <a:lnTo>
                  <a:pt x="1905000" y="2009775"/>
                </a:lnTo>
              </a:path>
              <a:path w="2857500" h="2009775">
                <a:moveTo>
                  <a:pt x="2381250" y="1847850"/>
                </a:moveTo>
                <a:lnTo>
                  <a:pt x="2381250" y="2009775"/>
                </a:lnTo>
              </a:path>
              <a:path w="2857500" h="2009775">
                <a:moveTo>
                  <a:pt x="2857500" y="1847850"/>
                </a:moveTo>
                <a:lnTo>
                  <a:pt x="2857500" y="200977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587746" y="302253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87746" y="2376804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87746" y="1731962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87746" y="1086230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73421" y="3343846"/>
            <a:ext cx="44513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-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63540" y="2063432"/>
            <a:ext cx="6794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Cambria Math"/>
                <a:cs typeface="Cambria Math"/>
              </a:rPr>
              <a:t>J(w</a:t>
            </a:r>
            <a:r>
              <a:rPr sz="2250" spc="-15" baseline="-16666" dirty="0">
                <a:latin typeface="Cambria Math"/>
                <a:cs typeface="Cambria Math"/>
              </a:rPr>
              <a:t>1</a:t>
            </a:r>
            <a:r>
              <a:rPr sz="2000" spc="-10" dirty="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829425" y="3200400"/>
            <a:ext cx="162560" cy="162560"/>
          </a:xfrm>
          <a:custGeom>
            <a:avLst/>
            <a:gdLst/>
            <a:ahLst/>
            <a:cxnLst/>
            <a:rect l="l" t="t" r="r" b="b"/>
            <a:pathLst>
              <a:path w="162559" h="162560">
                <a:moveTo>
                  <a:pt x="0" y="0"/>
                </a:moveTo>
                <a:lnTo>
                  <a:pt x="162051" y="162051"/>
                </a:lnTo>
              </a:path>
              <a:path w="162559" h="162560">
                <a:moveTo>
                  <a:pt x="162051" y="0"/>
                </a:moveTo>
                <a:lnTo>
                  <a:pt x="0" y="162051"/>
                </a:lnTo>
              </a:path>
            </a:pathLst>
          </a:custGeom>
          <a:ln w="38100">
            <a:solidFill>
              <a:srgbClr val="FF4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5500" y="4035107"/>
            <a:ext cx="509270" cy="238760"/>
          </a:xfrm>
          <a:custGeom>
            <a:avLst/>
            <a:gdLst/>
            <a:ahLst/>
            <a:cxnLst/>
            <a:rect l="l" t="t" r="r" b="b"/>
            <a:pathLst>
              <a:path w="509269" h="238760">
                <a:moveTo>
                  <a:pt x="433235" y="0"/>
                </a:moveTo>
                <a:lnTo>
                  <a:pt x="429844" y="9664"/>
                </a:lnTo>
                <a:lnTo>
                  <a:pt x="443632" y="15651"/>
                </a:lnTo>
                <a:lnTo>
                  <a:pt x="455488" y="23936"/>
                </a:lnTo>
                <a:lnTo>
                  <a:pt x="479568" y="62337"/>
                </a:lnTo>
                <a:lnTo>
                  <a:pt x="486561" y="97330"/>
                </a:lnTo>
                <a:lnTo>
                  <a:pt x="486598" y="97585"/>
                </a:lnTo>
                <a:lnTo>
                  <a:pt x="486593" y="138921"/>
                </a:lnTo>
                <a:lnTo>
                  <a:pt x="473354" y="190372"/>
                </a:lnTo>
                <a:lnTo>
                  <a:pt x="443788" y="222534"/>
                </a:lnTo>
                <a:lnTo>
                  <a:pt x="430212" y="228549"/>
                </a:lnTo>
                <a:lnTo>
                  <a:pt x="433235" y="238213"/>
                </a:lnTo>
                <a:lnTo>
                  <a:pt x="478742" y="211171"/>
                </a:lnTo>
                <a:lnTo>
                  <a:pt x="504309" y="161255"/>
                </a:lnTo>
                <a:lnTo>
                  <a:pt x="509206" y="119164"/>
                </a:lnTo>
                <a:lnTo>
                  <a:pt x="507992" y="97585"/>
                </a:lnTo>
                <a:lnTo>
                  <a:pt x="498147" y="58626"/>
                </a:lnTo>
                <a:lnTo>
                  <a:pt x="465648" y="15273"/>
                </a:lnTo>
                <a:lnTo>
                  <a:pt x="450506" y="6237"/>
                </a:lnTo>
                <a:lnTo>
                  <a:pt x="433235" y="0"/>
                </a:lnTo>
                <a:close/>
              </a:path>
              <a:path w="509269" h="238760">
                <a:moveTo>
                  <a:pt x="75971" y="0"/>
                </a:moveTo>
                <a:lnTo>
                  <a:pt x="30538" y="27112"/>
                </a:lnTo>
                <a:lnTo>
                  <a:pt x="4913" y="77150"/>
                </a:lnTo>
                <a:lnTo>
                  <a:pt x="70" y="117906"/>
                </a:lnTo>
                <a:lnTo>
                  <a:pt x="0" y="119164"/>
                </a:lnTo>
                <a:lnTo>
                  <a:pt x="4895" y="161255"/>
                </a:lnTo>
                <a:lnTo>
                  <a:pt x="19583" y="196583"/>
                </a:lnTo>
                <a:lnTo>
                  <a:pt x="58647" y="231984"/>
                </a:lnTo>
                <a:lnTo>
                  <a:pt x="75971" y="238213"/>
                </a:lnTo>
                <a:lnTo>
                  <a:pt x="78981" y="228549"/>
                </a:lnTo>
                <a:lnTo>
                  <a:pt x="65405" y="222534"/>
                </a:lnTo>
                <a:lnTo>
                  <a:pt x="53692" y="214166"/>
                </a:lnTo>
                <a:lnTo>
                  <a:pt x="29667" y="175151"/>
                </a:lnTo>
                <a:lnTo>
                  <a:pt x="21769" y="119164"/>
                </a:lnTo>
                <a:lnTo>
                  <a:pt x="21717" y="117906"/>
                </a:lnTo>
                <a:lnTo>
                  <a:pt x="25250" y="79062"/>
                </a:lnTo>
                <a:lnTo>
                  <a:pt x="43865" y="34521"/>
                </a:lnTo>
                <a:lnTo>
                  <a:pt x="79362" y="9664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85737" y="3963352"/>
            <a:ext cx="93345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27075" algn="l"/>
              </a:tabLst>
            </a:pP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2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87720" y="3343846"/>
            <a:ext cx="2640330" cy="5594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125"/>
              </a:spcBef>
              <a:tabLst>
                <a:tab pos="391160" algn="l"/>
                <a:tab pos="963294" algn="l"/>
                <a:tab pos="1342390" algn="l"/>
                <a:tab pos="1914525" algn="l"/>
                <a:tab pos="2293620" algn="l"/>
              </a:tabLst>
            </a:pPr>
            <a:r>
              <a:rPr sz="2000" spc="-50" dirty="0">
                <a:latin typeface="Cambria Math"/>
                <a:cs typeface="Cambria Math"/>
              </a:rPr>
              <a:t>0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1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1.5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2.5</a:t>
            </a:r>
            <a:endParaRPr sz="2000">
              <a:latin typeface="Cambria Math"/>
              <a:cs typeface="Cambria Math"/>
            </a:endParaRPr>
          </a:p>
          <a:p>
            <a:pPr marL="918844">
              <a:lnSpc>
                <a:spcPts val="2085"/>
              </a:lnSpc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5270" y="3361944"/>
            <a:ext cx="376007" cy="35940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5285" y="4110101"/>
            <a:ext cx="165100" cy="27686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8457" y="3991025"/>
            <a:ext cx="790956" cy="41196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10659" y="4104462"/>
            <a:ext cx="76073" cy="26288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67251" y="4122889"/>
            <a:ext cx="275463" cy="22225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81443" y="3950614"/>
            <a:ext cx="422811" cy="55185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21956" y="4077398"/>
            <a:ext cx="285999" cy="193725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3906" y="4037469"/>
            <a:ext cx="588010" cy="223519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5754878" y="2064511"/>
            <a:ext cx="847090" cy="875665"/>
            <a:chOff x="5754878" y="2064511"/>
            <a:chExt cx="847090" cy="875665"/>
          </a:xfrm>
        </p:grpSpPr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54878" y="2064511"/>
              <a:ext cx="170038" cy="30073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72733" y="2691129"/>
              <a:ext cx="228981" cy="248538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1137151" y="3697985"/>
            <a:ext cx="5772150" cy="974725"/>
            <a:chOff x="1137151" y="3697985"/>
            <a:chExt cx="5772150" cy="974725"/>
          </a:xfrm>
        </p:grpSpPr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37151" y="3882694"/>
              <a:ext cx="1707521" cy="56311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13326" y="3697985"/>
              <a:ext cx="1137157" cy="74987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54599" y="3936098"/>
              <a:ext cx="1354327" cy="52039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57101" y="4467026"/>
              <a:ext cx="205184" cy="20518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05276" y="4447976"/>
              <a:ext cx="205184" cy="205184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1638101" y="1171575"/>
            <a:ext cx="2526665" cy="2205355"/>
            <a:chOff x="1638101" y="1171575"/>
            <a:chExt cx="2526665" cy="2205355"/>
          </a:xfrm>
        </p:grpSpPr>
        <p:pic>
          <p:nvPicPr>
            <p:cNvPr id="51" name="object 5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16149" y="2639949"/>
              <a:ext cx="163321" cy="14478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48129" y="2243327"/>
              <a:ext cx="389635" cy="39623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55977" y="2875788"/>
              <a:ext cx="1132205" cy="37198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88614" y="1821052"/>
              <a:ext cx="266446" cy="18923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74236" y="1499234"/>
              <a:ext cx="489965" cy="107188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57151" y="2933438"/>
              <a:ext cx="205184" cy="20518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38101" y="3162045"/>
              <a:ext cx="205184" cy="21469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95384" y="2781038"/>
              <a:ext cx="214693" cy="20518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66801" y="2333363"/>
              <a:ext cx="205184" cy="20518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57276" y="1857113"/>
              <a:ext cx="205184" cy="20518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09676" y="2200013"/>
              <a:ext cx="205184" cy="20518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09551" y="2571488"/>
              <a:ext cx="205184" cy="20518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828800" y="1190625"/>
              <a:ext cx="1867535" cy="1524635"/>
            </a:xfrm>
            <a:custGeom>
              <a:avLst/>
              <a:gdLst/>
              <a:ahLst/>
              <a:cxnLst/>
              <a:rect l="l" t="t" r="r" b="b"/>
              <a:pathLst>
                <a:path w="1867535" h="1524635">
                  <a:moveTo>
                    <a:pt x="0" y="1362075"/>
                  </a:moveTo>
                  <a:lnTo>
                    <a:pt x="162051" y="1524127"/>
                  </a:lnTo>
                </a:path>
                <a:path w="1867535" h="1524635">
                  <a:moveTo>
                    <a:pt x="162051" y="1362075"/>
                  </a:moveTo>
                  <a:lnTo>
                    <a:pt x="0" y="1524127"/>
                  </a:lnTo>
                </a:path>
                <a:path w="1867535" h="1524635">
                  <a:moveTo>
                    <a:pt x="866775" y="685800"/>
                  </a:moveTo>
                  <a:lnTo>
                    <a:pt x="1028826" y="847851"/>
                  </a:lnTo>
                </a:path>
                <a:path w="1867535" h="1524635">
                  <a:moveTo>
                    <a:pt x="1028826" y="685800"/>
                  </a:moveTo>
                  <a:lnTo>
                    <a:pt x="866775" y="847851"/>
                  </a:lnTo>
                </a:path>
                <a:path w="1867535" h="1524635">
                  <a:moveTo>
                    <a:pt x="1704975" y="0"/>
                  </a:moveTo>
                  <a:lnTo>
                    <a:pt x="1867027" y="162051"/>
                  </a:lnTo>
                </a:path>
                <a:path w="1867535" h="1524635">
                  <a:moveTo>
                    <a:pt x="1867027" y="0"/>
                  </a:moveTo>
                  <a:lnTo>
                    <a:pt x="1704975" y="162051"/>
                  </a:lnTo>
                </a:path>
              </a:pathLst>
            </a:custGeom>
            <a:ln w="381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9175" y="1190688"/>
            <a:ext cx="2701290" cy="2124075"/>
            <a:chOff x="1019175" y="1190688"/>
            <a:chExt cx="2701290" cy="2124075"/>
          </a:xfrm>
        </p:grpSpPr>
        <p:sp>
          <p:nvSpPr>
            <p:cNvPr id="3" name="object 3"/>
            <p:cNvSpPr/>
            <p:nvPr/>
          </p:nvSpPr>
          <p:spPr>
            <a:xfrm>
              <a:off x="1038225" y="1285874"/>
              <a:ext cx="161925" cy="1933575"/>
            </a:xfrm>
            <a:custGeom>
              <a:avLst/>
              <a:gdLst/>
              <a:ahLst/>
              <a:cxnLst/>
              <a:rect l="l" t="t" r="r" b="b"/>
              <a:pathLst>
                <a:path w="161925" h="1933575">
                  <a:moveTo>
                    <a:pt x="85725" y="1933575"/>
                  </a:moveTo>
                  <a:lnTo>
                    <a:pt x="85725" y="0"/>
                  </a:lnTo>
                </a:path>
                <a:path w="161925" h="1933575">
                  <a:moveTo>
                    <a:pt x="0" y="1933575"/>
                  </a:moveTo>
                  <a:lnTo>
                    <a:pt x="161925" y="1933575"/>
                  </a:lnTo>
                </a:path>
                <a:path w="161925" h="1933575">
                  <a:moveTo>
                    <a:pt x="0" y="1285875"/>
                  </a:moveTo>
                  <a:lnTo>
                    <a:pt x="161925" y="1285875"/>
                  </a:lnTo>
                </a:path>
                <a:path w="161925" h="1933575">
                  <a:moveTo>
                    <a:pt x="0" y="638175"/>
                  </a:moveTo>
                  <a:lnTo>
                    <a:pt x="161925" y="638175"/>
                  </a:lnTo>
                </a:path>
                <a:path w="161925" h="193357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23950" y="3133724"/>
              <a:ext cx="2505075" cy="161925"/>
            </a:xfrm>
            <a:custGeom>
              <a:avLst/>
              <a:gdLst/>
              <a:ahLst/>
              <a:cxnLst/>
              <a:rect l="l" t="t" r="r" b="b"/>
              <a:pathLst>
                <a:path w="2505075" h="161925">
                  <a:moveTo>
                    <a:pt x="0" y="85725"/>
                  </a:moveTo>
                  <a:lnTo>
                    <a:pt x="2505075" y="85725"/>
                  </a:lnTo>
                </a:path>
                <a:path w="2505075" h="161925">
                  <a:moveTo>
                    <a:pt x="0" y="0"/>
                  </a:moveTo>
                  <a:lnTo>
                    <a:pt x="0" y="161925"/>
                  </a:lnTo>
                </a:path>
                <a:path w="2505075" h="161925">
                  <a:moveTo>
                    <a:pt x="828675" y="0"/>
                  </a:moveTo>
                  <a:lnTo>
                    <a:pt x="828675" y="161925"/>
                  </a:lnTo>
                </a:path>
                <a:path w="2505075" h="161925">
                  <a:moveTo>
                    <a:pt x="1666875" y="0"/>
                  </a:moveTo>
                  <a:lnTo>
                    <a:pt x="1666875" y="161925"/>
                  </a:lnTo>
                </a:path>
                <a:path w="2505075" h="161925">
                  <a:moveTo>
                    <a:pt x="2505075" y="0"/>
                  </a:moveTo>
                  <a:lnTo>
                    <a:pt x="2505075" y="161925"/>
                  </a:lnTo>
                </a:path>
              </a:pathLst>
            </a:custGeom>
            <a:ln w="381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2899" y="2476563"/>
              <a:ext cx="180975" cy="1809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1099" y="1828863"/>
              <a:ext cx="180975" cy="180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9299" y="1190688"/>
              <a:ext cx="180975" cy="1809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38187" y="3030219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8187" y="2385377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8187" y="1739519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8187" y="1094803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8225" y="3352228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4901" y="3352228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11450" y="3352228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48126" y="3352228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33575" y="1257300"/>
            <a:ext cx="1695450" cy="2018030"/>
          </a:xfrm>
          <a:custGeom>
            <a:avLst/>
            <a:gdLst/>
            <a:ahLst/>
            <a:cxnLst/>
            <a:rect l="l" t="t" r="r" b="b"/>
            <a:pathLst>
              <a:path w="1695450" h="2018029">
                <a:moveTo>
                  <a:pt x="1695450" y="0"/>
                </a:moveTo>
                <a:lnTo>
                  <a:pt x="1695450" y="2015998"/>
                </a:lnTo>
              </a:path>
              <a:path w="1695450" h="2018029">
                <a:moveTo>
                  <a:pt x="847725" y="685800"/>
                </a:moveTo>
                <a:lnTo>
                  <a:pt x="847725" y="2017776"/>
                </a:lnTo>
              </a:path>
              <a:path w="1695450" h="2018029">
                <a:moveTo>
                  <a:pt x="0" y="1333500"/>
                </a:moveTo>
                <a:lnTo>
                  <a:pt x="0" y="2017522"/>
                </a:lnTo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6826" y="214375"/>
            <a:ext cx="8890" cy="3369310"/>
          </a:xfrm>
          <a:custGeom>
            <a:avLst/>
            <a:gdLst/>
            <a:ahLst/>
            <a:cxnLst/>
            <a:rect l="l" t="t" r="r" b="b"/>
            <a:pathLst>
              <a:path w="8889" h="3369310">
                <a:moveTo>
                  <a:pt x="8762" y="0"/>
                </a:moveTo>
                <a:lnTo>
                  <a:pt x="0" y="3368929"/>
                </a:lnTo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65518" y="85153"/>
            <a:ext cx="5327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solidFill>
                  <a:srgbClr val="AB7942"/>
                </a:solidFill>
                <a:latin typeface="Cambria Math"/>
                <a:cs typeface="Cambria Math"/>
              </a:rPr>
              <a:t>J(w)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0810" y="85153"/>
            <a:ext cx="1725295" cy="835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25"/>
              </a:spcBef>
            </a:pPr>
            <a:r>
              <a:rPr sz="2000" spc="70" dirty="0">
                <a:latin typeface="Cambria Math"/>
                <a:cs typeface="Cambria Math"/>
              </a:rPr>
              <a:t>f</a:t>
            </a:r>
            <a:r>
              <a:rPr sz="2250" spc="104" baseline="-16666" dirty="0">
                <a:latin typeface="Cambria Math"/>
                <a:cs typeface="Cambria Math"/>
              </a:rPr>
              <a:t>w</a:t>
            </a:r>
            <a:r>
              <a:rPr sz="2000" spc="70" dirty="0">
                <a:latin typeface="Cambria Math"/>
                <a:cs typeface="Cambria Math"/>
              </a:rPr>
              <a:t>(x)</a:t>
            </a:r>
            <a:endParaRPr sz="2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785"/>
              </a:spcBef>
            </a:pPr>
            <a:r>
              <a:rPr sz="1800" dirty="0">
                <a:latin typeface="Verdana"/>
                <a:cs typeface="Verdana"/>
              </a:rPr>
              <a:t>(function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55" dirty="0">
                <a:latin typeface="Cambria Math"/>
                <a:cs typeface="Cambria Math"/>
              </a:rPr>
              <a:t>x</a:t>
            </a:r>
            <a:r>
              <a:rPr sz="1800" spc="55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98515" y="619124"/>
            <a:ext cx="171259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Verdana"/>
                <a:cs typeface="Verdana"/>
              </a:rPr>
              <a:t>(function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w</a:t>
            </a:r>
            <a:r>
              <a:rPr sz="1800" spc="-25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1959" y="2032254"/>
            <a:ext cx="17970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Cambria Math"/>
                <a:cs typeface="Cambria Math"/>
              </a:rPr>
              <a:t>y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72664" y="3478276"/>
            <a:ext cx="17335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Cambria Math"/>
                <a:cs typeface="Cambria Math"/>
              </a:rPr>
              <a:t>x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4400" y="3286125"/>
            <a:ext cx="2916555" cy="0"/>
          </a:xfrm>
          <a:custGeom>
            <a:avLst/>
            <a:gdLst/>
            <a:ahLst/>
            <a:cxnLst/>
            <a:rect l="l" t="t" r="r" b="b"/>
            <a:pathLst>
              <a:path w="2916554">
                <a:moveTo>
                  <a:pt x="0" y="0"/>
                </a:moveTo>
                <a:lnTo>
                  <a:pt x="2916047" y="0"/>
                </a:lnTo>
              </a:path>
            </a:pathLst>
          </a:custGeom>
          <a:ln w="38100">
            <a:solidFill>
              <a:srgbClr val="1D1B1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804665" y="1105598"/>
            <a:ext cx="3276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75" dirty="0">
                <a:latin typeface="Cambria Math"/>
                <a:cs typeface="Cambria Math"/>
              </a:rPr>
              <a:t>f</a:t>
            </a:r>
            <a:r>
              <a:rPr sz="2250" spc="112" baseline="-16666" dirty="0">
                <a:latin typeface="Cambria Math"/>
                <a:cs typeface="Cambria Math"/>
              </a:rPr>
              <a:t>w</a:t>
            </a:r>
            <a:endParaRPr sz="2250" baseline="-16666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86400" y="1276350"/>
            <a:ext cx="2857500" cy="2009775"/>
          </a:xfrm>
          <a:custGeom>
            <a:avLst/>
            <a:gdLst/>
            <a:ahLst/>
            <a:cxnLst/>
            <a:rect l="l" t="t" r="r" b="b"/>
            <a:pathLst>
              <a:path w="2857500" h="2009775">
                <a:moveTo>
                  <a:pt x="476250" y="1933575"/>
                </a:moveTo>
                <a:lnTo>
                  <a:pt x="476250" y="0"/>
                </a:lnTo>
              </a:path>
              <a:path w="2857500" h="2009775">
                <a:moveTo>
                  <a:pt x="400050" y="1933575"/>
                </a:moveTo>
                <a:lnTo>
                  <a:pt x="561975" y="1933575"/>
                </a:lnTo>
              </a:path>
              <a:path w="2857500" h="2009775">
                <a:moveTo>
                  <a:pt x="400050" y="1285875"/>
                </a:moveTo>
                <a:lnTo>
                  <a:pt x="561975" y="1285875"/>
                </a:lnTo>
              </a:path>
              <a:path w="2857500" h="2009775">
                <a:moveTo>
                  <a:pt x="400050" y="647700"/>
                </a:moveTo>
                <a:lnTo>
                  <a:pt x="561975" y="647700"/>
                </a:lnTo>
              </a:path>
              <a:path w="2857500" h="2009775">
                <a:moveTo>
                  <a:pt x="400050" y="0"/>
                </a:moveTo>
                <a:lnTo>
                  <a:pt x="561975" y="0"/>
                </a:lnTo>
              </a:path>
              <a:path w="2857500" h="2009775">
                <a:moveTo>
                  <a:pt x="0" y="1933575"/>
                </a:moveTo>
                <a:lnTo>
                  <a:pt x="2857500" y="1933575"/>
                </a:lnTo>
              </a:path>
              <a:path w="2857500" h="2009775">
                <a:moveTo>
                  <a:pt x="0" y="1847850"/>
                </a:moveTo>
                <a:lnTo>
                  <a:pt x="0" y="2009775"/>
                </a:lnTo>
              </a:path>
              <a:path w="2857500" h="2009775">
                <a:moveTo>
                  <a:pt x="476250" y="1847850"/>
                </a:moveTo>
                <a:lnTo>
                  <a:pt x="476250" y="2009775"/>
                </a:lnTo>
              </a:path>
              <a:path w="2857500" h="2009775">
                <a:moveTo>
                  <a:pt x="952500" y="1847850"/>
                </a:moveTo>
                <a:lnTo>
                  <a:pt x="952500" y="2009775"/>
                </a:lnTo>
              </a:path>
              <a:path w="2857500" h="2009775">
                <a:moveTo>
                  <a:pt x="1428750" y="1847850"/>
                </a:moveTo>
                <a:lnTo>
                  <a:pt x="1428750" y="2009775"/>
                </a:lnTo>
              </a:path>
              <a:path w="2857500" h="2009775">
                <a:moveTo>
                  <a:pt x="1905000" y="1847850"/>
                </a:moveTo>
                <a:lnTo>
                  <a:pt x="1905000" y="2009775"/>
                </a:lnTo>
              </a:path>
              <a:path w="2857500" h="2009775">
                <a:moveTo>
                  <a:pt x="2381250" y="1847850"/>
                </a:moveTo>
                <a:lnTo>
                  <a:pt x="2381250" y="2009775"/>
                </a:lnTo>
              </a:path>
              <a:path w="2857500" h="2009775">
                <a:moveTo>
                  <a:pt x="2857500" y="1847850"/>
                </a:moveTo>
                <a:lnTo>
                  <a:pt x="2857500" y="200977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587746" y="302253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87746" y="2376804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7746" y="1731962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87746" y="1086230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73421" y="3343846"/>
            <a:ext cx="44513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-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88940" y="2063432"/>
            <a:ext cx="5334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latin typeface="Cambria Math"/>
                <a:cs typeface="Cambria Math"/>
              </a:rPr>
              <a:t>J(w)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87720" y="3343846"/>
            <a:ext cx="2640330" cy="5594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125"/>
              </a:spcBef>
              <a:tabLst>
                <a:tab pos="391160" algn="l"/>
                <a:tab pos="963294" algn="l"/>
                <a:tab pos="1342390" algn="l"/>
                <a:tab pos="1914525" algn="l"/>
                <a:tab pos="2293620" algn="l"/>
              </a:tabLst>
            </a:pPr>
            <a:r>
              <a:rPr sz="2000" spc="-50" dirty="0">
                <a:latin typeface="Cambria Math"/>
                <a:cs typeface="Cambria Math"/>
              </a:rPr>
              <a:t>0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1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1.5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2.5</a:t>
            </a:r>
            <a:endParaRPr sz="2000">
              <a:latin typeface="Cambria Math"/>
              <a:cs typeface="Cambria Math"/>
            </a:endParaRPr>
          </a:p>
          <a:p>
            <a:pPr marL="918844">
              <a:lnSpc>
                <a:spcPts val="2085"/>
              </a:lnSpc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334125" y="2762250"/>
            <a:ext cx="676910" cy="619760"/>
            <a:chOff x="6334125" y="2762250"/>
            <a:chExt cx="676910" cy="619760"/>
          </a:xfrm>
        </p:grpSpPr>
        <p:sp>
          <p:nvSpPr>
            <p:cNvPr id="34" name="object 34"/>
            <p:cNvSpPr/>
            <p:nvPr/>
          </p:nvSpPr>
          <p:spPr>
            <a:xfrm>
              <a:off x="6829425" y="3200400"/>
              <a:ext cx="162560" cy="162560"/>
            </a:xfrm>
            <a:custGeom>
              <a:avLst/>
              <a:gdLst/>
              <a:ahLst/>
              <a:cxnLst/>
              <a:rect l="l" t="t" r="r" b="b"/>
              <a:pathLst>
                <a:path w="162559" h="162560">
                  <a:moveTo>
                    <a:pt x="0" y="0"/>
                  </a:moveTo>
                  <a:lnTo>
                    <a:pt x="162051" y="162051"/>
                  </a:lnTo>
                </a:path>
                <a:path w="162559" h="162560">
                  <a:moveTo>
                    <a:pt x="162051" y="0"/>
                  </a:moveTo>
                  <a:lnTo>
                    <a:pt x="0" y="162051"/>
                  </a:lnTo>
                </a:path>
              </a:pathLst>
            </a:custGeom>
            <a:ln w="381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53175" y="2781300"/>
              <a:ext cx="162560" cy="162560"/>
            </a:xfrm>
            <a:custGeom>
              <a:avLst/>
              <a:gdLst/>
              <a:ahLst/>
              <a:cxnLst/>
              <a:rect l="l" t="t" r="r" b="b"/>
              <a:pathLst>
                <a:path w="162559" h="162560">
                  <a:moveTo>
                    <a:pt x="0" y="0"/>
                  </a:moveTo>
                  <a:lnTo>
                    <a:pt x="162051" y="162051"/>
                  </a:lnTo>
                </a:path>
                <a:path w="162559" h="162560">
                  <a:moveTo>
                    <a:pt x="162051" y="0"/>
                  </a:moveTo>
                  <a:lnTo>
                    <a:pt x="0" y="16205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700145" y="2495232"/>
            <a:ext cx="6927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w</a:t>
            </a:r>
            <a:r>
              <a:rPr sz="2000" spc="1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4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25500" y="4035107"/>
            <a:ext cx="309245" cy="238760"/>
          </a:xfrm>
          <a:custGeom>
            <a:avLst/>
            <a:gdLst/>
            <a:ahLst/>
            <a:cxnLst/>
            <a:rect l="l" t="t" r="r" b="b"/>
            <a:pathLst>
              <a:path w="309245" h="238760">
                <a:moveTo>
                  <a:pt x="233210" y="0"/>
                </a:moveTo>
                <a:lnTo>
                  <a:pt x="229819" y="9664"/>
                </a:lnTo>
                <a:lnTo>
                  <a:pt x="243607" y="15651"/>
                </a:lnTo>
                <a:lnTo>
                  <a:pt x="255463" y="23936"/>
                </a:lnTo>
                <a:lnTo>
                  <a:pt x="279543" y="62337"/>
                </a:lnTo>
                <a:lnTo>
                  <a:pt x="287451" y="117906"/>
                </a:lnTo>
                <a:lnTo>
                  <a:pt x="286568" y="138921"/>
                </a:lnTo>
                <a:lnTo>
                  <a:pt x="273329" y="190372"/>
                </a:lnTo>
                <a:lnTo>
                  <a:pt x="243763" y="222534"/>
                </a:lnTo>
                <a:lnTo>
                  <a:pt x="230187" y="228549"/>
                </a:lnTo>
                <a:lnTo>
                  <a:pt x="233210" y="238213"/>
                </a:lnTo>
                <a:lnTo>
                  <a:pt x="278717" y="211171"/>
                </a:lnTo>
                <a:lnTo>
                  <a:pt x="304284" y="161255"/>
                </a:lnTo>
                <a:lnTo>
                  <a:pt x="309181" y="119164"/>
                </a:lnTo>
                <a:lnTo>
                  <a:pt x="307967" y="97585"/>
                </a:lnTo>
                <a:lnTo>
                  <a:pt x="307952" y="97330"/>
                </a:lnTo>
                <a:lnTo>
                  <a:pt x="298122" y="58626"/>
                </a:lnTo>
                <a:lnTo>
                  <a:pt x="265618" y="15273"/>
                </a:lnTo>
                <a:lnTo>
                  <a:pt x="250475" y="6237"/>
                </a:lnTo>
                <a:lnTo>
                  <a:pt x="233210" y="0"/>
                </a:lnTo>
                <a:close/>
              </a:path>
              <a:path w="309245" h="238760">
                <a:moveTo>
                  <a:pt x="75971" y="0"/>
                </a:moveTo>
                <a:lnTo>
                  <a:pt x="30538" y="27112"/>
                </a:lnTo>
                <a:lnTo>
                  <a:pt x="4913" y="77150"/>
                </a:lnTo>
                <a:lnTo>
                  <a:pt x="70" y="117906"/>
                </a:lnTo>
                <a:lnTo>
                  <a:pt x="0" y="119164"/>
                </a:lnTo>
                <a:lnTo>
                  <a:pt x="4895" y="161255"/>
                </a:lnTo>
                <a:lnTo>
                  <a:pt x="19583" y="196583"/>
                </a:lnTo>
                <a:lnTo>
                  <a:pt x="58647" y="231984"/>
                </a:lnTo>
                <a:lnTo>
                  <a:pt x="75971" y="238213"/>
                </a:lnTo>
                <a:lnTo>
                  <a:pt x="78981" y="228549"/>
                </a:lnTo>
                <a:lnTo>
                  <a:pt x="65405" y="222534"/>
                </a:lnTo>
                <a:lnTo>
                  <a:pt x="53692" y="214166"/>
                </a:lnTo>
                <a:lnTo>
                  <a:pt x="29667" y="175151"/>
                </a:lnTo>
                <a:lnTo>
                  <a:pt x="21769" y="119164"/>
                </a:lnTo>
                <a:lnTo>
                  <a:pt x="21717" y="117906"/>
                </a:lnTo>
                <a:lnTo>
                  <a:pt x="25250" y="79062"/>
                </a:lnTo>
                <a:lnTo>
                  <a:pt x="43865" y="34521"/>
                </a:lnTo>
                <a:lnTo>
                  <a:pt x="79362" y="9664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85737" y="3963352"/>
            <a:ext cx="74231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36575" algn="l"/>
              </a:tabLst>
            </a:pP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25" dirty="0">
                <a:latin typeface="Cambria Math"/>
                <a:cs typeface="Cambria Math"/>
              </a:rPr>
              <a:t> </a:t>
            </a:r>
            <a:r>
              <a:rPr sz="2000" spc="-60" dirty="0">
                <a:latin typeface="Cambria Math"/>
                <a:cs typeface="Cambria Math"/>
              </a:rPr>
              <a:t>0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39" name="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2528" y="432816"/>
            <a:ext cx="687279" cy="29362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40478" y="111632"/>
            <a:ext cx="397258" cy="226060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752475" y="796162"/>
            <a:ext cx="4347210" cy="3630295"/>
            <a:chOff x="752475" y="796162"/>
            <a:chExt cx="4347210" cy="3630295"/>
          </a:xfrm>
        </p:grpSpPr>
        <p:sp>
          <p:nvSpPr>
            <p:cNvPr id="42" name="object 42"/>
            <p:cNvSpPr/>
            <p:nvPr/>
          </p:nvSpPr>
          <p:spPr>
            <a:xfrm>
              <a:off x="962025" y="3200399"/>
              <a:ext cx="1527175" cy="707390"/>
            </a:xfrm>
            <a:custGeom>
              <a:avLst/>
              <a:gdLst/>
              <a:ahLst/>
              <a:cxnLst/>
              <a:rect l="l" t="t" r="r" b="b"/>
              <a:pathLst>
                <a:path w="1527175" h="707389">
                  <a:moveTo>
                    <a:pt x="0" y="0"/>
                  </a:moveTo>
                  <a:lnTo>
                    <a:pt x="1527048" y="707110"/>
                  </a:lnTo>
                </a:path>
              </a:pathLst>
            </a:custGeom>
            <a:ln w="3810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1525" y="1076324"/>
              <a:ext cx="3063240" cy="2447925"/>
            </a:xfrm>
            <a:custGeom>
              <a:avLst/>
              <a:gdLst/>
              <a:ahLst/>
              <a:cxnLst/>
              <a:rect l="l" t="t" r="r" b="b"/>
              <a:pathLst>
                <a:path w="3063240" h="2447925">
                  <a:moveTo>
                    <a:pt x="0" y="2447798"/>
                  </a:moveTo>
                  <a:lnTo>
                    <a:pt x="3063240" y="0"/>
                  </a:lnTo>
                </a:path>
              </a:pathLst>
            </a:custGeom>
            <a:ln w="381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4400" y="3286124"/>
              <a:ext cx="2916555" cy="0"/>
            </a:xfrm>
            <a:custGeom>
              <a:avLst/>
              <a:gdLst/>
              <a:ahLst/>
              <a:cxnLst/>
              <a:rect l="l" t="t" r="r" b="b"/>
              <a:pathLst>
                <a:path w="2916554">
                  <a:moveTo>
                    <a:pt x="0" y="0"/>
                  </a:moveTo>
                  <a:lnTo>
                    <a:pt x="2916047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35019" y="796162"/>
              <a:ext cx="555625" cy="22034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4892" y="1648968"/>
              <a:ext cx="164412" cy="27559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664204" y="2777489"/>
              <a:ext cx="727075" cy="67310"/>
            </a:xfrm>
            <a:custGeom>
              <a:avLst/>
              <a:gdLst/>
              <a:ahLst/>
              <a:cxnLst/>
              <a:rect l="l" t="t" r="r" b="b"/>
              <a:pathLst>
                <a:path w="727075" h="67310">
                  <a:moveTo>
                    <a:pt x="688721" y="3175"/>
                  </a:moveTo>
                  <a:lnTo>
                    <a:pt x="687324" y="3302"/>
                  </a:lnTo>
                  <a:lnTo>
                    <a:pt x="664048" y="6032"/>
                  </a:lnTo>
                  <a:lnTo>
                    <a:pt x="652526" y="6731"/>
                  </a:lnTo>
                  <a:lnTo>
                    <a:pt x="652272" y="6731"/>
                  </a:lnTo>
                  <a:lnTo>
                    <a:pt x="588518" y="12827"/>
                  </a:lnTo>
                  <a:lnTo>
                    <a:pt x="527431" y="17780"/>
                  </a:lnTo>
                  <a:lnTo>
                    <a:pt x="436247" y="24038"/>
                  </a:lnTo>
                  <a:lnTo>
                    <a:pt x="334962" y="29210"/>
                  </a:lnTo>
                  <a:lnTo>
                    <a:pt x="334108" y="29210"/>
                  </a:lnTo>
                  <a:lnTo>
                    <a:pt x="272875" y="31368"/>
                  </a:lnTo>
                  <a:lnTo>
                    <a:pt x="273904" y="31368"/>
                  </a:lnTo>
                  <a:lnTo>
                    <a:pt x="170942" y="36068"/>
                  </a:lnTo>
                  <a:lnTo>
                    <a:pt x="133731" y="38354"/>
                  </a:lnTo>
                  <a:lnTo>
                    <a:pt x="133476" y="38354"/>
                  </a:lnTo>
                  <a:lnTo>
                    <a:pt x="117165" y="39859"/>
                  </a:lnTo>
                  <a:lnTo>
                    <a:pt x="102235" y="40640"/>
                  </a:lnTo>
                  <a:lnTo>
                    <a:pt x="101726" y="40640"/>
                  </a:lnTo>
                  <a:lnTo>
                    <a:pt x="86967" y="42235"/>
                  </a:lnTo>
                  <a:lnTo>
                    <a:pt x="75057" y="43053"/>
                  </a:lnTo>
                  <a:lnTo>
                    <a:pt x="74803" y="43053"/>
                  </a:lnTo>
                  <a:lnTo>
                    <a:pt x="62484" y="44196"/>
                  </a:lnTo>
                  <a:lnTo>
                    <a:pt x="50719" y="45593"/>
                  </a:lnTo>
                  <a:lnTo>
                    <a:pt x="29391" y="48387"/>
                  </a:lnTo>
                  <a:lnTo>
                    <a:pt x="6858" y="51816"/>
                  </a:lnTo>
                  <a:lnTo>
                    <a:pt x="2794" y="52324"/>
                  </a:lnTo>
                  <a:lnTo>
                    <a:pt x="0" y="56007"/>
                  </a:lnTo>
                  <a:lnTo>
                    <a:pt x="1016" y="64008"/>
                  </a:lnTo>
                  <a:lnTo>
                    <a:pt x="4699" y="66929"/>
                  </a:lnTo>
                  <a:lnTo>
                    <a:pt x="53467" y="61976"/>
                  </a:lnTo>
                  <a:lnTo>
                    <a:pt x="64135" y="61087"/>
                  </a:lnTo>
                  <a:lnTo>
                    <a:pt x="76074" y="60216"/>
                  </a:lnTo>
                  <a:lnTo>
                    <a:pt x="75697" y="60216"/>
                  </a:lnTo>
                  <a:lnTo>
                    <a:pt x="89026" y="59562"/>
                  </a:lnTo>
                  <a:lnTo>
                    <a:pt x="89408" y="59562"/>
                  </a:lnTo>
                  <a:lnTo>
                    <a:pt x="101654" y="58349"/>
                  </a:lnTo>
                  <a:lnTo>
                    <a:pt x="99410" y="58349"/>
                  </a:lnTo>
                  <a:lnTo>
                    <a:pt x="118110" y="57658"/>
                  </a:lnTo>
                  <a:lnTo>
                    <a:pt x="118491" y="57531"/>
                  </a:lnTo>
                  <a:lnTo>
                    <a:pt x="135000" y="56261"/>
                  </a:lnTo>
                  <a:lnTo>
                    <a:pt x="196215" y="53086"/>
                  </a:lnTo>
                  <a:lnTo>
                    <a:pt x="250190" y="51054"/>
                  </a:lnTo>
                  <a:lnTo>
                    <a:pt x="277368" y="49530"/>
                  </a:lnTo>
                  <a:lnTo>
                    <a:pt x="338328" y="47371"/>
                  </a:lnTo>
                  <a:lnTo>
                    <a:pt x="437896" y="42545"/>
                  </a:lnTo>
                  <a:lnTo>
                    <a:pt x="478147" y="39859"/>
                  </a:lnTo>
                  <a:lnTo>
                    <a:pt x="117165" y="39859"/>
                  </a:lnTo>
                  <a:lnTo>
                    <a:pt x="120090" y="39589"/>
                  </a:lnTo>
                  <a:lnTo>
                    <a:pt x="482118" y="39589"/>
                  </a:lnTo>
                  <a:lnTo>
                    <a:pt x="528828" y="36449"/>
                  </a:lnTo>
                  <a:lnTo>
                    <a:pt x="590169" y="31368"/>
                  </a:lnTo>
                  <a:lnTo>
                    <a:pt x="633157" y="27037"/>
                  </a:lnTo>
                  <a:lnTo>
                    <a:pt x="633003" y="27037"/>
                  </a:lnTo>
                  <a:lnTo>
                    <a:pt x="653923" y="25146"/>
                  </a:lnTo>
                  <a:lnTo>
                    <a:pt x="666623" y="23749"/>
                  </a:lnTo>
                  <a:lnTo>
                    <a:pt x="666876" y="23749"/>
                  </a:lnTo>
                  <a:lnTo>
                    <a:pt x="689483" y="20701"/>
                  </a:lnTo>
                  <a:lnTo>
                    <a:pt x="698881" y="18796"/>
                  </a:lnTo>
                  <a:lnTo>
                    <a:pt x="699135" y="18796"/>
                  </a:lnTo>
                  <a:lnTo>
                    <a:pt x="716534" y="14732"/>
                  </a:lnTo>
                  <a:lnTo>
                    <a:pt x="719709" y="14097"/>
                  </a:lnTo>
                  <a:lnTo>
                    <a:pt x="720471" y="13843"/>
                  </a:lnTo>
                  <a:lnTo>
                    <a:pt x="719328" y="13843"/>
                  </a:lnTo>
                  <a:lnTo>
                    <a:pt x="721487" y="13462"/>
                  </a:lnTo>
                  <a:lnTo>
                    <a:pt x="724281" y="13462"/>
                  </a:lnTo>
                  <a:lnTo>
                    <a:pt x="726948" y="10795"/>
                  </a:lnTo>
                  <a:lnTo>
                    <a:pt x="726948" y="3556"/>
                  </a:lnTo>
                  <a:lnTo>
                    <a:pt x="697611" y="3556"/>
                  </a:lnTo>
                  <a:lnTo>
                    <a:pt x="688721" y="3175"/>
                  </a:lnTo>
                  <a:close/>
                </a:path>
                <a:path w="727075" h="67310">
                  <a:moveTo>
                    <a:pt x="120090" y="39589"/>
                  </a:moveTo>
                  <a:lnTo>
                    <a:pt x="115499" y="39859"/>
                  </a:lnTo>
                  <a:lnTo>
                    <a:pt x="117021" y="39859"/>
                  </a:lnTo>
                  <a:lnTo>
                    <a:pt x="120090" y="39589"/>
                  </a:lnTo>
                  <a:close/>
                </a:path>
                <a:path w="727075" h="67310">
                  <a:moveTo>
                    <a:pt x="634248" y="27037"/>
                  </a:moveTo>
                  <a:lnTo>
                    <a:pt x="633175" y="27037"/>
                  </a:lnTo>
                  <a:lnTo>
                    <a:pt x="621636" y="28250"/>
                  </a:lnTo>
                  <a:lnTo>
                    <a:pt x="634248" y="27037"/>
                  </a:lnTo>
                  <a:close/>
                </a:path>
                <a:path w="727075" h="67310">
                  <a:moveTo>
                    <a:pt x="721487" y="13462"/>
                  </a:moveTo>
                  <a:lnTo>
                    <a:pt x="719328" y="13843"/>
                  </a:lnTo>
                  <a:lnTo>
                    <a:pt x="720471" y="13843"/>
                  </a:lnTo>
                  <a:lnTo>
                    <a:pt x="721487" y="13462"/>
                  </a:lnTo>
                  <a:close/>
                </a:path>
                <a:path w="727075" h="67310">
                  <a:moveTo>
                    <a:pt x="724281" y="13462"/>
                  </a:moveTo>
                  <a:lnTo>
                    <a:pt x="721487" y="13462"/>
                  </a:lnTo>
                  <a:lnTo>
                    <a:pt x="720471" y="13843"/>
                  </a:lnTo>
                  <a:lnTo>
                    <a:pt x="723900" y="13843"/>
                  </a:lnTo>
                  <a:lnTo>
                    <a:pt x="724281" y="13462"/>
                  </a:lnTo>
                  <a:close/>
                </a:path>
                <a:path w="727075" h="67310">
                  <a:moveTo>
                    <a:pt x="716787" y="508"/>
                  </a:moveTo>
                  <a:lnTo>
                    <a:pt x="710311" y="2032"/>
                  </a:lnTo>
                  <a:lnTo>
                    <a:pt x="709832" y="2032"/>
                  </a:lnTo>
                  <a:lnTo>
                    <a:pt x="696467" y="3556"/>
                  </a:lnTo>
                  <a:lnTo>
                    <a:pt x="726948" y="3556"/>
                  </a:lnTo>
                  <a:lnTo>
                    <a:pt x="726948" y="3175"/>
                  </a:lnTo>
                  <a:lnTo>
                    <a:pt x="724631" y="762"/>
                  </a:lnTo>
                  <a:lnTo>
                    <a:pt x="716026" y="762"/>
                  </a:lnTo>
                  <a:lnTo>
                    <a:pt x="716787" y="508"/>
                  </a:lnTo>
                  <a:close/>
                </a:path>
                <a:path w="727075" h="67310">
                  <a:moveTo>
                    <a:pt x="723900" y="0"/>
                  </a:moveTo>
                  <a:lnTo>
                    <a:pt x="719328" y="0"/>
                  </a:lnTo>
                  <a:lnTo>
                    <a:pt x="717169" y="381"/>
                  </a:lnTo>
                  <a:lnTo>
                    <a:pt x="716026" y="762"/>
                  </a:lnTo>
                  <a:lnTo>
                    <a:pt x="724631" y="762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5273" y="3896461"/>
              <a:ext cx="450903" cy="49230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08401" y="3990479"/>
              <a:ext cx="93345" cy="43560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85608" y="3680079"/>
              <a:ext cx="683302" cy="20242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86026" y="3928732"/>
              <a:ext cx="604011" cy="4762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55189" y="3687965"/>
              <a:ext cx="654050" cy="59827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65863" y="3977576"/>
              <a:ext cx="477817" cy="30671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88614" y="3977347"/>
              <a:ext cx="929338" cy="40911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98411" y="4038498"/>
              <a:ext cx="700765" cy="24257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914400" y="2295524"/>
              <a:ext cx="2966085" cy="1068070"/>
            </a:xfrm>
            <a:custGeom>
              <a:avLst/>
              <a:gdLst/>
              <a:ahLst/>
              <a:cxnLst/>
              <a:rect l="l" t="t" r="r" b="b"/>
              <a:pathLst>
                <a:path w="2966085" h="1068070">
                  <a:moveTo>
                    <a:pt x="0" y="1068070"/>
                  </a:moveTo>
                  <a:lnTo>
                    <a:pt x="2965577" y="0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5218048" y="114172"/>
            <a:ext cx="3312160" cy="3773170"/>
            <a:chOff x="5218048" y="114172"/>
            <a:chExt cx="3312160" cy="3773170"/>
          </a:xfrm>
        </p:grpSpPr>
        <p:sp>
          <p:nvSpPr>
            <p:cNvPr id="58" name="object 58"/>
            <p:cNvSpPr/>
            <p:nvPr/>
          </p:nvSpPr>
          <p:spPr>
            <a:xfrm>
              <a:off x="5657849" y="180975"/>
              <a:ext cx="2762885" cy="3029585"/>
            </a:xfrm>
            <a:custGeom>
              <a:avLst/>
              <a:gdLst/>
              <a:ahLst/>
              <a:cxnLst/>
              <a:rect l="l" t="t" r="r" b="b"/>
              <a:pathLst>
                <a:path w="2762884" h="3029585">
                  <a:moveTo>
                    <a:pt x="1647825" y="2609850"/>
                  </a:moveTo>
                  <a:lnTo>
                    <a:pt x="1809877" y="2771902"/>
                  </a:lnTo>
                </a:path>
                <a:path w="2762884" h="3029585">
                  <a:moveTo>
                    <a:pt x="1809877" y="2609850"/>
                  </a:moveTo>
                  <a:lnTo>
                    <a:pt x="1647825" y="2771902"/>
                  </a:lnTo>
                </a:path>
                <a:path w="2762884" h="3029585">
                  <a:moveTo>
                    <a:pt x="2600325" y="0"/>
                  </a:moveTo>
                  <a:lnTo>
                    <a:pt x="2762377" y="162051"/>
                  </a:lnTo>
                </a:path>
                <a:path w="2762884" h="3029585">
                  <a:moveTo>
                    <a:pt x="2762377" y="0"/>
                  </a:moveTo>
                  <a:lnTo>
                    <a:pt x="2600325" y="162051"/>
                  </a:lnTo>
                </a:path>
                <a:path w="2762884" h="3029585">
                  <a:moveTo>
                    <a:pt x="2124075" y="1447800"/>
                  </a:moveTo>
                  <a:lnTo>
                    <a:pt x="2286127" y="1609852"/>
                  </a:lnTo>
                </a:path>
                <a:path w="2762884" h="3029585">
                  <a:moveTo>
                    <a:pt x="2286127" y="1447800"/>
                  </a:moveTo>
                  <a:lnTo>
                    <a:pt x="2124075" y="1609852"/>
                  </a:lnTo>
                </a:path>
                <a:path w="2762884" h="3029585">
                  <a:moveTo>
                    <a:pt x="1438275" y="2867025"/>
                  </a:moveTo>
                  <a:lnTo>
                    <a:pt x="1600327" y="3029077"/>
                  </a:lnTo>
                </a:path>
                <a:path w="2762884" h="3029585">
                  <a:moveTo>
                    <a:pt x="1600327" y="2867025"/>
                  </a:moveTo>
                  <a:lnTo>
                    <a:pt x="1438275" y="3029077"/>
                  </a:lnTo>
                </a:path>
                <a:path w="2762884" h="3029585">
                  <a:moveTo>
                    <a:pt x="914400" y="2847975"/>
                  </a:moveTo>
                  <a:lnTo>
                    <a:pt x="1076452" y="3010027"/>
                  </a:lnTo>
                </a:path>
                <a:path w="2762884" h="3029585">
                  <a:moveTo>
                    <a:pt x="1076452" y="2847975"/>
                  </a:moveTo>
                  <a:lnTo>
                    <a:pt x="914400" y="3010027"/>
                  </a:lnTo>
                </a:path>
                <a:path w="2762884" h="3029585">
                  <a:moveTo>
                    <a:pt x="457200" y="2114550"/>
                  </a:moveTo>
                  <a:lnTo>
                    <a:pt x="619251" y="2276602"/>
                  </a:lnTo>
                </a:path>
                <a:path w="2762884" h="3029585">
                  <a:moveTo>
                    <a:pt x="619251" y="2114550"/>
                  </a:moveTo>
                  <a:lnTo>
                    <a:pt x="457200" y="2276602"/>
                  </a:lnTo>
                </a:path>
                <a:path w="2762884" h="3029585">
                  <a:moveTo>
                    <a:pt x="1885950" y="2114550"/>
                  </a:moveTo>
                  <a:lnTo>
                    <a:pt x="2048002" y="2276602"/>
                  </a:lnTo>
                </a:path>
                <a:path w="2762884" h="3029585">
                  <a:moveTo>
                    <a:pt x="2048002" y="2114550"/>
                  </a:moveTo>
                  <a:lnTo>
                    <a:pt x="1885950" y="2276602"/>
                  </a:lnTo>
                </a:path>
                <a:path w="2762884" h="3029585">
                  <a:moveTo>
                    <a:pt x="0" y="695325"/>
                  </a:moveTo>
                  <a:lnTo>
                    <a:pt x="162051" y="857376"/>
                  </a:lnTo>
                </a:path>
                <a:path w="2762884" h="3029585">
                  <a:moveTo>
                    <a:pt x="162051" y="695325"/>
                  </a:moveTo>
                  <a:lnTo>
                    <a:pt x="0" y="857376"/>
                  </a:lnTo>
                </a:path>
                <a:path w="2762884" h="3029585">
                  <a:moveTo>
                    <a:pt x="2362200" y="695325"/>
                  </a:moveTo>
                  <a:lnTo>
                    <a:pt x="2524252" y="857376"/>
                  </a:lnTo>
                </a:path>
                <a:path w="2762884" h="3029585">
                  <a:moveTo>
                    <a:pt x="2524252" y="695325"/>
                  </a:moveTo>
                  <a:lnTo>
                    <a:pt x="2362200" y="857376"/>
                  </a:lnTo>
                </a:path>
              </a:pathLst>
            </a:custGeom>
            <a:ln w="381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514974" y="247650"/>
              <a:ext cx="2828925" cy="3028950"/>
            </a:xfrm>
            <a:custGeom>
              <a:avLst/>
              <a:gdLst/>
              <a:ahLst/>
              <a:cxnLst/>
              <a:rect l="l" t="t" r="r" b="b"/>
              <a:pathLst>
                <a:path w="2828925" h="3028950">
                  <a:moveTo>
                    <a:pt x="0" y="0"/>
                  </a:moveTo>
                  <a:lnTo>
                    <a:pt x="14355" y="51788"/>
                  </a:lnTo>
                  <a:lnTo>
                    <a:pt x="28711" y="103558"/>
                  </a:lnTo>
                  <a:lnTo>
                    <a:pt x="43070" y="155289"/>
                  </a:lnTo>
                  <a:lnTo>
                    <a:pt x="57433" y="206962"/>
                  </a:lnTo>
                  <a:lnTo>
                    <a:pt x="71801" y="258557"/>
                  </a:lnTo>
                  <a:lnTo>
                    <a:pt x="86174" y="310055"/>
                  </a:lnTo>
                  <a:lnTo>
                    <a:pt x="100555" y="361436"/>
                  </a:lnTo>
                  <a:lnTo>
                    <a:pt x="114945" y="412680"/>
                  </a:lnTo>
                  <a:lnTo>
                    <a:pt x="129345" y="463768"/>
                  </a:lnTo>
                  <a:lnTo>
                    <a:pt x="143755" y="514679"/>
                  </a:lnTo>
                  <a:lnTo>
                    <a:pt x="158178" y="565395"/>
                  </a:lnTo>
                  <a:lnTo>
                    <a:pt x="172614" y="615896"/>
                  </a:lnTo>
                  <a:lnTo>
                    <a:pt x="187065" y="666162"/>
                  </a:lnTo>
                  <a:lnTo>
                    <a:pt x="201532" y="716173"/>
                  </a:lnTo>
                  <a:lnTo>
                    <a:pt x="216017" y="765910"/>
                  </a:lnTo>
                  <a:lnTo>
                    <a:pt x="230519" y="815353"/>
                  </a:lnTo>
                  <a:lnTo>
                    <a:pt x="245041" y="864483"/>
                  </a:lnTo>
                  <a:lnTo>
                    <a:pt x="259585" y="913279"/>
                  </a:lnTo>
                  <a:lnTo>
                    <a:pt x="274150" y="961723"/>
                  </a:lnTo>
                  <a:lnTo>
                    <a:pt x="288738" y="1009794"/>
                  </a:lnTo>
                  <a:lnTo>
                    <a:pt x="303352" y="1057474"/>
                  </a:lnTo>
                  <a:lnTo>
                    <a:pt x="317990" y="1104741"/>
                  </a:lnTo>
                  <a:lnTo>
                    <a:pt x="332656" y="1151577"/>
                  </a:lnTo>
                  <a:lnTo>
                    <a:pt x="347351" y="1197962"/>
                  </a:lnTo>
                  <a:lnTo>
                    <a:pt x="362074" y="1243876"/>
                  </a:lnTo>
                  <a:lnTo>
                    <a:pt x="376829" y="1289300"/>
                  </a:lnTo>
                  <a:lnTo>
                    <a:pt x="391615" y="1334215"/>
                  </a:lnTo>
                  <a:lnTo>
                    <a:pt x="406434" y="1378599"/>
                  </a:lnTo>
                  <a:lnTo>
                    <a:pt x="421288" y="1422434"/>
                  </a:lnTo>
                  <a:lnTo>
                    <a:pt x="436177" y="1465701"/>
                  </a:lnTo>
                  <a:lnTo>
                    <a:pt x="451103" y="1508378"/>
                  </a:lnTo>
                  <a:lnTo>
                    <a:pt x="470474" y="1563051"/>
                  </a:lnTo>
                  <a:lnTo>
                    <a:pt x="489942" y="1617548"/>
                  </a:lnTo>
                  <a:lnTo>
                    <a:pt x="509498" y="1671798"/>
                  </a:lnTo>
                  <a:lnTo>
                    <a:pt x="529135" y="1725729"/>
                  </a:lnTo>
                  <a:lnTo>
                    <a:pt x="548845" y="1779270"/>
                  </a:lnTo>
                  <a:lnTo>
                    <a:pt x="568620" y="1832350"/>
                  </a:lnTo>
                  <a:lnTo>
                    <a:pt x="588453" y="1884896"/>
                  </a:lnTo>
                  <a:lnTo>
                    <a:pt x="608334" y="1936839"/>
                  </a:lnTo>
                  <a:lnTo>
                    <a:pt x="628257" y="1988106"/>
                  </a:lnTo>
                  <a:lnTo>
                    <a:pt x="648214" y="2038626"/>
                  </a:lnTo>
                  <a:lnTo>
                    <a:pt x="668196" y="2088328"/>
                  </a:lnTo>
                  <a:lnTo>
                    <a:pt x="688197" y="2137140"/>
                  </a:lnTo>
                  <a:lnTo>
                    <a:pt x="708207" y="2184991"/>
                  </a:lnTo>
                  <a:lnTo>
                    <a:pt x="728219" y="2231809"/>
                  </a:lnTo>
                  <a:lnTo>
                    <a:pt x="748225" y="2277523"/>
                  </a:lnTo>
                  <a:lnTo>
                    <a:pt x="768218" y="2322063"/>
                  </a:lnTo>
                  <a:lnTo>
                    <a:pt x="788189" y="2365355"/>
                  </a:lnTo>
                  <a:lnTo>
                    <a:pt x="808130" y="2407330"/>
                  </a:lnTo>
                  <a:lnTo>
                    <a:pt x="828034" y="2447915"/>
                  </a:lnTo>
                  <a:lnTo>
                    <a:pt x="847893" y="2487040"/>
                  </a:lnTo>
                  <a:lnTo>
                    <a:pt x="867699" y="2524632"/>
                  </a:lnTo>
                  <a:lnTo>
                    <a:pt x="887444" y="2560621"/>
                  </a:lnTo>
                  <a:lnTo>
                    <a:pt x="907119" y="2594935"/>
                  </a:lnTo>
                  <a:lnTo>
                    <a:pt x="962690" y="2684116"/>
                  </a:lnTo>
                  <a:lnTo>
                    <a:pt x="998422" y="2736931"/>
                  </a:lnTo>
                  <a:lnTo>
                    <a:pt x="1033966" y="2785812"/>
                  </a:lnTo>
                  <a:lnTo>
                    <a:pt x="1069371" y="2830628"/>
                  </a:lnTo>
                  <a:lnTo>
                    <a:pt x="1104687" y="2871243"/>
                  </a:lnTo>
                  <a:lnTo>
                    <a:pt x="1139965" y="2907526"/>
                  </a:lnTo>
                  <a:lnTo>
                    <a:pt x="1175253" y="2939341"/>
                  </a:lnTo>
                  <a:lnTo>
                    <a:pt x="1210603" y="2966556"/>
                  </a:lnTo>
                  <a:lnTo>
                    <a:pt x="1246063" y="2989036"/>
                  </a:lnTo>
                  <a:lnTo>
                    <a:pt x="1281685" y="3006650"/>
                  </a:lnTo>
                  <a:lnTo>
                    <a:pt x="1353611" y="3026740"/>
                  </a:lnTo>
                  <a:lnTo>
                    <a:pt x="1390015" y="3028950"/>
                  </a:lnTo>
                  <a:lnTo>
                    <a:pt x="1424181" y="3026234"/>
                  </a:lnTo>
                  <a:lnTo>
                    <a:pt x="1493410" y="3007399"/>
                  </a:lnTo>
                  <a:lnTo>
                    <a:pt x="1528366" y="2991466"/>
                  </a:lnTo>
                  <a:lnTo>
                    <a:pt x="1563479" y="2971312"/>
                  </a:lnTo>
                  <a:lnTo>
                    <a:pt x="1598697" y="2947030"/>
                  </a:lnTo>
                  <a:lnTo>
                    <a:pt x="1633966" y="2918714"/>
                  </a:lnTo>
                  <a:lnTo>
                    <a:pt x="1669232" y="2886455"/>
                  </a:lnTo>
                  <a:lnTo>
                    <a:pt x="1704444" y="2850347"/>
                  </a:lnTo>
                  <a:lnTo>
                    <a:pt x="1739548" y="2810482"/>
                  </a:lnTo>
                  <a:lnTo>
                    <a:pt x="1774490" y="2766953"/>
                  </a:lnTo>
                  <a:lnTo>
                    <a:pt x="1809219" y="2719853"/>
                  </a:lnTo>
                  <a:lnTo>
                    <a:pt x="1843680" y="2669275"/>
                  </a:lnTo>
                  <a:lnTo>
                    <a:pt x="1877822" y="2615311"/>
                  </a:lnTo>
                  <a:lnTo>
                    <a:pt x="1897572" y="2581900"/>
                  </a:lnTo>
                  <a:lnTo>
                    <a:pt x="1917206" y="2546594"/>
                  </a:lnTo>
                  <a:lnTo>
                    <a:pt x="1936734" y="2509481"/>
                  </a:lnTo>
                  <a:lnTo>
                    <a:pt x="1956166" y="2470652"/>
                  </a:lnTo>
                  <a:lnTo>
                    <a:pt x="1975514" y="2430197"/>
                  </a:lnTo>
                  <a:lnTo>
                    <a:pt x="1994789" y="2388205"/>
                  </a:lnTo>
                  <a:lnTo>
                    <a:pt x="2013999" y="2344766"/>
                  </a:lnTo>
                  <a:lnTo>
                    <a:pt x="2033157" y="2299970"/>
                  </a:lnTo>
                  <a:lnTo>
                    <a:pt x="2052272" y="2253906"/>
                  </a:lnTo>
                  <a:lnTo>
                    <a:pt x="2071355" y="2206665"/>
                  </a:lnTo>
                  <a:lnTo>
                    <a:pt x="2090418" y="2158336"/>
                  </a:lnTo>
                  <a:lnTo>
                    <a:pt x="2109469" y="2109009"/>
                  </a:lnTo>
                  <a:lnTo>
                    <a:pt x="2128521" y="2058774"/>
                  </a:lnTo>
                  <a:lnTo>
                    <a:pt x="2147584" y="2007721"/>
                  </a:lnTo>
                  <a:lnTo>
                    <a:pt x="2166667" y="1955939"/>
                  </a:lnTo>
                  <a:lnTo>
                    <a:pt x="2185782" y="1903518"/>
                  </a:lnTo>
                  <a:lnTo>
                    <a:pt x="2204940" y="1850548"/>
                  </a:lnTo>
                  <a:lnTo>
                    <a:pt x="2224150" y="1797119"/>
                  </a:lnTo>
                  <a:lnTo>
                    <a:pt x="2243425" y="1743320"/>
                  </a:lnTo>
                  <a:lnTo>
                    <a:pt x="2262773" y="1689242"/>
                  </a:lnTo>
                  <a:lnTo>
                    <a:pt x="2282205" y="1634974"/>
                  </a:lnTo>
                  <a:lnTo>
                    <a:pt x="2301733" y="1580606"/>
                  </a:lnTo>
                  <a:lnTo>
                    <a:pt x="2321367" y="1526228"/>
                  </a:lnTo>
                  <a:lnTo>
                    <a:pt x="2341118" y="1471929"/>
                  </a:lnTo>
                  <a:lnTo>
                    <a:pt x="2356999" y="1428274"/>
                  </a:lnTo>
                  <a:lnTo>
                    <a:pt x="2372920" y="1384109"/>
                  </a:lnTo>
                  <a:lnTo>
                    <a:pt x="2388878" y="1339455"/>
                  </a:lnTo>
                  <a:lnTo>
                    <a:pt x="2404871" y="1294326"/>
                  </a:lnTo>
                  <a:lnTo>
                    <a:pt x="2420899" y="1248742"/>
                  </a:lnTo>
                  <a:lnTo>
                    <a:pt x="2436960" y="1202720"/>
                  </a:lnTo>
                  <a:lnTo>
                    <a:pt x="2453053" y="1156277"/>
                  </a:lnTo>
                  <a:lnTo>
                    <a:pt x="2469176" y="1109430"/>
                  </a:lnTo>
                  <a:lnTo>
                    <a:pt x="2485329" y="1062198"/>
                  </a:lnTo>
                  <a:lnTo>
                    <a:pt x="2501509" y="1014598"/>
                  </a:lnTo>
                  <a:lnTo>
                    <a:pt x="2517716" y="966647"/>
                  </a:lnTo>
                  <a:lnTo>
                    <a:pt x="2533948" y="918362"/>
                  </a:lnTo>
                  <a:lnTo>
                    <a:pt x="2550204" y="869761"/>
                  </a:lnTo>
                  <a:lnTo>
                    <a:pt x="2566483" y="820863"/>
                  </a:lnTo>
                  <a:lnTo>
                    <a:pt x="2582783" y="771683"/>
                  </a:lnTo>
                  <a:lnTo>
                    <a:pt x="2599102" y="722240"/>
                  </a:lnTo>
                  <a:lnTo>
                    <a:pt x="2615441" y="672552"/>
                  </a:lnTo>
                  <a:lnTo>
                    <a:pt x="2631796" y="622635"/>
                  </a:lnTo>
                  <a:lnTo>
                    <a:pt x="2648168" y="572507"/>
                  </a:lnTo>
                  <a:lnTo>
                    <a:pt x="2664554" y="522186"/>
                  </a:lnTo>
                  <a:lnTo>
                    <a:pt x="2680953" y="471689"/>
                  </a:lnTo>
                  <a:lnTo>
                    <a:pt x="2697364" y="421034"/>
                  </a:lnTo>
                  <a:lnTo>
                    <a:pt x="2713786" y="370238"/>
                  </a:lnTo>
                  <a:lnTo>
                    <a:pt x="2730217" y="319318"/>
                  </a:lnTo>
                  <a:lnTo>
                    <a:pt x="2746656" y="268293"/>
                  </a:lnTo>
                  <a:lnTo>
                    <a:pt x="2763102" y="217179"/>
                  </a:lnTo>
                  <a:lnTo>
                    <a:pt x="2779553" y="165995"/>
                  </a:lnTo>
                  <a:lnTo>
                    <a:pt x="2796008" y="114757"/>
                  </a:lnTo>
                  <a:lnTo>
                    <a:pt x="2812466" y="63483"/>
                  </a:lnTo>
                  <a:lnTo>
                    <a:pt x="2828925" y="12191"/>
                  </a:lnTo>
                </a:path>
              </a:pathLst>
            </a:custGeom>
            <a:ln w="38100">
              <a:solidFill>
                <a:srgbClr val="AB79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93308" y="114172"/>
              <a:ext cx="258571" cy="27051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27188" y="2805302"/>
              <a:ext cx="257555" cy="19811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20201" y="2005711"/>
              <a:ext cx="309979" cy="32385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47331" y="1831212"/>
              <a:ext cx="691388" cy="1277747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33946" y="1990343"/>
              <a:ext cx="155321" cy="69469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61430" y="1072006"/>
              <a:ext cx="351536" cy="79629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31253" y="3391915"/>
              <a:ext cx="360679" cy="495211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203187" y="3355847"/>
              <a:ext cx="489204" cy="33781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06693" y="3350895"/>
              <a:ext cx="363546" cy="33909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218048" y="3331209"/>
              <a:ext cx="553465" cy="367029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557136" y="455422"/>
              <a:ext cx="659765" cy="24130"/>
            </a:xfrm>
            <a:custGeom>
              <a:avLst/>
              <a:gdLst/>
              <a:ahLst/>
              <a:cxnLst/>
              <a:rect l="l" t="t" r="r" b="b"/>
              <a:pathLst>
                <a:path w="659765" h="24129">
                  <a:moveTo>
                    <a:pt x="601807" y="22221"/>
                  </a:moveTo>
                  <a:lnTo>
                    <a:pt x="205415" y="22221"/>
                  </a:lnTo>
                  <a:lnTo>
                    <a:pt x="174752" y="22732"/>
                  </a:lnTo>
                  <a:lnTo>
                    <a:pt x="238548" y="22732"/>
                  </a:lnTo>
                  <a:lnTo>
                    <a:pt x="303657" y="23494"/>
                  </a:lnTo>
                  <a:lnTo>
                    <a:pt x="523240" y="23875"/>
                  </a:lnTo>
                  <a:lnTo>
                    <a:pt x="470662" y="23875"/>
                  </a:lnTo>
                  <a:lnTo>
                    <a:pt x="548386" y="22860"/>
                  </a:lnTo>
                  <a:lnTo>
                    <a:pt x="572939" y="22860"/>
                  </a:lnTo>
                  <a:lnTo>
                    <a:pt x="601807" y="22221"/>
                  </a:lnTo>
                  <a:close/>
                </a:path>
                <a:path w="659765" h="24129">
                  <a:moveTo>
                    <a:pt x="205415" y="22221"/>
                  </a:moveTo>
                  <a:lnTo>
                    <a:pt x="174591" y="22221"/>
                  </a:lnTo>
                  <a:lnTo>
                    <a:pt x="265049" y="22732"/>
                  </a:lnTo>
                  <a:lnTo>
                    <a:pt x="85725" y="22732"/>
                  </a:lnTo>
                  <a:lnTo>
                    <a:pt x="90974" y="22860"/>
                  </a:lnTo>
                  <a:lnTo>
                    <a:pt x="155956" y="23494"/>
                  </a:lnTo>
                  <a:lnTo>
                    <a:pt x="99398" y="23494"/>
                  </a:lnTo>
                  <a:lnTo>
                    <a:pt x="205415" y="22221"/>
                  </a:lnTo>
                  <a:close/>
                </a:path>
                <a:path w="659765" h="24129">
                  <a:moveTo>
                    <a:pt x="174591" y="22221"/>
                  </a:moveTo>
                  <a:lnTo>
                    <a:pt x="61834" y="22221"/>
                  </a:lnTo>
                  <a:lnTo>
                    <a:pt x="74866" y="22732"/>
                  </a:lnTo>
                  <a:lnTo>
                    <a:pt x="265049" y="22732"/>
                  </a:lnTo>
                  <a:lnTo>
                    <a:pt x="174591" y="22221"/>
                  </a:lnTo>
                  <a:close/>
                </a:path>
                <a:path w="659765" h="24129">
                  <a:moveTo>
                    <a:pt x="614553" y="21970"/>
                  </a:moveTo>
                  <a:lnTo>
                    <a:pt x="48006" y="21970"/>
                  </a:lnTo>
                  <a:lnTo>
                    <a:pt x="58671" y="22221"/>
                  </a:lnTo>
                  <a:lnTo>
                    <a:pt x="602675" y="22221"/>
                  </a:lnTo>
                  <a:lnTo>
                    <a:pt x="614553" y="21970"/>
                  </a:lnTo>
                  <a:close/>
                </a:path>
                <a:path w="659765" h="24129">
                  <a:moveTo>
                    <a:pt x="5080" y="0"/>
                  </a:moveTo>
                  <a:lnTo>
                    <a:pt x="1778" y="1777"/>
                  </a:lnTo>
                  <a:lnTo>
                    <a:pt x="0" y="8127"/>
                  </a:lnTo>
                  <a:lnTo>
                    <a:pt x="1778" y="11302"/>
                  </a:lnTo>
                  <a:lnTo>
                    <a:pt x="4826" y="12318"/>
                  </a:lnTo>
                  <a:lnTo>
                    <a:pt x="21358" y="17525"/>
                  </a:lnTo>
                  <a:lnTo>
                    <a:pt x="21209" y="17525"/>
                  </a:lnTo>
                  <a:lnTo>
                    <a:pt x="37599" y="21970"/>
                  </a:lnTo>
                  <a:lnTo>
                    <a:pt x="629067" y="21970"/>
                  </a:lnTo>
                  <a:lnTo>
                    <a:pt x="643763" y="20827"/>
                  </a:lnTo>
                  <a:lnTo>
                    <a:pt x="643940" y="20827"/>
                  </a:lnTo>
                  <a:lnTo>
                    <a:pt x="648208" y="20065"/>
                  </a:lnTo>
                  <a:lnTo>
                    <a:pt x="647700" y="20065"/>
                  </a:lnTo>
                  <a:lnTo>
                    <a:pt x="650240" y="19812"/>
                  </a:lnTo>
                  <a:lnTo>
                    <a:pt x="656463" y="19812"/>
                  </a:lnTo>
                  <a:lnTo>
                    <a:pt x="659638" y="16637"/>
                  </a:lnTo>
                  <a:lnTo>
                    <a:pt x="659638" y="8762"/>
                  </a:lnTo>
                  <a:lnTo>
                    <a:pt x="39624" y="8762"/>
                  </a:lnTo>
                  <a:lnTo>
                    <a:pt x="24384" y="5079"/>
                  </a:lnTo>
                  <a:lnTo>
                    <a:pt x="8255" y="762"/>
                  </a:lnTo>
                  <a:lnTo>
                    <a:pt x="5080" y="0"/>
                  </a:lnTo>
                  <a:close/>
                </a:path>
                <a:path w="659765" h="24129">
                  <a:moveTo>
                    <a:pt x="657225" y="6350"/>
                  </a:moveTo>
                  <a:lnTo>
                    <a:pt x="544068" y="6350"/>
                  </a:lnTo>
                  <a:lnTo>
                    <a:pt x="397256" y="6857"/>
                  </a:lnTo>
                  <a:lnTo>
                    <a:pt x="210862" y="8127"/>
                  </a:lnTo>
                  <a:lnTo>
                    <a:pt x="170222" y="8127"/>
                  </a:lnTo>
                  <a:lnTo>
                    <a:pt x="119634" y="8762"/>
                  </a:lnTo>
                  <a:lnTo>
                    <a:pt x="659638" y="8762"/>
                  </a:lnTo>
                  <a:lnTo>
                    <a:pt x="657225" y="6350"/>
                  </a:lnTo>
                  <a:close/>
                </a:path>
                <a:path w="659765" h="24129">
                  <a:moveTo>
                    <a:pt x="656590" y="5714"/>
                  </a:moveTo>
                  <a:lnTo>
                    <a:pt x="648334" y="5714"/>
                  </a:lnTo>
                  <a:lnTo>
                    <a:pt x="645795" y="6095"/>
                  </a:lnTo>
                  <a:lnTo>
                    <a:pt x="437642" y="6857"/>
                  </a:lnTo>
                  <a:lnTo>
                    <a:pt x="397256" y="6857"/>
                  </a:lnTo>
                  <a:lnTo>
                    <a:pt x="657225" y="6350"/>
                  </a:lnTo>
                  <a:lnTo>
                    <a:pt x="656590" y="5714"/>
                  </a:lnTo>
                  <a:close/>
                </a:path>
                <a:path w="659765" h="24129">
                  <a:moveTo>
                    <a:pt x="640376" y="5079"/>
                  </a:moveTo>
                  <a:lnTo>
                    <a:pt x="608202" y="5079"/>
                  </a:lnTo>
                  <a:lnTo>
                    <a:pt x="548716" y="6095"/>
                  </a:lnTo>
                  <a:lnTo>
                    <a:pt x="648208" y="6095"/>
                  </a:lnTo>
                  <a:lnTo>
                    <a:pt x="643940" y="5333"/>
                  </a:lnTo>
                  <a:lnTo>
                    <a:pt x="640376" y="5079"/>
                  </a:lnTo>
                  <a:close/>
                </a:path>
              </a:pathLst>
            </a:custGeom>
            <a:solidFill>
              <a:srgbClr val="E71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1" name="object 7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083553" y="4077499"/>
            <a:ext cx="453213" cy="201104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665468" y="4088701"/>
            <a:ext cx="273303" cy="200469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072503" y="4045470"/>
            <a:ext cx="986154" cy="243712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202930" y="4043426"/>
            <a:ext cx="326009" cy="307086"/>
          </a:xfrm>
          <a:prstGeom prst="rect">
            <a:avLst/>
          </a:prstGeom>
        </p:spPr>
      </p:pic>
      <p:sp>
        <p:nvSpPr>
          <p:cNvPr id="75" name="object 7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6826" y="214375"/>
            <a:ext cx="8890" cy="3369310"/>
          </a:xfrm>
          <a:custGeom>
            <a:avLst/>
            <a:gdLst/>
            <a:ahLst/>
            <a:cxnLst/>
            <a:rect l="l" t="t" r="r" b="b"/>
            <a:pathLst>
              <a:path w="8889" h="3369310">
                <a:moveTo>
                  <a:pt x="8762" y="0"/>
                </a:moveTo>
                <a:lnTo>
                  <a:pt x="0" y="3368929"/>
                </a:lnTo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65518" y="85153"/>
            <a:ext cx="5327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solidFill>
                  <a:srgbClr val="AB7942"/>
                </a:solidFill>
                <a:latin typeface="Cambria Math"/>
                <a:cs typeface="Cambria Math"/>
              </a:rPr>
              <a:t>J(w)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98515" y="619124"/>
            <a:ext cx="171259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Verdana"/>
                <a:cs typeface="Verdana"/>
              </a:rPr>
              <a:t>(function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w</a:t>
            </a:r>
            <a:r>
              <a:rPr sz="1800" spc="-25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32528" y="111632"/>
            <a:ext cx="3797935" cy="3775710"/>
            <a:chOff x="4732528" y="111632"/>
            <a:chExt cx="3797935" cy="3775710"/>
          </a:xfrm>
        </p:grpSpPr>
        <p:sp>
          <p:nvSpPr>
            <p:cNvPr id="6" name="object 6"/>
            <p:cNvSpPr/>
            <p:nvPr/>
          </p:nvSpPr>
          <p:spPr>
            <a:xfrm>
              <a:off x="5486400" y="1276349"/>
              <a:ext cx="2857500" cy="1933575"/>
            </a:xfrm>
            <a:custGeom>
              <a:avLst/>
              <a:gdLst/>
              <a:ahLst/>
              <a:cxnLst/>
              <a:rect l="l" t="t" r="r" b="b"/>
              <a:pathLst>
                <a:path w="2857500" h="1933575">
                  <a:moveTo>
                    <a:pt x="476250" y="1933575"/>
                  </a:moveTo>
                  <a:lnTo>
                    <a:pt x="476250" y="0"/>
                  </a:lnTo>
                </a:path>
                <a:path w="2857500" h="1933575">
                  <a:moveTo>
                    <a:pt x="400050" y="1933575"/>
                  </a:moveTo>
                  <a:lnTo>
                    <a:pt x="561975" y="1933575"/>
                  </a:lnTo>
                </a:path>
                <a:path w="2857500" h="1933575">
                  <a:moveTo>
                    <a:pt x="400050" y="1285875"/>
                  </a:moveTo>
                  <a:lnTo>
                    <a:pt x="561975" y="1285875"/>
                  </a:lnTo>
                </a:path>
                <a:path w="2857500" h="1933575">
                  <a:moveTo>
                    <a:pt x="400050" y="647700"/>
                  </a:moveTo>
                  <a:lnTo>
                    <a:pt x="561975" y="647700"/>
                  </a:lnTo>
                </a:path>
                <a:path w="2857500" h="1933575">
                  <a:moveTo>
                    <a:pt x="400050" y="0"/>
                  </a:moveTo>
                  <a:lnTo>
                    <a:pt x="561975" y="0"/>
                  </a:lnTo>
                </a:path>
                <a:path w="2857500" h="1933575">
                  <a:moveTo>
                    <a:pt x="0" y="1933575"/>
                  </a:moveTo>
                  <a:lnTo>
                    <a:pt x="2857500" y="19335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2528" y="111632"/>
              <a:ext cx="3797653" cy="377549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587746" y="3022536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7746" y="2376804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7746" y="1731962"/>
            <a:ext cx="168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7746" y="1086230"/>
            <a:ext cx="1682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73421" y="3343846"/>
            <a:ext cx="44513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-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88940" y="2063432"/>
            <a:ext cx="5334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latin typeface="Cambria Math"/>
                <a:cs typeface="Cambria Math"/>
              </a:rPr>
              <a:t>J(w)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87720" y="3343846"/>
            <a:ext cx="2640330" cy="5594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125"/>
              </a:spcBef>
              <a:tabLst>
                <a:tab pos="391160" algn="l"/>
                <a:tab pos="963294" algn="l"/>
                <a:tab pos="1342390" algn="l"/>
                <a:tab pos="1914525" algn="l"/>
                <a:tab pos="2293620" algn="l"/>
              </a:tabLst>
            </a:pPr>
            <a:r>
              <a:rPr sz="2000" spc="-50" dirty="0">
                <a:latin typeface="Cambria Math"/>
                <a:cs typeface="Cambria Math"/>
              </a:rPr>
              <a:t>0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1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1.5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25" dirty="0">
                <a:latin typeface="Cambria Math"/>
                <a:cs typeface="Cambria Math"/>
              </a:rPr>
              <a:t>2.5</a:t>
            </a:r>
            <a:endParaRPr sz="2000">
              <a:latin typeface="Cambria Math"/>
              <a:cs typeface="Cambria Math"/>
            </a:endParaRPr>
          </a:p>
          <a:p>
            <a:pPr marL="918844">
              <a:lnSpc>
                <a:spcPts val="2085"/>
              </a:lnSpc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8240" y="4079709"/>
            <a:ext cx="1938146" cy="308432"/>
          </a:xfrm>
          <a:prstGeom prst="rect">
            <a:avLst/>
          </a:prstGeom>
        </p:spPr>
      </p:pic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304800" y="905763"/>
            <a:ext cx="387731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goal</a:t>
            </a:r>
            <a:r>
              <a:rPr sz="2400" spc="-10" dirty="0"/>
              <a:t> </a:t>
            </a:r>
            <a:r>
              <a:rPr sz="2400" dirty="0"/>
              <a:t>of</a:t>
            </a:r>
            <a:r>
              <a:rPr sz="2400" spc="-40" dirty="0"/>
              <a:t> </a:t>
            </a:r>
            <a:r>
              <a:rPr sz="2400" dirty="0"/>
              <a:t>linear</a:t>
            </a:r>
            <a:r>
              <a:rPr sz="2400" spc="-70" dirty="0"/>
              <a:t> </a:t>
            </a:r>
            <a:r>
              <a:rPr sz="2400" spc="-10" dirty="0"/>
              <a:t>regression:</a:t>
            </a:r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2430526" y="1497202"/>
            <a:ext cx="366395" cy="238125"/>
          </a:xfrm>
          <a:custGeom>
            <a:avLst/>
            <a:gdLst/>
            <a:ahLst/>
            <a:cxnLst/>
            <a:rect l="l" t="t" r="r" b="b"/>
            <a:pathLst>
              <a:path w="366394" h="238125">
                <a:moveTo>
                  <a:pt x="290322" y="0"/>
                </a:moveTo>
                <a:lnTo>
                  <a:pt x="286893" y="9651"/>
                </a:lnTo>
                <a:lnTo>
                  <a:pt x="300702" y="15652"/>
                </a:lnTo>
                <a:lnTo>
                  <a:pt x="312594" y="23939"/>
                </a:lnTo>
                <a:lnTo>
                  <a:pt x="336675" y="62277"/>
                </a:lnTo>
                <a:lnTo>
                  <a:pt x="344550" y="117856"/>
                </a:lnTo>
                <a:lnTo>
                  <a:pt x="343669" y="138884"/>
                </a:lnTo>
                <a:lnTo>
                  <a:pt x="330454" y="190373"/>
                </a:lnTo>
                <a:lnTo>
                  <a:pt x="300896" y="222502"/>
                </a:lnTo>
                <a:lnTo>
                  <a:pt x="287274" y="228473"/>
                </a:lnTo>
                <a:lnTo>
                  <a:pt x="290322" y="238125"/>
                </a:lnTo>
                <a:lnTo>
                  <a:pt x="335827" y="211139"/>
                </a:lnTo>
                <a:lnTo>
                  <a:pt x="361394" y="161242"/>
                </a:lnTo>
                <a:lnTo>
                  <a:pt x="366268" y="119125"/>
                </a:lnTo>
                <a:lnTo>
                  <a:pt x="365064" y="97520"/>
                </a:lnTo>
                <a:lnTo>
                  <a:pt x="355284" y="58564"/>
                </a:lnTo>
                <a:lnTo>
                  <a:pt x="322754" y="15208"/>
                </a:lnTo>
                <a:lnTo>
                  <a:pt x="307615" y="6187"/>
                </a:lnTo>
                <a:lnTo>
                  <a:pt x="290322" y="0"/>
                </a:lnTo>
                <a:close/>
              </a:path>
              <a:path w="366394" h="238125">
                <a:moveTo>
                  <a:pt x="75946" y="0"/>
                </a:moveTo>
                <a:lnTo>
                  <a:pt x="30565" y="27039"/>
                </a:lnTo>
                <a:lnTo>
                  <a:pt x="4889" y="77104"/>
                </a:lnTo>
                <a:lnTo>
                  <a:pt x="70" y="117856"/>
                </a:lnTo>
                <a:lnTo>
                  <a:pt x="0" y="119125"/>
                </a:lnTo>
                <a:lnTo>
                  <a:pt x="4873" y="161242"/>
                </a:lnTo>
                <a:lnTo>
                  <a:pt x="19557" y="196596"/>
                </a:lnTo>
                <a:lnTo>
                  <a:pt x="58634" y="231939"/>
                </a:lnTo>
                <a:lnTo>
                  <a:pt x="75946" y="238125"/>
                </a:lnTo>
                <a:lnTo>
                  <a:pt x="78993" y="228473"/>
                </a:lnTo>
                <a:lnTo>
                  <a:pt x="65371" y="222502"/>
                </a:lnTo>
                <a:lnTo>
                  <a:pt x="53641" y="214137"/>
                </a:lnTo>
                <a:lnTo>
                  <a:pt x="29646" y="175131"/>
                </a:lnTo>
                <a:lnTo>
                  <a:pt x="21770" y="119125"/>
                </a:lnTo>
                <a:lnTo>
                  <a:pt x="21717" y="117856"/>
                </a:lnTo>
                <a:lnTo>
                  <a:pt x="22598" y="97520"/>
                </a:lnTo>
                <a:lnTo>
                  <a:pt x="35813" y="47371"/>
                </a:lnTo>
                <a:lnTo>
                  <a:pt x="65585" y="15652"/>
                </a:lnTo>
                <a:lnTo>
                  <a:pt x="79375" y="9651"/>
                </a:lnTo>
                <a:lnTo>
                  <a:pt x="75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09317" y="2523744"/>
            <a:ext cx="614045" cy="238760"/>
          </a:xfrm>
          <a:custGeom>
            <a:avLst/>
            <a:gdLst/>
            <a:ahLst/>
            <a:cxnLst/>
            <a:rect l="l" t="t" r="r" b="b"/>
            <a:pathLst>
              <a:path w="614044" h="238760">
                <a:moveTo>
                  <a:pt x="537971" y="0"/>
                </a:moveTo>
                <a:lnTo>
                  <a:pt x="534669" y="9779"/>
                </a:lnTo>
                <a:lnTo>
                  <a:pt x="548459" y="15708"/>
                </a:lnTo>
                <a:lnTo>
                  <a:pt x="560308" y="23971"/>
                </a:lnTo>
                <a:lnTo>
                  <a:pt x="584398" y="62404"/>
                </a:lnTo>
                <a:lnTo>
                  <a:pt x="591413" y="97414"/>
                </a:lnTo>
                <a:lnTo>
                  <a:pt x="591446" y="97647"/>
                </a:lnTo>
                <a:lnTo>
                  <a:pt x="591444" y="139009"/>
                </a:lnTo>
                <a:lnTo>
                  <a:pt x="578103" y="190373"/>
                </a:lnTo>
                <a:lnTo>
                  <a:pt x="548600" y="222573"/>
                </a:lnTo>
                <a:lnTo>
                  <a:pt x="535051" y="228600"/>
                </a:lnTo>
                <a:lnTo>
                  <a:pt x="537971" y="238251"/>
                </a:lnTo>
                <a:lnTo>
                  <a:pt x="583549" y="211195"/>
                </a:lnTo>
                <a:lnTo>
                  <a:pt x="609107" y="161305"/>
                </a:lnTo>
                <a:lnTo>
                  <a:pt x="614044" y="119253"/>
                </a:lnTo>
                <a:lnTo>
                  <a:pt x="612821" y="97647"/>
                </a:lnTo>
                <a:lnTo>
                  <a:pt x="612808" y="97414"/>
                </a:lnTo>
                <a:lnTo>
                  <a:pt x="602954" y="58691"/>
                </a:lnTo>
                <a:lnTo>
                  <a:pt x="570452" y="15319"/>
                </a:lnTo>
                <a:lnTo>
                  <a:pt x="555283" y="6260"/>
                </a:lnTo>
                <a:lnTo>
                  <a:pt x="537971" y="0"/>
                </a:lnTo>
                <a:close/>
              </a:path>
              <a:path w="614044" h="238760">
                <a:moveTo>
                  <a:pt x="75945" y="0"/>
                </a:moveTo>
                <a:lnTo>
                  <a:pt x="30565" y="27164"/>
                </a:lnTo>
                <a:lnTo>
                  <a:pt x="4937" y="77231"/>
                </a:lnTo>
                <a:lnTo>
                  <a:pt x="71" y="117982"/>
                </a:lnTo>
                <a:lnTo>
                  <a:pt x="0" y="119253"/>
                </a:lnTo>
                <a:lnTo>
                  <a:pt x="4921" y="161305"/>
                </a:lnTo>
                <a:lnTo>
                  <a:pt x="19557" y="196595"/>
                </a:lnTo>
                <a:lnTo>
                  <a:pt x="58634" y="232011"/>
                </a:lnTo>
                <a:lnTo>
                  <a:pt x="75945" y="238251"/>
                </a:lnTo>
                <a:lnTo>
                  <a:pt x="78993" y="228600"/>
                </a:lnTo>
                <a:lnTo>
                  <a:pt x="65444" y="222573"/>
                </a:lnTo>
                <a:lnTo>
                  <a:pt x="53752" y="214201"/>
                </a:lnTo>
                <a:lnTo>
                  <a:pt x="29700" y="175204"/>
                </a:lnTo>
                <a:lnTo>
                  <a:pt x="21770" y="119253"/>
                </a:lnTo>
                <a:lnTo>
                  <a:pt x="21716" y="117982"/>
                </a:lnTo>
                <a:lnTo>
                  <a:pt x="22600" y="97647"/>
                </a:lnTo>
                <a:lnTo>
                  <a:pt x="35940" y="47498"/>
                </a:lnTo>
                <a:lnTo>
                  <a:pt x="65658" y="15708"/>
                </a:lnTo>
                <a:lnTo>
                  <a:pt x="79375" y="9779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7025" y="1421066"/>
            <a:ext cx="2614295" cy="15024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29640">
              <a:lnSpc>
                <a:spcPts val="205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minimize</a:t>
            </a:r>
            <a:r>
              <a:rPr sz="2000" spc="-150" dirty="0">
                <a:latin typeface="Cambria Math"/>
                <a:cs typeface="Cambria Math"/>
              </a:rPr>
              <a:t> </a:t>
            </a: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35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  <a:p>
            <a:pPr marL="258445" algn="ctr">
              <a:lnSpc>
                <a:spcPts val="1450"/>
              </a:lnSpc>
            </a:pPr>
            <a:r>
              <a:rPr sz="1500" spc="5" dirty="0">
                <a:latin typeface="Cambria Math"/>
                <a:cs typeface="Cambria Math"/>
              </a:rPr>
              <a:t>w</a:t>
            </a:r>
            <a:endParaRPr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Verdana"/>
                <a:cs typeface="Verdana"/>
              </a:rPr>
              <a:t>general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case:</a:t>
            </a:r>
            <a:endParaRPr sz="2400">
              <a:latin typeface="Verdana"/>
              <a:cs typeface="Verdana"/>
            </a:endParaRPr>
          </a:p>
          <a:p>
            <a:pPr marL="908050">
              <a:lnSpc>
                <a:spcPts val="2050"/>
              </a:lnSpc>
              <a:spcBef>
                <a:spcPts val="509"/>
              </a:spcBef>
            </a:pPr>
            <a:r>
              <a:rPr sz="2000" dirty="0">
                <a:latin typeface="Cambria Math"/>
                <a:cs typeface="Cambria Math"/>
              </a:rPr>
              <a:t>minimize</a:t>
            </a:r>
            <a:r>
              <a:rPr sz="2000" spc="-160" dirty="0">
                <a:latin typeface="Cambria Math"/>
                <a:cs typeface="Cambria Math"/>
              </a:rPr>
              <a:t> </a:t>
            </a: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38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w,</a:t>
            </a:r>
            <a:r>
              <a:rPr sz="2000" spc="-10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  <a:p>
            <a:pPr marL="203200" algn="ctr">
              <a:lnSpc>
                <a:spcPts val="1450"/>
              </a:lnSpc>
            </a:pPr>
            <a:r>
              <a:rPr sz="1500" spc="25" dirty="0">
                <a:latin typeface="Cambria Math"/>
                <a:cs typeface="Cambria Math"/>
              </a:rPr>
              <a:t>w,b</a:t>
            </a:r>
            <a:endParaRPr sz="1500">
              <a:latin typeface="Cambria Math"/>
              <a:cs typeface="Cambria Math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85791" y="4127588"/>
            <a:ext cx="798703" cy="21468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68284" y="4195686"/>
            <a:ext cx="174452" cy="11938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38316" y="4138129"/>
            <a:ext cx="257996" cy="192214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2225" marR="5080" indent="-9525">
              <a:lnSpc>
                <a:spcPts val="5710"/>
              </a:lnSpc>
              <a:spcBef>
                <a:spcPts val="259"/>
              </a:spcBef>
            </a:pPr>
            <a:r>
              <a:rPr sz="4800" dirty="0">
                <a:solidFill>
                  <a:srgbClr val="0070EA"/>
                </a:solidFill>
              </a:rPr>
              <a:t>Linear</a:t>
            </a:r>
            <a:r>
              <a:rPr sz="4800" spc="-6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Regression </a:t>
            </a:r>
            <a:r>
              <a:rPr sz="4800" dirty="0">
                <a:solidFill>
                  <a:srgbClr val="0070EA"/>
                </a:solidFill>
              </a:rPr>
              <a:t>with</a:t>
            </a:r>
            <a:r>
              <a:rPr sz="4800" spc="-45" dirty="0">
                <a:solidFill>
                  <a:srgbClr val="0070EA"/>
                </a:solidFill>
              </a:rPr>
              <a:t> </a:t>
            </a:r>
            <a:r>
              <a:rPr sz="4800" dirty="0">
                <a:solidFill>
                  <a:srgbClr val="0070EA"/>
                </a:solidFill>
              </a:rPr>
              <a:t>One</a:t>
            </a:r>
            <a:r>
              <a:rPr sz="4800" spc="-75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Variable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736975" y="3017075"/>
            <a:ext cx="4299585" cy="13614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38835">
              <a:lnSpc>
                <a:spcPct val="115399"/>
              </a:lnSpc>
              <a:spcBef>
                <a:spcPts val="90"/>
              </a:spcBef>
            </a:pPr>
            <a:r>
              <a:rPr sz="3800" spc="-10" dirty="0">
                <a:latin typeface="Verdana"/>
                <a:cs typeface="Verdana"/>
              </a:rPr>
              <a:t>Visualizing </a:t>
            </a:r>
            <a:r>
              <a:rPr sz="3800" dirty="0">
                <a:latin typeface="Verdana"/>
                <a:cs typeface="Verdana"/>
              </a:rPr>
              <a:t>the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dirty="0">
                <a:latin typeface="Verdana"/>
                <a:cs typeface="Verdana"/>
              </a:rPr>
              <a:t>Cost</a:t>
            </a:r>
            <a:r>
              <a:rPr sz="3800" spc="-13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Function</a:t>
            </a:r>
            <a:endParaRPr sz="3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2152" y="410273"/>
            <a:ext cx="9194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Verdana"/>
                <a:cs typeface="Verdana"/>
              </a:rPr>
              <a:t>Model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78834" y="398780"/>
            <a:ext cx="56070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600" spc="142" baseline="12731" dirty="0">
                <a:latin typeface="Cambria Math"/>
                <a:cs typeface="Cambria Math"/>
              </a:rPr>
              <a:t>f</a:t>
            </a:r>
            <a:r>
              <a:rPr sz="1700" spc="95" dirty="0">
                <a:latin typeface="Cambria Math"/>
                <a:cs typeface="Cambria Math"/>
              </a:rPr>
              <a:t>w,b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45001" y="424180"/>
            <a:ext cx="368300" cy="282575"/>
          </a:xfrm>
          <a:custGeom>
            <a:avLst/>
            <a:gdLst/>
            <a:ahLst/>
            <a:cxnLst/>
            <a:rect l="l" t="t" r="r" b="b"/>
            <a:pathLst>
              <a:path w="368300" h="282575">
                <a:moveTo>
                  <a:pt x="278129" y="0"/>
                </a:moveTo>
                <a:lnTo>
                  <a:pt x="274193" y="11430"/>
                </a:lnTo>
                <a:lnTo>
                  <a:pt x="290500" y="18577"/>
                </a:lnTo>
                <a:lnTo>
                  <a:pt x="304546" y="28416"/>
                </a:lnTo>
                <a:lnTo>
                  <a:pt x="333089" y="73925"/>
                </a:lnTo>
                <a:lnTo>
                  <a:pt x="341415" y="115341"/>
                </a:lnTo>
                <a:lnTo>
                  <a:pt x="341471" y="115732"/>
                </a:lnTo>
                <a:lnTo>
                  <a:pt x="342519" y="139827"/>
                </a:lnTo>
                <a:lnTo>
                  <a:pt x="341471" y="164689"/>
                </a:lnTo>
                <a:lnTo>
                  <a:pt x="338328" y="187277"/>
                </a:lnTo>
                <a:lnTo>
                  <a:pt x="325754" y="225679"/>
                </a:lnTo>
                <a:lnTo>
                  <a:pt x="290697" y="263773"/>
                </a:lnTo>
                <a:lnTo>
                  <a:pt x="274574" y="270891"/>
                </a:lnTo>
                <a:lnTo>
                  <a:pt x="278129" y="282321"/>
                </a:lnTo>
                <a:lnTo>
                  <a:pt x="316690" y="264302"/>
                </a:lnTo>
                <a:lnTo>
                  <a:pt x="345059" y="233045"/>
                </a:lnTo>
                <a:lnTo>
                  <a:pt x="362378" y="191135"/>
                </a:lnTo>
                <a:lnTo>
                  <a:pt x="368173" y="141224"/>
                </a:lnTo>
                <a:lnTo>
                  <a:pt x="366742" y="115732"/>
                </a:lnTo>
                <a:lnTo>
                  <a:pt x="366720" y="115341"/>
                </a:lnTo>
                <a:lnTo>
                  <a:pt x="355099" y="69482"/>
                </a:lnTo>
                <a:lnTo>
                  <a:pt x="332047" y="32146"/>
                </a:lnTo>
                <a:lnTo>
                  <a:pt x="298658" y="7381"/>
                </a:lnTo>
                <a:lnTo>
                  <a:pt x="278129" y="0"/>
                </a:lnTo>
                <a:close/>
              </a:path>
              <a:path w="368300" h="282575">
                <a:moveTo>
                  <a:pt x="90043" y="0"/>
                </a:moveTo>
                <a:lnTo>
                  <a:pt x="51657" y="18097"/>
                </a:lnTo>
                <a:lnTo>
                  <a:pt x="23368" y="49530"/>
                </a:lnTo>
                <a:lnTo>
                  <a:pt x="5826" y="91424"/>
                </a:lnTo>
                <a:lnTo>
                  <a:pt x="78" y="139827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03"/>
                </a:lnTo>
                <a:lnTo>
                  <a:pt x="26828" y="164689"/>
                </a:lnTo>
                <a:lnTo>
                  <a:pt x="25781" y="139827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16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033520" y="331724"/>
            <a:ext cx="164909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3225" algn="l"/>
              </a:tabLst>
            </a:pPr>
            <a:r>
              <a:rPr sz="2400" spc="65" dirty="0">
                <a:latin typeface="Cambria Math"/>
                <a:cs typeface="Cambria Math"/>
              </a:rPr>
              <a:t>x</a:t>
            </a:r>
            <a:r>
              <a:rPr sz="2400" dirty="0">
                <a:latin typeface="Cambria Math"/>
                <a:cs typeface="Cambria Math"/>
              </a:rPr>
              <a:t>	=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wx</a:t>
            </a:r>
            <a:r>
              <a:rPr sz="2400" spc="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20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b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2152" y="1251585"/>
            <a:ext cx="177609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>
                <a:latin typeface="Verdana"/>
                <a:cs typeface="Verdana"/>
              </a:rPr>
              <a:t>Parameters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04234" y="1243711"/>
            <a:ext cx="53340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Cambria Math"/>
                <a:cs typeface="Cambria Math"/>
              </a:rPr>
              <a:t>w,</a:t>
            </a:r>
            <a:r>
              <a:rPr sz="2400" spc="-19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b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2152" y="2234819"/>
            <a:ext cx="210375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Verdana"/>
                <a:cs typeface="Verdana"/>
              </a:rPr>
              <a:t>Cost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Function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86073" y="2308986"/>
            <a:ext cx="898525" cy="282575"/>
            <a:chOff x="3386073" y="2308986"/>
            <a:chExt cx="898525" cy="282575"/>
          </a:xfrm>
        </p:grpSpPr>
        <p:sp>
          <p:nvSpPr>
            <p:cNvPr id="10" name="object 10"/>
            <p:cNvSpPr/>
            <p:nvPr/>
          </p:nvSpPr>
          <p:spPr>
            <a:xfrm>
              <a:off x="3386074" y="2308986"/>
              <a:ext cx="898525" cy="282575"/>
            </a:xfrm>
            <a:custGeom>
              <a:avLst/>
              <a:gdLst/>
              <a:ahLst/>
              <a:cxnLst/>
              <a:rect l="l" t="t" r="r" b="b"/>
              <a:pathLst>
                <a:path w="898525" h="282575">
                  <a:moveTo>
                    <a:pt x="135255" y="21463"/>
                  </a:moveTo>
                  <a:lnTo>
                    <a:pt x="75692" y="21463"/>
                  </a:lnTo>
                  <a:lnTo>
                    <a:pt x="74041" y="28702"/>
                  </a:lnTo>
                  <a:lnTo>
                    <a:pt x="79121" y="29083"/>
                  </a:lnTo>
                  <a:lnTo>
                    <a:pt x="82804" y="30099"/>
                  </a:lnTo>
                  <a:lnTo>
                    <a:pt x="87503" y="33782"/>
                  </a:lnTo>
                  <a:lnTo>
                    <a:pt x="88646" y="37084"/>
                  </a:lnTo>
                  <a:lnTo>
                    <a:pt x="88646" y="47879"/>
                  </a:lnTo>
                  <a:lnTo>
                    <a:pt x="50546" y="222504"/>
                  </a:lnTo>
                  <a:lnTo>
                    <a:pt x="32004" y="263906"/>
                  </a:lnTo>
                  <a:lnTo>
                    <a:pt x="24511" y="267589"/>
                  </a:lnTo>
                  <a:lnTo>
                    <a:pt x="9652" y="267589"/>
                  </a:lnTo>
                  <a:lnTo>
                    <a:pt x="5842" y="267208"/>
                  </a:lnTo>
                  <a:lnTo>
                    <a:pt x="3810" y="266446"/>
                  </a:lnTo>
                  <a:lnTo>
                    <a:pt x="0" y="280670"/>
                  </a:lnTo>
                  <a:lnTo>
                    <a:pt x="3683" y="281686"/>
                  </a:lnTo>
                  <a:lnTo>
                    <a:pt x="8382" y="282194"/>
                  </a:lnTo>
                  <a:lnTo>
                    <a:pt x="14097" y="282194"/>
                  </a:lnTo>
                  <a:lnTo>
                    <a:pt x="50952" y="271830"/>
                  </a:lnTo>
                  <a:lnTo>
                    <a:pt x="72644" y="239052"/>
                  </a:lnTo>
                  <a:lnTo>
                    <a:pt x="113919" y="56261"/>
                  </a:lnTo>
                  <a:lnTo>
                    <a:pt x="116967" y="45212"/>
                  </a:lnTo>
                  <a:lnTo>
                    <a:pt x="133604" y="28702"/>
                  </a:lnTo>
                  <a:lnTo>
                    <a:pt x="135255" y="21463"/>
                  </a:lnTo>
                  <a:close/>
                </a:path>
                <a:path w="898525" h="282575">
                  <a:moveTo>
                    <a:pt x="272034" y="11430"/>
                  </a:moveTo>
                  <a:lnTo>
                    <a:pt x="267970" y="0"/>
                  </a:lnTo>
                  <a:lnTo>
                    <a:pt x="247510" y="7391"/>
                  </a:lnTo>
                  <a:lnTo>
                    <a:pt x="229577" y="18097"/>
                  </a:lnTo>
                  <a:lnTo>
                    <a:pt x="201295" y="49530"/>
                  </a:lnTo>
                  <a:lnTo>
                    <a:pt x="183743" y="91427"/>
                  </a:lnTo>
                  <a:lnTo>
                    <a:pt x="178003" y="139827"/>
                  </a:lnTo>
                  <a:lnTo>
                    <a:pt x="177927" y="141224"/>
                  </a:lnTo>
                  <a:lnTo>
                    <a:pt x="179374" y="167182"/>
                  </a:lnTo>
                  <a:lnTo>
                    <a:pt x="190995" y="213093"/>
                  </a:lnTo>
                  <a:lnTo>
                    <a:pt x="214045" y="250342"/>
                  </a:lnTo>
                  <a:lnTo>
                    <a:pt x="247434" y="274967"/>
                  </a:lnTo>
                  <a:lnTo>
                    <a:pt x="267970" y="282321"/>
                  </a:lnTo>
                  <a:lnTo>
                    <a:pt x="271526" y="270891"/>
                  </a:lnTo>
                  <a:lnTo>
                    <a:pt x="255473" y="263779"/>
                  </a:lnTo>
                  <a:lnTo>
                    <a:pt x="241617" y="253860"/>
                  </a:lnTo>
                  <a:lnTo>
                    <a:pt x="213131" y="207606"/>
                  </a:lnTo>
                  <a:lnTo>
                    <a:pt x="204749" y="164693"/>
                  </a:lnTo>
                  <a:lnTo>
                    <a:pt x="203708" y="139827"/>
                  </a:lnTo>
                  <a:lnTo>
                    <a:pt x="204749" y="115735"/>
                  </a:lnTo>
                  <a:lnTo>
                    <a:pt x="213131" y="73926"/>
                  </a:lnTo>
                  <a:lnTo>
                    <a:pt x="241719" y="28422"/>
                  </a:lnTo>
                  <a:lnTo>
                    <a:pt x="255739" y="18580"/>
                  </a:lnTo>
                  <a:lnTo>
                    <a:pt x="272034" y="11430"/>
                  </a:lnTo>
                  <a:close/>
                </a:path>
                <a:path w="898525" h="282575">
                  <a:moveTo>
                    <a:pt x="898525" y="141224"/>
                  </a:moveTo>
                  <a:lnTo>
                    <a:pt x="892708" y="91427"/>
                  </a:lnTo>
                  <a:lnTo>
                    <a:pt x="875284" y="49530"/>
                  </a:lnTo>
                  <a:lnTo>
                    <a:pt x="846975" y="18097"/>
                  </a:lnTo>
                  <a:lnTo>
                    <a:pt x="808482" y="0"/>
                  </a:lnTo>
                  <a:lnTo>
                    <a:pt x="804545" y="11430"/>
                  </a:lnTo>
                  <a:lnTo>
                    <a:pt x="820851" y="18580"/>
                  </a:lnTo>
                  <a:lnTo>
                    <a:pt x="834898" y="28422"/>
                  </a:lnTo>
                  <a:lnTo>
                    <a:pt x="863434" y="73926"/>
                  </a:lnTo>
                  <a:lnTo>
                    <a:pt x="871766" y="115354"/>
                  </a:lnTo>
                  <a:lnTo>
                    <a:pt x="872871" y="139827"/>
                  </a:lnTo>
                  <a:lnTo>
                    <a:pt x="871816" y="164693"/>
                  </a:lnTo>
                  <a:lnTo>
                    <a:pt x="863434" y="207606"/>
                  </a:lnTo>
                  <a:lnTo>
                    <a:pt x="834936" y="253860"/>
                  </a:lnTo>
                  <a:lnTo>
                    <a:pt x="804926" y="270891"/>
                  </a:lnTo>
                  <a:lnTo>
                    <a:pt x="808482" y="282321"/>
                  </a:lnTo>
                  <a:lnTo>
                    <a:pt x="847039" y="264312"/>
                  </a:lnTo>
                  <a:lnTo>
                    <a:pt x="875411" y="233045"/>
                  </a:lnTo>
                  <a:lnTo>
                    <a:pt x="892721" y="191135"/>
                  </a:lnTo>
                  <a:lnTo>
                    <a:pt x="897064" y="167182"/>
                  </a:lnTo>
                  <a:lnTo>
                    <a:pt x="898525" y="141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9283" y="2391282"/>
              <a:ext cx="212598" cy="14465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02709" y="2499105"/>
              <a:ext cx="45085" cy="75565"/>
            </a:xfrm>
            <a:custGeom>
              <a:avLst/>
              <a:gdLst/>
              <a:ahLst/>
              <a:cxnLst/>
              <a:rect l="l" t="t" r="r" b="b"/>
              <a:pathLst>
                <a:path w="45085" h="75564">
                  <a:moveTo>
                    <a:pt x="42417" y="0"/>
                  </a:moveTo>
                  <a:lnTo>
                    <a:pt x="16382" y="0"/>
                  </a:lnTo>
                  <a:lnTo>
                    <a:pt x="17144" y="7238"/>
                  </a:lnTo>
                  <a:lnTo>
                    <a:pt x="17399" y="14731"/>
                  </a:lnTo>
                  <a:lnTo>
                    <a:pt x="17399" y="29591"/>
                  </a:lnTo>
                  <a:lnTo>
                    <a:pt x="17017" y="35687"/>
                  </a:lnTo>
                  <a:lnTo>
                    <a:pt x="0" y="66420"/>
                  </a:lnTo>
                  <a:lnTo>
                    <a:pt x="8127" y="75564"/>
                  </a:lnTo>
                  <a:lnTo>
                    <a:pt x="38607" y="45338"/>
                  </a:lnTo>
                  <a:lnTo>
                    <a:pt x="44576" y="27431"/>
                  </a:lnTo>
                  <a:lnTo>
                    <a:pt x="44576" y="13716"/>
                  </a:lnTo>
                  <a:lnTo>
                    <a:pt x="43814" y="6857"/>
                  </a:lnTo>
                  <a:lnTo>
                    <a:pt x="424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7169" y="2320797"/>
              <a:ext cx="135000" cy="215137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4416679" y="2405760"/>
            <a:ext cx="183515" cy="81915"/>
          </a:xfrm>
          <a:custGeom>
            <a:avLst/>
            <a:gdLst/>
            <a:ahLst/>
            <a:cxnLst/>
            <a:rect l="l" t="t" r="r" b="b"/>
            <a:pathLst>
              <a:path w="183514" h="81914">
                <a:moveTo>
                  <a:pt x="183388" y="61722"/>
                </a:moveTo>
                <a:lnTo>
                  <a:pt x="0" y="61722"/>
                </a:lnTo>
                <a:lnTo>
                  <a:pt x="0" y="81534"/>
                </a:lnTo>
                <a:lnTo>
                  <a:pt x="183388" y="81534"/>
                </a:lnTo>
                <a:lnTo>
                  <a:pt x="183388" y="61722"/>
                </a:lnTo>
                <a:close/>
              </a:path>
              <a:path w="183514" h="81914">
                <a:moveTo>
                  <a:pt x="183388" y="0"/>
                </a:moveTo>
                <a:lnTo>
                  <a:pt x="0" y="0"/>
                </a:lnTo>
                <a:lnTo>
                  <a:pt x="0" y="19812"/>
                </a:lnTo>
                <a:lnTo>
                  <a:pt x="183388" y="19812"/>
                </a:lnTo>
                <a:lnTo>
                  <a:pt x="183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99253" y="2438400"/>
            <a:ext cx="428625" cy="19050"/>
          </a:xfrm>
          <a:custGeom>
            <a:avLst/>
            <a:gdLst/>
            <a:ahLst/>
            <a:cxnLst/>
            <a:rect l="l" t="t" r="r" b="b"/>
            <a:pathLst>
              <a:path w="428625" h="19050">
                <a:moveTo>
                  <a:pt x="428625" y="0"/>
                </a:moveTo>
                <a:lnTo>
                  <a:pt x="0" y="0"/>
                </a:lnTo>
                <a:lnTo>
                  <a:pt x="0" y="19050"/>
                </a:lnTo>
                <a:lnTo>
                  <a:pt x="428625" y="19050"/>
                </a:lnTo>
                <a:lnTo>
                  <a:pt x="428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49621" y="2099436"/>
            <a:ext cx="118490" cy="205612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4718430" y="2528061"/>
            <a:ext cx="404495" cy="208279"/>
          </a:xfrm>
          <a:custGeom>
            <a:avLst/>
            <a:gdLst/>
            <a:ahLst/>
            <a:cxnLst/>
            <a:rect l="l" t="t" r="r" b="b"/>
            <a:pathLst>
              <a:path w="404495" h="208280">
                <a:moveTo>
                  <a:pt x="380890" y="78358"/>
                </a:moveTo>
                <a:lnTo>
                  <a:pt x="346710" y="78358"/>
                </a:lnTo>
                <a:lnTo>
                  <a:pt x="350866" y="79882"/>
                </a:lnTo>
                <a:lnTo>
                  <a:pt x="350615" y="79882"/>
                </a:lnTo>
                <a:lnTo>
                  <a:pt x="355092" y="85851"/>
                </a:lnTo>
                <a:lnTo>
                  <a:pt x="355656" y="88296"/>
                </a:lnTo>
                <a:lnTo>
                  <a:pt x="356235" y="90931"/>
                </a:lnTo>
                <a:lnTo>
                  <a:pt x="356153" y="101218"/>
                </a:lnTo>
                <a:lnTo>
                  <a:pt x="355832" y="104139"/>
                </a:lnTo>
                <a:lnTo>
                  <a:pt x="354330" y="113030"/>
                </a:lnTo>
                <a:lnTo>
                  <a:pt x="352806" y="119887"/>
                </a:lnTo>
                <a:lnTo>
                  <a:pt x="350393" y="129158"/>
                </a:lnTo>
                <a:lnTo>
                  <a:pt x="343789" y="154939"/>
                </a:lnTo>
                <a:lnTo>
                  <a:pt x="339087" y="190881"/>
                </a:lnTo>
                <a:lnTo>
                  <a:pt x="340868" y="196342"/>
                </a:lnTo>
                <a:lnTo>
                  <a:pt x="344678" y="201040"/>
                </a:lnTo>
                <a:lnTo>
                  <a:pt x="348724" y="205739"/>
                </a:lnTo>
                <a:lnTo>
                  <a:pt x="348904" y="205739"/>
                </a:lnTo>
                <a:lnTo>
                  <a:pt x="353822" y="207899"/>
                </a:lnTo>
                <a:lnTo>
                  <a:pt x="368300" y="207899"/>
                </a:lnTo>
                <a:lnTo>
                  <a:pt x="375539" y="205739"/>
                </a:lnTo>
                <a:lnTo>
                  <a:pt x="381889" y="201549"/>
                </a:lnTo>
                <a:lnTo>
                  <a:pt x="386863" y="197879"/>
                </a:lnTo>
                <a:lnTo>
                  <a:pt x="392255" y="193341"/>
                </a:lnTo>
                <a:lnTo>
                  <a:pt x="394887" y="190881"/>
                </a:lnTo>
                <a:lnTo>
                  <a:pt x="369189" y="190881"/>
                </a:lnTo>
                <a:lnTo>
                  <a:pt x="367157" y="189864"/>
                </a:lnTo>
                <a:lnTo>
                  <a:pt x="364617" y="186308"/>
                </a:lnTo>
                <a:lnTo>
                  <a:pt x="363982" y="183514"/>
                </a:lnTo>
                <a:lnTo>
                  <a:pt x="363982" y="175006"/>
                </a:lnTo>
                <a:lnTo>
                  <a:pt x="365252" y="167386"/>
                </a:lnTo>
                <a:lnTo>
                  <a:pt x="377571" y="117601"/>
                </a:lnTo>
                <a:lnTo>
                  <a:pt x="379477" y="109434"/>
                </a:lnTo>
                <a:lnTo>
                  <a:pt x="381889" y="81406"/>
                </a:lnTo>
                <a:lnTo>
                  <a:pt x="381140" y="79120"/>
                </a:lnTo>
                <a:lnTo>
                  <a:pt x="381015" y="78739"/>
                </a:lnTo>
                <a:lnTo>
                  <a:pt x="380890" y="78358"/>
                </a:lnTo>
                <a:close/>
              </a:path>
              <a:path w="404495" h="208280">
                <a:moveTo>
                  <a:pt x="219456" y="77850"/>
                </a:moveTo>
                <a:lnTo>
                  <a:pt x="191008" y="77850"/>
                </a:lnTo>
                <a:lnTo>
                  <a:pt x="193040" y="78739"/>
                </a:lnTo>
                <a:lnTo>
                  <a:pt x="195580" y="82295"/>
                </a:lnTo>
                <a:lnTo>
                  <a:pt x="196215" y="85217"/>
                </a:lnTo>
                <a:lnTo>
                  <a:pt x="196215" y="94361"/>
                </a:lnTo>
                <a:lnTo>
                  <a:pt x="195269" y="100456"/>
                </a:lnTo>
                <a:lnTo>
                  <a:pt x="195150" y="101218"/>
                </a:lnTo>
                <a:lnTo>
                  <a:pt x="195072" y="101726"/>
                </a:lnTo>
                <a:lnTo>
                  <a:pt x="191568" y="117093"/>
                </a:lnTo>
                <a:lnTo>
                  <a:pt x="171166" y="205739"/>
                </a:lnTo>
                <a:lnTo>
                  <a:pt x="196949" y="205739"/>
                </a:lnTo>
                <a:lnTo>
                  <a:pt x="211074" y="141096"/>
                </a:lnTo>
                <a:lnTo>
                  <a:pt x="226103" y="105029"/>
                </a:lnTo>
                <a:lnTo>
                  <a:pt x="226187" y="104901"/>
                </a:lnTo>
                <a:lnTo>
                  <a:pt x="229119" y="101218"/>
                </a:lnTo>
                <a:lnTo>
                  <a:pt x="218160" y="101218"/>
                </a:lnTo>
                <a:lnTo>
                  <a:pt x="216027" y="100456"/>
                </a:lnTo>
                <a:lnTo>
                  <a:pt x="218313" y="94361"/>
                </a:lnTo>
                <a:lnTo>
                  <a:pt x="219406" y="88773"/>
                </a:lnTo>
                <a:lnTo>
                  <a:pt x="219456" y="77850"/>
                </a:lnTo>
                <a:close/>
              </a:path>
              <a:path w="404495" h="208280">
                <a:moveTo>
                  <a:pt x="300375" y="78358"/>
                </a:moveTo>
                <a:lnTo>
                  <a:pt x="265303" y="78358"/>
                </a:lnTo>
                <a:lnTo>
                  <a:pt x="269597" y="79882"/>
                </a:lnTo>
                <a:lnTo>
                  <a:pt x="269345" y="79882"/>
                </a:lnTo>
                <a:lnTo>
                  <a:pt x="274320" y="85851"/>
                </a:lnTo>
                <a:lnTo>
                  <a:pt x="275590" y="90931"/>
                </a:lnTo>
                <a:lnTo>
                  <a:pt x="275485" y="102266"/>
                </a:lnTo>
                <a:lnTo>
                  <a:pt x="270129" y="129920"/>
                </a:lnTo>
                <a:lnTo>
                  <a:pt x="253082" y="205739"/>
                </a:lnTo>
                <a:lnTo>
                  <a:pt x="278738" y="205739"/>
                </a:lnTo>
                <a:lnTo>
                  <a:pt x="292354" y="140462"/>
                </a:lnTo>
                <a:lnTo>
                  <a:pt x="294386" y="131318"/>
                </a:lnTo>
                <a:lnTo>
                  <a:pt x="296926" y="123443"/>
                </a:lnTo>
                <a:lnTo>
                  <a:pt x="300355" y="117093"/>
                </a:lnTo>
                <a:lnTo>
                  <a:pt x="303657" y="110617"/>
                </a:lnTo>
                <a:lnTo>
                  <a:pt x="307975" y="104139"/>
                </a:lnTo>
                <a:lnTo>
                  <a:pt x="313782" y="96774"/>
                </a:lnTo>
                <a:lnTo>
                  <a:pt x="301371" y="96774"/>
                </a:lnTo>
                <a:lnTo>
                  <a:pt x="301483" y="96099"/>
                </a:lnTo>
                <a:lnTo>
                  <a:pt x="301606" y="84200"/>
                </a:lnTo>
                <a:lnTo>
                  <a:pt x="301623" y="82295"/>
                </a:lnTo>
                <a:lnTo>
                  <a:pt x="301375" y="81406"/>
                </a:lnTo>
                <a:lnTo>
                  <a:pt x="300625" y="79120"/>
                </a:lnTo>
                <a:lnTo>
                  <a:pt x="300500" y="78739"/>
                </a:lnTo>
                <a:lnTo>
                  <a:pt x="300375" y="78358"/>
                </a:lnTo>
                <a:close/>
              </a:path>
              <a:path w="404495" h="208280">
                <a:moveTo>
                  <a:pt x="395732" y="173227"/>
                </a:moveTo>
                <a:lnTo>
                  <a:pt x="374904" y="190881"/>
                </a:lnTo>
                <a:lnTo>
                  <a:pt x="394887" y="190881"/>
                </a:lnTo>
                <a:lnTo>
                  <a:pt x="398051" y="187922"/>
                </a:lnTo>
                <a:lnTo>
                  <a:pt x="404241" y="181610"/>
                </a:lnTo>
                <a:lnTo>
                  <a:pt x="395732" y="173227"/>
                </a:lnTo>
                <a:close/>
              </a:path>
              <a:path w="404495" h="208280">
                <a:moveTo>
                  <a:pt x="281940" y="60832"/>
                </a:moveTo>
                <a:lnTo>
                  <a:pt x="272415" y="60832"/>
                </a:lnTo>
                <a:lnTo>
                  <a:pt x="265485" y="61452"/>
                </a:lnTo>
                <a:lnTo>
                  <a:pt x="231441" y="83296"/>
                </a:lnTo>
                <a:lnTo>
                  <a:pt x="217714" y="101218"/>
                </a:lnTo>
                <a:lnTo>
                  <a:pt x="229119" y="101218"/>
                </a:lnTo>
                <a:lnTo>
                  <a:pt x="237109" y="91186"/>
                </a:lnTo>
                <a:lnTo>
                  <a:pt x="242189" y="86106"/>
                </a:lnTo>
                <a:lnTo>
                  <a:pt x="247015" y="82931"/>
                </a:lnTo>
                <a:lnTo>
                  <a:pt x="251841" y="79882"/>
                </a:lnTo>
                <a:lnTo>
                  <a:pt x="256159" y="78358"/>
                </a:lnTo>
                <a:lnTo>
                  <a:pt x="300375" y="78358"/>
                </a:lnTo>
                <a:lnTo>
                  <a:pt x="299199" y="74771"/>
                </a:lnTo>
                <a:lnTo>
                  <a:pt x="299085" y="74421"/>
                </a:lnTo>
                <a:lnTo>
                  <a:pt x="294132" y="68961"/>
                </a:lnTo>
                <a:lnTo>
                  <a:pt x="289179" y="63626"/>
                </a:lnTo>
                <a:lnTo>
                  <a:pt x="281940" y="60832"/>
                </a:lnTo>
                <a:close/>
              </a:path>
              <a:path w="404495" h="208280">
                <a:moveTo>
                  <a:pt x="362458" y="60832"/>
                </a:moveTo>
                <a:lnTo>
                  <a:pt x="353314" y="60832"/>
                </a:lnTo>
                <a:lnTo>
                  <a:pt x="345966" y="61452"/>
                </a:lnTo>
                <a:lnTo>
                  <a:pt x="346375" y="61452"/>
                </a:lnTo>
                <a:lnTo>
                  <a:pt x="339915" y="63087"/>
                </a:lnTo>
                <a:lnTo>
                  <a:pt x="307824" y="88296"/>
                </a:lnTo>
                <a:lnTo>
                  <a:pt x="301371" y="96774"/>
                </a:lnTo>
                <a:lnTo>
                  <a:pt x="313782" y="96774"/>
                </a:lnTo>
                <a:lnTo>
                  <a:pt x="318389" y="90931"/>
                </a:lnTo>
                <a:lnTo>
                  <a:pt x="323469" y="86106"/>
                </a:lnTo>
                <a:lnTo>
                  <a:pt x="328168" y="82931"/>
                </a:lnTo>
                <a:lnTo>
                  <a:pt x="332994" y="79882"/>
                </a:lnTo>
                <a:lnTo>
                  <a:pt x="337439" y="78358"/>
                </a:lnTo>
                <a:lnTo>
                  <a:pt x="380890" y="78358"/>
                </a:lnTo>
                <a:lnTo>
                  <a:pt x="379715" y="74771"/>
                </a:lnTo>
                <a:lnTo>
                  <a:pt x="379600" y="74421"/>
                </a:lnTo>
                <a:lnTo>
                  <a:pt x="379476" y="74040"/>
                </a:lnTo>
                <a:lnTo>
                  <a:pt x="374643" y="68961"/>
                </a:lnTo>
                <a:lnTo>
                  <a:pt x="369687" y="63626"/>
                </a:lnTo>
                <a:lnTo>
                  <a:pt x="369908" y="63626"/>
                </a:lnTo>
                <a:lnTo>
                  <a:pt x="362458" y="60832"/>
                </a:lnTo>
                <a:close/>
              </a:path>
              <a:path w="404495" h="208280">
                <a:moveTo>
                  <a:pt x="205769" y="60832"/>
                </a:moveTo>
                <a:lnTo>
                  <a:pt x="191232" y="60832"/>
                </a:lnTo>
                <a:lnTo>
                  <a:pt x="184658" y="62864"/>
                </a:lnTo>
                <a:lnTo>
                  <a:pt x="155829" y="87121"/>
                </a:lnTo>
                <a:lnTo>
                  <a:pt x="164338" y="95376"/>
                </a:lnTo>
                <a:lnTo>
                  <a:pt x="170307" y="88773"/>
                </a:lnTo>
                <a:lnTo>
                  <a:pt x="175006" y="84200"/>
                </a:lnTo>
                <a:lnTo>
                  <a:pt x="181864" y="79120"/>
                </a:lnTo>
                <a:lnTo>
                  <a:pt x="185039" y="77850"/>
                </a:lnTo>
                <a:lnTo>
                  <a:pt x="219456" y="77850"/>
                </a:lnTo>
                <a:lnTo>
                  <a:pt x="219456" y="76454"/>
                </a:lnTo>
                <a:lnTo>
                  <a:pt x="217551" y="70993"/>
                </a:lnTo>
                <a:lnTo>
                  <a:pt x="214106" y="67056"/>
                </a:lnTo>
                <a:lnTo>
                  <a:pt x="210312" y="62864"/>
                </a:lnTo>
                <a:lnTo>
                  <a:pt x="205769" y="60832"/>
                </a:lnTo>
                <a:close/>
              </a:path>
              <a:path w="404495" h="208280">
                <a:moveTo>
                  <a:pt x="109621" y="13715"/>
                </a:moveTo>
                <a:lnTo>
                  <a:pt x="67437" y="13715"/>
                </a:lnTo>
                <a:lnTo>
                  <a:pt x="73660" y="15367"/>
                </a:lnTo>
                <a:lnTo>
                  <a:pt x="83439" y="21843"/>
                </a:lnTo>
                <a:lnTo>
                  <a:pt x="87122" y="26415"/>
                </a:lnTo>
                <a:lnTo>
                  <a:pt x="89535" y="32131"/>
                </a:lnTo>
                <a:lnTo>
                  <a:pt x="91821" y="37845"/>
                </a:lnTo>
                <a:lnTo>
                  <a:pt x="93091" y="44323"/>
                </a:lnTo>
                <a:lnTo>
                  <a:pt x="92967" y="57404"/>
                </a:lnTo>
                <a:lnTo>
                  <a:pt x="85344" y="80518"/>
                </a:lnTo>
                <a:lnTo>
                  <a:pt x="82677" y="85725"/>
                </a:lnTo>
                <a:lnTo>
                  <a:pt x="56183" y="118935"/>
                </a:lnTo>
                <a:lnTo>
                  <a:pt x="48133" y="127888"/>
                </a:lnTo>
                <a:lnTo>
                  <a:pt x="38703" y="138580"/>
                </a:lnTo>
                <a:lnTo>
                  <a:pt x="12063" y="174625"/>
                </a:lnTo>
                <a:lnTo>
                  <a:pt x="0" y="198374"/>
                </a:lnTo>
                <a:lnTo>
                  <a:pt x="0" y="205612"/>
                </a:lnTo>
                <a:lnTo>
                  <a:pt x="122555" y="205612"/>
                </a:lnTo>
                <a:lnTo>
                  <a:pt x="123899" y="182562"/>
                </a:lnTo>
                <a:lnTo>
                  <a:pt x="123947" y="181737"/>
                </a:lnTo>
                <a:lnTo>
                  <a:pt x="29210" y="181737"/>
                </a:lnTo>
                <a:lnTo>
                  <a:pt x="36764" y="170180"/>
                </a:lnTo>
                <a:lnTo>
                  <a:pt x="46259" y="157543"/>
                </a:lnTo>
                <a:lnTo>
                  <a:pt x="57570" y="144018"/>
                </a:lnTo>
                <a:lnTo>
                  <a:pt x="70739" y="129539"/>
                </a:lnTo>
                <a:lnTo>
                  <a:pt x="85026" y="114204"/>
                </a:lnTo>
                <a:lnTo>
                  <a:pt x="90312" y="108465"/>
                </a:lnTo>
                <a:lnTo>
                  <a:pt x="115951" y="74930"/>
                </a:lnTo>
                <a:lnTo>
                  <a:pt x="120777" y="61849"/>
                </a:lnTo>
                <a:lnTo>
                  <a:pt x="121920" y="57404"/>
                </a:lnTo>
                <a:lnTo>
                  <a:pt x="122428" y="52577"/>
                </a:lnTo>
                <a:lnTo>
                  <a:pt x="122428" y="47370"/>
                </a:lnTo>
                <a:lnTo>
                  <a:pt x="121653" y="37845"/>
                </a:lnTo>
                <a:lnTo>
                  <a:pt x="121544" y="36516"/>
                </a:lnTo>
                <a:lnTo>
                  <a:pt x="118887" y="27019"/>
                </a:lnTo>
                <a:lnTo>
                  <a:pt x="114444" y="18903"/>
                </a:lnTo>
                <a:lnTo>
                  <a:pt x="109621" y="13715"/>
                </a:lnTo>
                <a:close/>
              </a:path>
              <a:path w="404495" h="208280">
                <a:moveTo>
                  <a:pt x="125095" y="162051"/>
                </a:moveTo>
                <a:lnTo>
                  <a:pt x="112395" y="162051"/>
                </a:lnTo>
                <a:lnTo>
                  <a:pt x="110994" y="166369"/>
                </a:lnTo>
                <a:lnTo>
                  <a:pt x="110871" y="166750"/>
                </a:lnTo>
                <a:lnTo>
                  <a:pt x="109474" y="170180"/>
                </a:lnTo>
                <a:lnTo>
                  <a:pt x="90170" y="181737"/>
                </a:lnTo>
                <a:lnTo>
                  <a:pt x="123947" y="181737"/>
                </a:lnTo>
                <a:lnTo>
                  <a:pt x="125095" y="162051"/>
                </a:lnTo>
                <a:close/>
              </a:path>
              <a:path w="404495" h="208280">
                <a:moveTo>
                  <a:pt x="66421" y="0"/>
                </a:moveTo>
                <a:lnTo>
                  <a:pt x="21971" y="8778"/>
                </a:lnTo>
                <a:lnTo>
                  <a:pt x="4572" y="16129"/>
                </a:lnTo>
                <a:lnTo>
                  <a:pt x="4572" y="44704"/>
                </a:lnTo>
                <a:lnTo>
                  <a:pt x="22479" y="44704"/>
                </a:lnTo>
                <a:lnTo>
                  <a:pt x="28477" y="31128"/>
                </a:lnTo>
                <a:lnTo>
                  <a:pt x="36750" y="21447"/>
                </a:lnTo>
                <a:lnTo>
                  <a:pt x="47285" y="15646"/>
                </a:lnTo>
                <a:lnTo>
                  <a:pt x="60071" y="13715"/>
                </a:lnTo>
                <a:lnTo>
                  <a:pt x="109621" y="13715"/>
                </a:lnTo>
                <a:lnTo>
                  <a:pt x="108204" y="12192"/>
                </a:lnTo>
                <a:lnTo>
                  <a:pt x="100300" y="6858"/>
                </a:lnTo>
                <a:lnTo>
                  <a:pt x="90693" y="3048"/>
                </a:lnTo>
                <a:lnTo>
                  <a:pt x="79396" y="762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5188965" y="2165095"/>
            <a:ext cx="374015" cy="761365"/>
            <a:chOff x="5188965" y="2165095"/>
            <a:chExt cx="374015" cy="761365"/>
          </a:xfrm>
        </p:grpSpPr>
        <p:sp>
          <p:nvSpPr>
            <p:cNvPr id="19" name="object 19"/>
            <p:cNvSpPr/>
            <p:nvPr/>
          </p:nvSpPr>
          <p:spPr>
            <a:xfrm>
              <a:off x="5188966" y="2165095"/>
              <a:ext cx="374015" cy="761365"/>
            </a:xfrm>
            <a:custGeom>
              <a:avLst/>
              <a:gdLst/>
              <a:ahLst/>
              <a:cxnLst/>
              <a:rect l="l" t="t" r="r" b="b"/>
              <a:pathLst>
                <a:path w="374014" h="761364">
                  <a:moveTo>
                    <a:pt x="72136" y="607822"/>
                  </a:moveTo>
                  <a:lnTo>
                    <a:pt x="50800" y="607822"/>
                  </a:lnTo>
                  <a:lnTo>
                    <a:pt x="45720" y="630809"/>
                  </a:lnTo>
                  <a:lnTo>
                    <a:pt x="66929" y="630809"/>
                  </a:lnTo>
                  <a:lnTo>
                    <a:pt x="72136" y="607822"/>
                  </a:lnTo>
                  <a:close/>
                </a:path>
                <a:path w="374014" h="761364">
                  <a:moveTo>
                    <a:pt x="76200" y="740410"/>
                  </a:moveTo>
                  <a:lnTo>
                    <a:pt x="68961" y="733298"/>
                  </a:lnTo>
                  <a:lnTo>
                    <a:pt x="66802" y="735711"/>
                  </a:lnTo>
                  <a:lnTo>
                    <a:pt x="64897" y="737743"/>
                  </a:lnTo>
                  <a:lnTo>
                    <a:pt x="59817" y="742442"/>
                  </a:lnTo>
                  <a:lnTo>
                    <a:pt x="58127" y="743585"/>
                  </a:lnTo>
                  <a:lnTo>
                    <a:pt x="56896" y="744601"/>
                  </a:lnTo>
                  <a:lnTo>
                    <a:pt x="55499" y="745363"/>
                  </a:lnTo>
                  <a:lnTo>
                    <a:pt x="52959" y="746379"/>
                  </a:lnTo>
                  <a:lnTo>
                    <a:pt x="51562" y="746633"/>
                  </a:lnTo>
                  <a:lnTo>
                    <a:pt x="48133" y="746633"/>
                  </a:lnTo>
                  <a:lnTo>
                    <a:pt x="46482" y="745998"/>
                  </a:lnTo>
                  <a:lnTo>
                    <a:pt x="45339" y="744855"/>
                  </a:lnTo>
                  <a:lnTo>
                    <a:pt x="44196" y="743585"/>
                  </a:lnTo>
                  <a:lnTo>
                    <a:pt x="43688" y="741680"/>
                  </a:lnTo>
                  <a:lnTo>
                    <a:pt x="43688" y="736854"/>
                  </a:lnTo>
                  <a:lnTo>
                    <a:pt x="46355" y="722122"/>
                  </a:lnTo>
                  <a:lnTo>
                    <a:pt x="62230" y="650875"/>
                  </a:lnTo>
                  <a:lnTo>
                    <a:pt x="57023" y="650875"/>
                  </a:lnTo>
                  <a:lnTo>
                    <a:pt x="25908" y="652018"/>
                  </a:lnTo>
                  <a:lnTo>
                    <a:pt x="24612" y="659511"/>
                  </a:lnTo>
                  <a:lnTo>
                    <a:pt x="29337" y="659511"/>
                  </a:lnTo>
                  <a:lnTo>
                    <a:pt x="32512" y="660146"/>
                  </a:lnTo>
                  <a:lnTo>
                    <a:pt x="34290" y="661416"/>
                  </a:lnTo>
                  <a:lnTo>
                    <a:pt x="36195" y="662686"/>
                  </a:lnTo>
                  <a:lnTo>
                    <a:pt x="37084" y="664718"/>
                  </a:lnTo>
                  <a:lnTo>
                    <a:pt x="37084" y="670687"/>
                  </a:lnTo>
                  <a:lnTo>
                    <a:pt x="36703" y="673989"/>
                  </a:lnTo>
                  <a:lnTo>
                    <a:pt x="36068" y="677799"/>
                  </a:lnTo>
                  <a:lnTo>
                    <a:pt x="35306" y="681863"/>
                  </a:lnTo>
                  <a:lnTo>
                    <a:pt x="34417" y="685927"/>
                  </a:lnTo>
                  <a:lnTo>
                    <a:pt x="33528" y="690245"/>
                  </a:lnTo>
                  <a:lnTo>
                    <a:pt x="32512" y="694563"/>
                  </a:lnTo>
                  <a:lnTo>
                    <a:pt x="30480" y="703453"/>
                  </a:lnTo>
                  <a:lnTo>
                    <a:pt x="29337" y="708025"/>
                  </a:lnTo>
                  <a:lnTo>
                    <a:pt x="28321" y="712470"/>
                  </a:lnTo>
                  <a:lnTo>
                    <a:pt x="27305" y="716788"/>
                  </a:lnTo>
                  <a:lnTo>
                    <a:pt x="26416" y="720852"/>
                  </a:lnTo>
                  <a:lnTo>
                    <a:pt x="24765" y="728726"/>
                  </a:lnTo>
                  <a:lnTo>
                    <a:pt x="24257" y="732282"/>
                  </a:lnTo>
                  <a:lnTo>
                    <a:pt x="23622" y="735711"/>
                  </a:lnTo>
                  <a:lnTo>
                    <a:pt x="23749" y="746633"/>
                  </a:lnTo>
                  <a:lnTo>
                    <a:pt x="25527" y="751459"/>
                  </a:lnTo>
                  <a:lnTo>
                    <a:pt x="26670" y="753618"/>
                  </a:lnTo>
                  <a:lnTo>
                    <a:pt x="28321" y="755269"/>
                  </a:lnTo>
                  <a:lnTo>
                    <a:pt x="29845" y="757047"/>
                  </a:lnTo>
                  <a:lnTo>
                    <a:pt x="31750" y="758444"/>
                  </a:lnTo>
                  <a:lnTo>
                    <a:pt x="36334" y="760603"/>
                  </a:lnTo>
                  <a:lnTo>
                    <a:pt x="36664" y="760603"/>
                  </a:lnTo>
                  <a:lnTo>
                    <a:pt x="38481" y="760984"/>
                  </a:lnTo>
                  <a:lnTo>
                    <a:pt x="44196" y="760984"/>
                  </a:lnTo>
                  <a:lnTo>
                    <a:pt x="46863" y="760603"/>
                  </a:lnTo>
                  <a:lnTo>
                    <a:pt x="49530" y="759841"/>
                  </a:lnTo>
                  <a:lnTo>
                    <a:pt x="52070" y="759206"/>
                  </a:lnTo>
                  <a:lnTo>
                    <a:pt x="54737" y="757936"/>
                  </a:lnTo>
                  <a:lnTo>
                    <a:pt x="57531" y="756285"/>
                  </a:lnTo>
                  <a:lnTo>
                    <a:pt x="60198" y="754761"/>
                  </a:lnTo>
                  <a:lnTo>
                    <a:pt x="63119" y="752602"/>
                  </a:lnTo>
                  <a:lnTo>
                    <a:pt x="69088" y="747395"/>
                  </a:lnTo>
                  <a:lnTo>
                    <a:pt x="69900" y="746633"/>
                  </a:lnTo>
                  <a:lnTo>
                    <a:pt x="72517" y="744220"/>
                  </a:lnTo>
                  <a:lnTo>
                    <a:pt x="76200" y="740410"/>
                  </a:lnTo>
                  <a:close/>
                </a:path>
                <a:path w="374014" h="761364">
                  <a:moveTo>
                    <a:pt x="232664" y="711581"/>
                  </a:moveTo>
                  <a:lnTo>
                    <a:pt x="109474" y="711581"/>
                  </a:lnTo>
                  <a:lnTo>
                    <a:pt x="109474" y="727837"/>
                  </a:lnTo>
                  <a:lnTo>
                    <a:pt x="232664" y="727837"/>
                  </a:lnTo>
                  <a:lnTo>
                    <a:pt x="232664" y="711581"/>
                  </a:lnTo>
                  <a:close/>
                </a:path>
                <a:path w="374014" h="761364">
                  <a:moveTo>
                    <a:pt x="232664" y="664972"/>
                  </a:moveTo>
                  <a:lnTo>
                    <a:pt x="109474" y="664972"/>
                  </a:lnTo>
                  <a:lnTo>
                    <a:pt x="109474" y="681355"/>
                  </a:lnTo>
                  <a:lnTo>
                    <a:pt x="232664" y="681355"/>
                  </a:lnTo>
                  <a:lnTo>
                    <a:pt x="232664" y="664972"/>
                  </a:lnTo>
                  <a:close/>
                </a:path>
                <a:path w="374014" h="761364">
                  <a:moveTo>
                    <a:pt x="373507" y="472821"/>
                  </a:moveTo>
                  <a:lnTo>
                    <a:pt x="351536" y="472821"/>
                  </a:lnTo>
                  <a:lnTo>
                    <a:pt x="348056" y="491909"/>
                  </a:lnTo>
                  <a:lnTo>
                    <a:pt x="344297" y="507225"/>
                  </a:lnTo>
                  <a:lnTo>
                    <a:pt x="317690" y="537997"/>
                  </a:lnTo>
                  <a:lnTo>
                    <a:pt x="309626" y="538734"/>
                  </a:lnTo>
                  <a:lnTo>
                    <a:pt x="51435" y="538734"/>
                  </a:lnTo>
                  <a:lnTo>
                    <a:pt x="243205" y="278638"/>
                  </a:lnTo>
                  <a:lnTo>
                    <a:pt x="243205" y="260604"/>
                  </a:lnTo>
                  <a:lnTo>
                    <a:pt x="65532" y="19431"/>
                  </a:lnTo>
                  <a:lnTo>
                    <a:pt x="300482" y="19431"/>
                  </a:lnTo>
                  <a:lnTo>
                    <a:pt x="336765" y="48031"/>
                  </a:lnTo>
                  <a:lnTo>
                    <a:pt x="345821" y="88138"/>
                  </a:lnTo>
                  <a:lnTo>
                    <a:pt x="365506" y="88138"/>
                  </a:lnTo>
                  <a:lnTo>
                    <a:pt x="365506" y="0"/>
                  </a:lnTo>
                  <a:lnTo>
                    <a:pt x="6096" y="0"/>
                  </a:lnTo>
                  <a:lnTo>
                    <a:pt x="6096" y="14097"/>
                  </a:lnTo>
                  <a:lnTo>
                    <a:pt x="208407" y="284607"/>
                  </a:lnTo>
                  <a:lnTo>
                    <a:pt x="0" y="567182"/>
                  </a:lnTo>
                  <a:lnTo>
                    <a:pt x="0" y="581914"/>
                  </a:lnTo>
                  <a:lnTo>
                    <a:pt x="365887" y="581914"/>
                  </a:lnTo>
                  <a:lnTo>
                    <a:pt x="373507" y="4728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61761" y="2786379"/>
              <a:ext cx="90804" cy="137794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84723" y="1967229"/>
            <a:ext cx="196596" cy="111125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5611876" y="2318511"/>
            <a:ext cx="576580" cy="311785"/>
            <a:chOff x="5611876" y="2318511"/>
            <a:chExt cx="576580" cy="311785"/>
          </a:xfrm>
        </p:grpSpPr>
        <p:sp>
          <p:nvSpPr>
            <p:cNvPr id="23" name="object 23"/>
            <p:cNvSpPr/>
            <p:nvPr/>
          </p:nvSpPr>
          <p:spPr>
            <a:xfrm>
              <a:off x="5611876" y="2318511"/>
              <a:ext cx="272415" cy="282575"/>
            </a:xfrm>
            <a:custGeom>
              <a:avLst/>
              <a:gdLst/>
              <a:ahLst/>
              <a:cxnLst/>
              <a:rect l="l" t="t" r="r" b="b"/>
              <a:pathLst>
                <a:path w="272414" h="282575">
                  <a:moveTo>
                    <a:pt x="94107" y="11430"/>
                  </a:moveTo>
                  <a:lnTo>
                    <a:pt x="90043" y="0"/>
                  </a:lnTo>
                  <a:lnTo>
                    <a:pt x="69583" y="7391"/>
                  </a:lnTo>
                  <a:lnTo>
                    <a:pt x="51650" y="18097"/>
                  </a:lnTo>
                  <a:lnTo>
                    <a:pt x="23368" y="49530"/>
                  </a:lnTo>
                  <a:lnTo>
                    <a:pt x="5816" y="91427"/>
                  </a:lnTo>
                  <a:lnTo>
                    <a:pt x="0" y="141224"/>
                  </a:lnTo>
                  <a:lnTo>
                    <a:pt x="1447" y="167182"/>
                  </a:lnTo>
                  <a:lnTo>
                    <a:pt x="13068" y="213093"/>
                  </a:lnTo>
                  <a:lnTo>
                    <a:pt x="36118" y="250342"/>
                  </a:lnTo>
                  <a:lnTo>
                    <a:pt x="69507" y="274967"/>
                  </a:lnTo>
                  <a:lnTo>
                    <a:pt x="90043" y="282321"/>
                  </a:lnTo>
                  <a:lnTo>
                    <a:pt x="93599" y="270891"/>
                  </a:lnTo>
                  <a:lnTo>
                    <a:pt x="77546" y="263779"/>
                  </a:lnTo>
                  <a:lnTo>
                    <a:pt x="63690" y="253860"/>
                  </a:lnTo>
                  <a:lnTo>
                    <a:pt x="35204" y="207606"/>
                  </a:lnTo>
                  <a:lnTo>
                    <a:pt x="26822" y="164693"/>
                  </a:lnTo>
                  <a:lnTo>
                    <a:pt x="25781" y="139827"/>
                  </a:lnTo>
                  <a:lnTo>
                    <a:pt x="26822" y="115735"/>
                  </a:lnTo>
                  <a:lnTo>
                    <a:pt x="35204" y="73926"/>
                  </a:lnTo>
                  <a:lnTo>
                    <a:pt x="63792" y="28422"/>
                  </a:lnTo>
                  <a:lnTo>
                    <a:pt x="77812" y="18580"/>
                  </a:lnTo>
                  <a:lnTo>
                    <a:pt x="94107" y="11430"/>
                  </a:lnTo>
                  <a:close/>
                </a:path>
                <a:path w="272414" h="282575">
                  <a:moveTo>
                    <a:pt x="271907" y="3683"/>
                  </a:moveTo>
                  <a:lnTo>
                    <a:pt x="264922" y="2159"/>
                  </a:lnTo>
                  <a:lnTo>
                    <a:pt x="256540" y="1397"/>
                  </a:lnTo>
                  <a:lnTo>
                    <a:pt x="246761" y="1397"/>
                  </a:lnTo>
                  <a:lnTo>
                    <a:pt x="204851" y="14859"/>
                  </a:lnTo>
                  <a:lnTo>
                    <a:pt x="180594" y="55118"/>
                  </a:lnTo>
                  <a:lnTo>
                    <a:pt x="178816" y="61087"/>
                  </a:lnTo>
                  <a:lnTo>
                    <a:pt x="177292" y="65151"/>
                  </a:lnTo>
                  <a:lnTo>
                    <a:pt x="150749" y="77597"/>
                  </a:lnTo>
                  <a:lnTo>
                    <a:pt x="148590" y="87884"/>
                  </a:lnTo>
                  <a:lnTo>
                    <a:pt x="173736" y="87884"/>
                  </a:lnTo>
                  <a:lnTo>
                    <a:pt x="139446" y="239395"/>
                  </a:lnTo>
                  <a:lnTo>
                    <a:pt x="118364" y="268224"/>
                  </a:lnTo>
                  <a:lnTo>
                    <a:pt x="107823" y="268097"/>
                  </a:lnTo>
                  <a:lnTo>
                    <a:pt x="106934" y="267716"/>
                  </a:lnTo>
                  <a:lnTo>
                    <a:pt x="104394" y="280924"/>
                  </a:lnTo>
                  <a:lnTo>
                    <a:pt x="109982" y="281559"/>
                  </a:lnTo>
                  <a:lnTo>
                    <a:pt x="114173" y="281559"/>
                  </a:lnTo>
                  <a:lnTo>
                    <a:pt x="149733" y="265811"/>
                  </a:lnTo>
                  <a:lnTo>
                    <a:pt x="170688" y="217551"/>
                  </a:lnTo>
                  <a:lnTo>
                    <a:pt x="198374" y="87884"/>
                  </a:lnTo>
                  <a:lnTo>
                    <a:pt x="236855" y="87884"/>
                  </a:lnTo>
                  <a:lnTo>
                    <a:pt x="240030" y="72771"/>
                  </a:lnTo>
                  <a:lnTo>
                    <a:pt x="201803" y="72771"/>
                  </a:lnTo>
                  <a:lnTo>
                    <a:pt x="207391" y="49110"/>
                  </a:lnTo>
                  <a:lnTo>
                    <a:pt x="227203" y="14732"/>
                  </a:lnTo>
                  <a:lnTo>
                    <a:pt x="232029" y="13081"/>
                  </a:lnTo>
                  <a:lnTo>
                    <a:pt x="242062" y="13081"/>
                  </a:lnTo>
                  <a:lnTo>
                    <a:pt x="245364" y="14351"/>
                  </a:lnTo>
                  <a:lnTo>
                    <a:pt x="249809" y="19304"/>
                  </a:lnTo>
                  <a:lnTo>
                    <a:pt x="251587" y="23368"/>
                  </a:lnTo>
                  <a:lnTo>
                    <a:pt x="252984" y="29083"/>
                  </a:lnTo>
                  <a:lnTo>
                    <a:pt x="266065" y="29083"/>
                  </a:lnTo>
                  <a:lnTo>
                    <a:pt x="271907" y="36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48731" y="2493263"/>
              <a:ext cx="209042" cy="1365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83300" y="2454274"/>
              <a:ext cx="105024" cy="147955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6250051" y="2255139"/>
            <a:ext cx="683895" cy="375920"/>
            <a:chOff x="6250051" y="2255139"/>
            <a:chExt cx="683895" cy="375920"/>
          </a:xfrm>
        </p:grpSpPr>
        <p:sp>
          <p:nvSpPr>
            <p:cNvPr id="27" name="object 27"/>
            <p:cNvSpPr/>
            <p:nvPr/>
          </p:nvSpPr>
          <p:spPr>
            <a:xfrm>
              <a:off x="6250051" y="2262378"/>
              <a:ext cx="683895" cy="368300"/>
            </a:xfrm>
            <a:custGeom>
              <a:avLst/>
              <a:gdLst/>
              <a:ahLst/>
              <a:cxnLst/>
              <a:rect l="l" t="t" r="r" b="b"/>
              <a:pathLst>
                <a:path w="683895" h="368300">
                  <a:moveTo>
                    <a:pt x="586740" y="0"/>
                  </a:moveTo>
                  <a:lnTo>
                    <a:pt x="582929" y="12192"/>
                  </a:lnTo>
                  <a:lnTo>
                    <a:pt x="599856" y="21028"/>
                  </a:lnTo>
                  <a:lnTo>
                    <a:pt x="614616" y="33829"/>
                  </a:lnTo>
                  <a:lnTo>
                    <a:pt x="637540" y="71374"/>
                  </a:lnTo>
                  <a:lnTo>
                    <a:pt x="651430" y="122348"/>
                  </a:lnTo>
                  <a:lnTo>
                    <a:pt x="656077" y="184150"/>
                  </a:lnTo>
                  <a:lnTo>
                    <a:pt x="654917" y="216542"/>
                  </a:lnTo>
                  <a:lnTo>
                    <a:pt x="645634" y="272930"/>
                  </a:lnTo>
                  <a:lnTo>
                    <a:pt x="627185" y="317799"/>
                  </a:lnTo>
                  <a:lnTo>
                    <a:pt x="599856" y="347291"/>
                  </a:lnTo>
                  <a:lnTo>
                    <a:pt x="582929" y="356108"/>
                  </a:lnTo>
                  <a:lnTo>
                    <a:pt x="586740" y="368300"/>
                  </a:lnTo>
                  <a:lnTo>
                    <a:pt x="627776" y="346392"/>
                  </a:lnTo>
                  <a:lnTo>
                    <a:pt x="658241" y="305054"/>
                  </a:lnTo>
                  <a:lnTo>
                    <a:pt x="677100" y="249269"/>
                  </a:lnTo>
                  <a:lnTo>
                    <a:pt x="683381" y="184277"/>
                  </a:lnTo>
                  <a:lnTo>
                    <a:pt x="681885" y="151937"/>
                  </a:lnTo>
                  <a:lnTo>
                    <a:pt x="669242" y="89959"/>
                  </a:lnTo>
                  <a:lnTo>
                    <a:pt x="644336" y="40147"/>
                  </a:lnTo>
                  <a:lnTo>
                    <a:pt x="608574" y="8524"/>
                  </a:lnTo>
                  <a:lnTo>
                    <a:pt x="586740" y="0"/>
                  </a:lnTo>
                  <a:close/>
                </a:path>
                <a:path w="683895" h="368300">
                  <a:moveTo>
                    <a:pt x="96774" y="0"/>
                  </a:moveTo>
                  <a:lnTo>
                    <a:pt x="55625" y="21907"/>
                  </a:lnTo>
                  <a:lnTo>
                    <a:pt x="25146" y="63246"/>
                  </a:lnTo>
                  <a:lnTo>
                    <a:pt x="6286" y="119030"/>
                  </a:lnTo>
                  <a:lnTo>
                    <a:pt x="0" y="184150"/>
                  </a:lnTo>
                  <a:lnTo>
                    <a:pt x="1510" y="216542"/>
                  </a:lnTo>
                  <a:lnTo>
                    <a:pt x="1571" y="217864"/>
                  </a:lnTo>
                  <a:lnTo>
                    <a:pt x="14144" y="278340"/>
                  </a:lnTo>
                  <a:lnTo>
                    <a:pt x="39052" y="328152"/>
                  </a:lnTo>
                  <a:lnTo>
                    <a:pt x="74866" y="359775"/>
                  </a:lnTo>
                  <a:lnTo>
                    <a:pt x="96774" y="368300"/>
                  </a:lnTo>
                  <a:lnTo>
                    <a:pt x="100457" y="356108"/>
                  </a:lnTo>
                  <a:lnTo>
                    <a:pt x="83550" y="347291"/>
                  </a:lnTo>
                  <a:lnTo>
                    <a:pt x="68834" y="334533"/>
                  </a:lnTo>
                  <a:lnTo>
                    <a:pt x="45974" y="297053"/>
                  </a:lnTo>
                  <a:lnTo>
                    <a:pt x="32035" y="246094"/>
                  </a:lnTo>
                  <a:lnTo>
                    <a:pt x="27432" y="184277"/>
                  </a:lnTo>
                  <a:lnTo>
                    <a:pt x="28578" y="151937"/>
                  </a:lnTo>
                  <a:lnTo>
                    <a:pt x="37826" y="95498"/>
                  </a:lnTo>
                  <a:lnTo>
                    <a:pt x="56308" y="50607"/>
                  </a:lnTo>
                  <a:lnTo>
                    <a:pt x="83550" y="21028"/>
                  </a:lnTo>
                  <a:lnTo>
                    <a:pt x="100457" y="12192"/>
                  </a:lnTo>
                  <a:lnTo>
                    <a:pt x="967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61049" y="2388743"/>
              <a:ext cx="153289" cy="14719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6883" y="2255139"/>
              <a:ext cx="233425" cy="202946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7112254" y="2436512"/>
            <a:ext cx="183515" cy="20320"/>
          </a:xfrm>
          <a:custGeom>
            <a:avLst/>
            <a:gdLst/>
            <a:ahLst/>
            <a:cxnLst/>
            <a:rect l="l" t="t" r="r" b="b"/>
            <a:pathLst>
              <a:path w="183515" h="20319">
                <a:moveTo>
                  <a:pt x="183349" y="0"/>
                </a:moveTo>
                <a:lnTo>
                  <a:pt x="0" y="0"/>
                </a:lnTo>
                <a:lnTo>
                  <a:pt x="0" y="19794"/>
                </a:lnTo>
                <a:lnTo>
                  <a:pt x="183349" y="19794"/>
                </a:lnTo>
                <a:lnTo>
                  <a:pt x="1833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7452994" y="2255139"/>
            <a:ext cx="706755" cy="346075"/>
            <a:chOff x="7452994" y="2255139"/>
            <a:chExt cx="706755" cy="346075"/>
          </a:xfrm>
        </p:grpSpPr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52994" y="2388870"/>
              <a:ext cx="165100" cy="2095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61782" y="2255139"/>
              <a:ext cx="233425" cy="20294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933943" y="2318512"/>
              <a:ext cx="93980" cy="282575"/>
            </a:xfrm>
            <a:custGeom>
              <a:avLst/>
              <a:gdLst/>
              <a:ahLst/>
              <a:cxnLst/>
              <a:rect l="l" t="t" r="r" b="b"/>
              <a:pathLst>
                <a:path w="93979" h="282575">
                  <a:moveTo>
                    <a:pt x="3936" y="0"/>
                  </a:moveTo>
                  <a:lnTo>
                    <a:pt x="0" y="11430"/>
                  </a:lnTo>
                  <a:lnTo>
                    <a:pt x="16307" y="18577"/>
                  </a:lnTo>
                  <a:lnTo>
                    <a:pt x="30352" y="28416"/>
                  </a:lnTo>
                  <a:lnTo>
                    <a:pt x="58896" y="73925"/>
                  </a:lnTo>
                  <a:lnTo>
                    <a:pt x="67278" y="115732"/>
                  </a:lnTo>
                  <a:lnTo>
                    <a:pt x="68325" y="139826"/>
                  </a:lnTo>
                  <a:lnTo>
                    <a:pt x="67278" y="164689"/>
                  </a:lnTo>
                  <a:lnTo>
                    <a:pt x="58896" y="207603"/>
                  </a:lnTo>
                  <a:lnTo>
                    <a:pt x="30400" y="253857"/>
                  </a:lnTo>
                  <a:lnTo>
                    <a:pt x="380" y="270890"/>
                  </a:lnTo>
                  <a:lnTo>
                    <a:pt x="3936" y="282320"/>
                  </a:lnTo>
                  <a:lnTo>
                    <a:pt x="42497" y="264302"/>
                  </a:lnTo>
                  <a:lnTo>
                    <a:pt x="70865" y="233044"/>
                  </a:lnTo>
                  <a:lnTo>
                    <a:pt x="88185" y="191134"/>
                  </a:lnTo>
                  <a:lnTo>
                    <a:pt x="93979" y="141224"/>
                  </a:lnTo>
                  <a:lnTo>
                    <a:pt x="92527" y="115341"/>
                  </a:lnTo>
                  <a:lnTo>
                    <a:pt x="80906" y="69482"/>
                  </a:lnTo>
                  <a:lnTo>
                    <a:pt x="57854" y="32146"/>
                  </a:lnTo>
                  <a:lnTo>
                    <a:pt x="24465" y="7381"/>
                  </a:lnTo>
                  <a:lnTo>
                    <a:pt x="39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66658" y="2280793"/>
              <a:ext cx="92583" cy="138556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12152" y="3261423"/>
            <a:ext cx="1473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D0D0D"/>
                </a:solidFill>
                <a:latin typeface="Verdana"/>
                <a:cs typeface="Verdana"/>
              </a:rPr>
              <a:t>Objective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830826" y="3338321"/>
            <a:ext cx="720725" cy="282575"/>
          </a:xfrm>
          <a:custGeom>
            <a:avLst/>
            <a:gdLst/>
            <a:ahLst/>
            <a:cxnLst/>
            <a:rect l="l" t="t" r="r" b="b"/>
            <a:pathLst>
              <a:path w="720725" h="282575">
                <a:moveTo>
                  <a:pt x="630554" y="0"/>
                </a:moveTo>
                <a:lnTo>
                  <a:pt x="626618" y="11429"/>
                </a:lnTo>
                <a:lnTo>
                  <a:pt x="642925" y="18522"/>
                </a:lnTo>
                <a:lnTo>
                  <a:pt x="656971" y="28352"/>
                </a:lnTo>
                <a:lnTo>
                  <a:pt x="685514" y="73852"/>
                </a:lnTo>
                <a:lnTo>
                  <a:pt x="693855" y="115341"/>
                </a:lnTo>
                <a:lnTo>
                  <a:pt x="693896" y="115623"/>
                </a:lnTo>
                <a:lnTo>
                  <a:pt x="694944" y="139700"/>
                </a:lnTo>
                <a:lnTo>
                  <a:pt x="693896" y="164633"/>
                </a:lnTo>
                <a:lnTo>
                  <a:pt x="690753" y="187245"/>
                </a:lnTo>
                <a:lnTo>
                  <a:pt x="678179" y="225551"/>
                </a:lnTo>
                <a:lnTo>
                  <a:pt x="643122" y="263771"/>
                </a:lnTo>
                <a:lnTo>
                  <a:pt x="626999" y="270890"/>
                </a:lnTo>
                <a:lnTo>
                  <a:pt x="630554" y="282320"/>
                </a:lnTo>
                <a:lnTo>
                  <a:pt x="669115" y="264255"/>
                </a:lnTo>
                <a:lnTo>
                  <a:pt x="697484" y="233044"/>
                </a:lnTo>
                <a:lnTo>
                  <a:pt x="714803" y="191134"/>
                </a:lnTo>
                <a:lnTo>
                  <a:pt x="720598" y="141223"/>
                </a:lnTo>
                <a:lnTo>
                  <a:pt x="719161" y="115623"/>
                </a:lnTo>
                <a:lnTo>
                  <a:pt x="719145" y="115341"/>
                </a:lnTo>
                <a:lnTo>
                  <a:pt x="707524" y="69482"/>
                </a:lnTo>
                <a:lnTo>
                  <a:pt x="684472" y="32146"/>
                </a:lnTo>
                <a:lnTo>
                  <a:pt x="651083" y="7381"/>
                </a:lnTo>
                <a:lnTo>
                  <a:pt x="630554" y="0"/>
                </a:lnTo>
                <a:close/>
              </a:path>
              <a:path w="720725" h="282575">
                <a:moveTo>
                  <a:pt x="90043" y="0"/>
                </a:moveTo>
                <a:lnTo>
                  <a:pt x="51657" y="18097"/>
                </a:lnTo>
                <a:lnTo>
                  <a:pt x="23368" y="49529"/>
                </a:lnTo>
                <a:lnTo>
                  <a:pt x="5826" y="91424"/>
                </a:lnTo>
                <a:lnTo>
                  <a:pt x="85" y="139700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281"/>
                </a:lnTo>
                <a:lnTo>
                  <a:pt x="69514" y="274943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71"/>
                </a:lnTo>
                <a:lnTo>
                  <a:pt x="63690" y="253841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404234" y="3251898"/>
            <a:ext cx="2059305" cy="55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05"/>
              </a:lnSpc>
              <a:spcBef>
                <a:spcPts val="100"/>
              </a:spcBef>
              <a:tabLst>
                <a:tab pos="1528445" algn="l"/>
              </a:tabLst>
            </a:pPr>
            <a:r>
              <a:rPr sz="2400" spc="-10" dirty="0">
                <a:latin typeface="Cambria Math"/>
                <a:cs typeface="Cambria Math"/>
              </a:rPr>
              <a:t>minimize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125" dirty="0">
                <a:latin typeface="Cambria Math"/>
                <a:cs typeface="Cambria Math"/>
              </a:rPr>
              <a:t>J</a:t>
            </a:r>
            <a:r>
              <a:rPr sz="2400" dirty="0">
                <a:latin typeface="Cambria Math"/>
                <a:cs typeface="Cambria Math"/>
              </a:rPr>
              <a:t>	w,</a:t>
            </a:r>
            <a:r>
              <a:rPr sz="2400" spc="-114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b</a:t>
            </a:r>
            <a:endParaRPr sz="2400">
              <a:latin typeface="Cambria Math"/>
              <a:cs typeface="Cambria Math"/>
            </a:endParaRPr>
          </a:p>
          <a:p>
            <a:pPr marL="431800">
              <a:lnSpc>
                <a:spcPts val="1664"/>
              </a:lnSpc>
            </a:pPr>
            <a:r>
              <a:rPr sz="1700" spc="75" dirty="0">
                <a:latin typeface="Cambria Math"/>
                <a:cs typeface="Cambria Math"/>
              </a:rPr>
              <a:t>w,b</a:t>
            </a:r>
            <a:endParaRPr sz="1700">
              <a:latin typeface="Cambria Math"/>
              <a:cs typeface="Cambria Math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15080" y="1647698"/>
            <a:ext cx="928497" cy="58165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186616" y="1030732"/>
            <a:ext cx="2107503" cy="269620"/>
          </a:xfrm>
          <a:prstGeom prst="rect">
            <a:avLst/>
          </a:prstGeom>
        </p:spPr>
      </p:pic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53101" y="519176"/>
            <a:ext cx="0" cy="3914140"/>
          </a:xfrm>
          <a:custGeom>
            <a:avLst/>
            <a:gdLst/>
            <a:ahLst/>
            <a:cxnLst/>
            <a:rect l="l" t="t" r="r" b="b"/>
            <a:pathLst>
              <a:path h="3914140">
                <a:moveTo>
                  <a:pt x="0" y="0"/>
                </a:moveTo>
                <a:lnTo>
                  <a:pt x="0" y="3913708"/>
                </a:lnTo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92350" y="142303"/>
            <a:ext cx="46100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3000" spc="82" baseline="12500" dirty="0">
                <a:latin typeface="Cambria Math"/>
                <a:cs typeface="Cambria Math"/>
              </a:rPr>
              <a:t>f</a:t>
            </a:r>
            <a:r>
              <a:rPr sz="1500" spc="55" dirty="0">
                <a:latin typeface="Cambria Math"/>
                <a:cs typeface="Cambria Math"/>
              </a:rPr>
              <a:t>w,b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0365" y="85153"/>
            <a:ext cx="1238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05" dirty="0">
                <a:latin typeface="Cambria Math"/>
                <a:cs typeface="Cambria Math"/>
              </a:rPr>
              <a:t>J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6400" y="620649"/>
            <a:ext cx="167449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Verdana"/>
                <a:cs typeface="Verdana"/>
              </a:rPr>
              <a:t>(function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55" dirty="0">
                <a:latin typeface="Cambria Math"/>
                <a:cs typeface="Cambria Math"/>
              </a:rPr>
              <a:t>x</a:t>
            </a:r>
            <a:r>
              <a:rPr sz="1800" spc="55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4776" y="620649"/>
            <a:ext cx="193167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Verdana"/>
                <a:cs typeface="Verdana"/>
              </a:rPr>
              <a:t>(function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35" dirty="0">
                <a:latin typeface="Cambria Math"/>
                <a:cs typeface="Cambria Math"/>
              </a:rPr>
              <a:t>w,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b</a:t>
            </a:r>
            <a:r>
              <a:rPr sz="1800" spc="-25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1675" y="1169035"/>
            <a:ext cx="3222625" cy="2398395"/>
            <a:chOff x="1471675" y="1169035"/>
            <a:chExt cx="3222625" cy="2398395"/>
          </a:xfrm>
        </p:grpSpPr>
        <p:sp>
          <p:nvSpPr>
            <p:cNvPr id="8" name="object 8"/>
            <p:cNvSpPr/>
            <p:nvPr/>
          </p:nvSpPr>
          <p:spPr>
            <a:xfrm>
              <a:off x="1528825" y="1224026"/>
              <a:ext cx="3152775" cy="1819275"/>
            </a:xfrm>
            <a:custGeom>
              <a:avLst/>
              <a:gdLst/>
              <a:ahLst/>
              <a:cxnLst/>
              <a:rect l="l" t="t" r="r" b="b"/>
              <a:pathLst>
                <a:path w="3152775" h="1819275">
                  <a:moveTo>
                    <a:pt x="0" y="1819275"/>
                  </a:moveTo>
                  <a:lnTo>
                    <a:pt x="3152775" y="1819275"/>
                  </a:lnTo>
                </a:path>
                <a:path w="3152775" h="1819275">
                  <a:moveTo>
                    <a:pt x="0" y="1362075"/>
                  </a:moveTo>
                  <a:lnTo>
                    <a:pt x="3152775" y="1362075"/>
                  </a:lnTo>
                </a:path>
                <a:path w="3152775" h="1819275">
                  <a:moveTo>
                    <a:pt x="0" y="904875"/>
                  </a:moveTo>
                  <a:lnTo>
                    <a:pt x="3152775" y="904875"/>
                  </a:lnTo>
                </a:path>
                <a:path w="3152775" h="1819275">
                  <a:moveTo>
                    <a:pt x="0" y="457200"/>
                  </a:moveTo>
                  <a:lnTo>
                    <a:pt x="3152775" y="457200"/>
                  </a:lnTo>
                </a:path>
                <a:path w="3152775" h="1819275">
                  <a:moveTo>
                    <a:pt x="0" y="0"/>
                  </a:moveTo>
                  <a:lnTo>
                    <a:pt x="3152775" y="0"/>
                  </a:lnTo>
                </a:path>
              </a:pathLst>
            </a:custGeom>
            <a:ln w="9525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71675" y="1224026"/>
              <a:ext cx="3209925" cy="2343150"/>
            </a:xfrm>
            <a:custGeom>
              <a:avLst/>
              <a:gdLst/>
              <a:ahLst/>
              <a:cxnLst/>
              <a:rect l="l" t="t" r="r" b="b"/>
              <a:pathLst>
                <a:path w="3209925" h="2343150">
                  <a:moveTo>
                    <a:pt x="57150" y="2276475"/>
                  </a:moveTo>
                  <a:lnTo>
                    <a:pt x="57150" y="0"/>
                  </a:lnTo>
                </a:path>
                <a:path w="3209925" h="2343150">
                  <a:moveTo>
                    <a:pt x="0" y="2276348"/>
                  </a:moveTo>
                  <a:lnTo>
                    <a:pt x="57150" y="2276348"/>
                  </a:lnTo>
                </a:path>
                <a:path w="3209925" h="2343150">
                  <a:moveTo>
                    <a:pt x="0" y="1819275"/>
                  </a:moveTo>
                  <a:lnTo>
                    <a:pt x="57150" y="1819275"/>
                  </a:lnTo>
                </a:path>
                <a:path w="3209925" h="2343150">
                  <a:moveTo>
                    <a:pt x="0" y="1362075"/>
                  </a:moveTo>
                  <a:lnTo>
                    <a:pt x="57150" y="1362075"/>
                  </a:lnTo>
                </a:path>
                <a:path w="3209925" h="2343150">
                  <a:moveTo>
                    <a:pt x="0" y="904875"/>
                  </a:moveTo>
                  <a:lnTo>
                    <a:pt x="57150" y="904875"/>
                  </a:lnTo>
                </a:path>
                <a:path w="3209925" h="2343150">
                  <a:moveTo>
                    <a:pt x="0" y="457200"/>
                  </a:moveTo>
                  <a:lnTo>
                    <a:pt x="57150" y="457200"/>
                  </a:lnTo>
                </a:path>
                <a:path w="3209925" h="2343150">
                  <a:moveTo>
                    <a:pt x="0" y="0"/>
                  </a:moveTo>
                  <a:lnTo>
                    <a:pt x="57150" y="0"/>
                  </a:lnTo>
                </a:path>
                <a:path w="3209925" h="2343150">
                  <a:moveTo>
                    <a:pt x="57150" y="2276475"/>
                  </a:moveTo>
                  <a:lnTo>
                    <a:pt x="3209925" y="2276475"/>
                  </a:lnTo>
                </a:path>
                <a:path w="3209925" h="2343150">
                  <a:moveTo>
                    <a:pt x="57150" y="2276475"/>
                  </a:moveTo>
                  <a:lnTo>
                    <a:pt x="57150" y="2343150"/>
                  </a:lnTo>
                </a:path>
                <a:path w="3209925" h="2343150">
                  <a:moveTo>
                    <a:pt x="1104900" y="2276475"/>
                  </a:moveTo>
                  <a:lnTo>
                    <a:pt x="1104900" y="2343150"/>
                  </a:lnTo>
                </a:path>
                <a:path w="3209925" h="2343150">
                  <a:moveTo>
                    <a:pt x="2162175" y="2276475"/>
                  </a:moveTo>
                  <a:lnTo>
                    <a:pt x="2162175" y="2343150"/>
                  </a:lnTo>
                </a:path>
                <a:path w="3209925" h="2343150">
                  <a:moveTo>
                    <a:pt x="3209925" y="2276475"/>
                  </a:moveTo>
                  <a:lnTo>
                    <a:pt x="3209925" y="23431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85313" y="1181735"/>
              <a:ext cx="1962150" cy="1590675"/>
            </a:xfrm>
            <a:custGeom>
              <a:avLst/>
              <a:gdLst/>
              <a:ahLst/>
              <a:cxnLst/>
              <a:rect l="l" t="t" r="r" b="b"/>
              <a:pathLst>
                <a:path w="1962150" h="1590675">
                  <a:moveTo>
                    <a:pt x="1400175" y="542925"/>
                  </a:moveTo>
                  <a:lnTo>
                    <a:pt x="1314450" y="457200"/>
                  </a:lnTo>
                </a:path>
                <a:path w="1962150" h="1590675">
                  <a:moveTo>
                    <a:pt x="1314450" y="542925"/>
                  </a:moveTo>
                  <a:lnTo>
                    <a:pt x="1400175" y="457200"/>
                  </a:lnTo>
                </a:path>
                <a:path w="1962150" h="1590675">
                  <a:moveTo>
                    <a:pt x="866775" y="857250"/>
                  </a:moveTo>
                  <a:lnTo>
                    <a:pt x="781050" y="771525"/>
                  </a:lnTo>
                </a:path>
                <a:path w="1962150" h="1590675">
                  <a:moveTo>
                    <a:pt x="781050" y="857250"/>
                  </a:moveTo>
                  <a:lnTo>
                    <a:pt x="866775" y="771525"/>
                  </a:lnTo>
                </a:path>
                <a:path w="1962150" h="1590675">
                  <a:moveTo>
                    <a:pt x="1714500" y="676275"/>
                  </a:moveTo>
                  <a:lnTo>
                    <a:pt x="1628775" y="590550"/>
                  </a:lnTo>
                </a:path>
                <a:path w="1962150" h="1590675">
                  <a:moveTo>
                    <a:pt x="1628775" y="676275"/>
                  </a:moveTo>
                  <a:lnTo>
                    <a:pt x="1714500" y="590550"/>
                  </a:lnTo>
                </a:path>
                <a:path w="1962150" h="1590675">
                  <a:moveTo>
                    <a:pt x="676275" y="1304925"/>
                  </a:moveTo>
                  <a:lnTo>
                    <a:pt x="590550" y="1219200"/>
                  </a:lnTo>
                </a:path>
                <a:path w="1962150" h="1590675">
                  <a:moveTo>
                    <a:pt x="590550" y="1304925"/>
                  </a:moveTo>
                  <a:lnTo>
                    <a:pt x="676275" y="1219200"/>
                  </a:lnTo>
                </a:path>
                <a:path w="1962150" h="1590675">
                  <a:moveTo>
                    <a:pt x="1276350" y="990600"/>
                  </a:moveTo>
                  <a:lnTo>
                    <a:pt x="1190625" y="904875"/>
                  </a:lnTo>
                </a:path>
                <a:path w="1962150" h="1590675">
                  <a:moveTo>
                    <a:pt x="1190625" y="990600"/>
                  </a:moveTo>
                  <a:lnTo>
                    <a:pt x="1276350" y="904875"/>
                  </a:lnTo>
                </a:path>
                <a:path w="1962150" h="1590675">
                  <a:moveTo>
                    <a:pt x="800100" y="923925"/>
                  </a:moveTo>
                  <a:lnTo>
                    <a:pt x="714375" y="838200"/>
                  </a:lnTo>
                </a:path>
                <a:path w="1962150" h="1590675">
                  <a:moveTo>
                    <a:pt x="714375" y="923925"/>
                  </a:moveTo>
                  <a:lnTo>
                    <a:pt x="800100" y="838200"/>
                  </a:lnTo>
                </a:path>
                <a:path w="1962150" h="1590675">
                  <a:moveTo>
                    <a:pt x="685800" y="1457325"/>
                  </a:moveTo>
                  <a:lnTo>
                    <a:pt x="600075" y="1371600"/>
                  </a:lnTo>
                </a:path>
                <a:path w="1962150" h="1590675">
                  <a:moveTo>
                    <a:pt x="600075" y="1457325"/>
                  </a:moveTo>
                  <a:lnTo>
                    <a:pt x="685800" y="1371600"/>
                  </a:lnTo>
                </a:path>
                <a:path w="1962150" h="1590675">
                  <a:moveTo>
                    <a:pt x="638175" y="1390650"/>
                  </a:moveTo>
                  <a:lnTo>
                    <a:pt x="552450" y="1304925"/>
                  </a:lnTo>
                </a:path>
                <a:path w="1962150" h="1590675">
                  <a:moveTo>
                    <a:pt x="552450" y="1390650"/>
                  </a:moveTo>
                  <a:lnTo>
                    <a:pt x="638175" y="1304925"/>
                  </a:lnTo>
                </a:path>
                <a:path w="1962150" h="1590675">
                  <a:moveTo>
                    <a:pt x="762000" y="1257300"/>
                  </a:moveTo>
                  <a:lnTo>
                    <a:pt x="676275" y="1171575"/>
                  </a:lnTo>
                </a:path>
                <a:path w="1962150" h="1590675">
                  <a:moveTo>
                    <a:pt x="676275" y="1257300"/>
                  </a:moveTo>
                  <a:lnTo>
                    <a:pt x="762000" y="1171575"/>
                  </a:lnTo>
                </a:path>
                <a:path w="1962150" h="1590675">
                  <a:moveTo>
                    <a:pt x="1228725" y="1266825"/>
                  </a:moveTo>
                  <a:lnTo>
                    <a:pt x="1143000" y="1181100"/>
                  </a:lnTo>
                </a:path>
                <a:path w="1962150" h="1590675">
                  <a:moveTo>
                    <a:pt x="1143000" y="1266825"/>
                  </a:moveTo>
                  <a:lnTo>
                    <a:pt x="1228725" y="1181100"/>
                  </a:lnTo>
                </a:path>
                <a:path w="1962150" h="1590675">
                  <a:moveTo>
                    <a:pt x="1295400" y="781050"/>
                  </a:moveTo>
                  <a:lnTo>
                    <a:pt x="1209675" y="695325"/>
                  </a:lnTo>
                </a:path>
                <a:path w="1962150" h="1590675">
                  <a:moveTo>
                    <a:pt x="1209675" y="781050"/>
                  </a:moveTo>
                  <a:lnTo>
                    <a:pt x="1295400" y="695325"/>
                  </a:lnTo>
                </a:path>
                <a:path w="1962150" h="1590675">
                  <a:moveTo>
                    <a:pt x="1171575" y="857250"/>
                  </a:moveTo>
                  <a:lnTo>
                    <a:pt x="1085850" y="771525"/>
                  </a:lnTo>
                </a:path>
                <a:path w="1962150" h="1590675">
                  <a:moveTo>
                    <a:pt x="1085850" y="857250"/>
                  </a:moveTo>
                  <a:lnTo>
                    <a:pt x="1171575" y="771525"/>
                  </a:lnTo>
                </a:path>
                <a:path w="1962150" h="1590675">
                  <a:moveTo>
                    <a:pt x="523875" y="1181100"/>
                  </a:moveTo>
                  <a:lnTo>
                    <a:pt x="438150" y="1095375"/>
                  </a:lnTo>
                </a:path>
                <a:path w="1962150" h="1590675">
                  <a:moveTo>
                    <a:pt x="438150" y="1181100"/>
                  </a:moveTo>
                  <a:lnTo>
                    <a:pt x="523875" y="1095375"/>
                  </a:lnTo>
                </a:path>
                <a:path w="1962150" h="1590675">
                  <a:moveTo>
                    <a:pt x="1609725" y="314325"/>
                  </a:moveTo>
                  <a:lnTo>
                    <a:pt x="1524000" y="228600"/>
                  </a:lnTo>
                </a:path>
                <a:path w="1962150" h="1590675">
                  <a:moveTo>
                    <a:pt x="1524000" y="314325"/>
                  </a:moveTo>
                  <a:lnTo>
                    <a:pt x="1609725" y="228600"/>
                  </a:lnTo>
                </a:path>
                <a:path w="1962150" h="1590675">
                  <a:moveTo>
                    <a:pt x="581025" y="990600"/>
                  </a:moveTo>
                  <a:lnTo>
                    <a:pt x="495300" y="904875"/>
                  </a:lnTo>
                </a:path>
                <a:path w="1962150" h="1590675">
                  <a:moveTo>
                    <a:pt x="495300" y="990600"/>
                  </a:moveTo>
                  <a:lnTo>
                    <a:pt x="581025" y="904875"/>
                  </a:lnTo>
                </a:path>
                <a:path w="1962150" h="1590675">
                  <a:moveTo>
                    <a:pt x="485775" y="1447800"/>
                  </a:moveTo>
                  <a:lnTo>
                    <a:pt x="400050" y="1362075"/>
                  </a:lnTo>
                </a:path>
                <a:path w="1962150" h="1590675">
                  <a:moveTo>
                    <a:pt x="400050" y="1447800"/>
                  </a:moveTo>
                  <a:lnTo>
                    <a:pt x="485775" y="1362075"/>
                  </a:lnTo>
                </a:path>
                <a:path w="1962150" h="1590675">
                  <a:moveTo>
                    <a:pt x="1933575" y="85725"/>
                  </a:moveTo>
                  <a:lnTo>
                    <a:pt x="1847850" y="0"/>
                  </a:lnTo>
                </a:path>
                <a:path w="1962150" h="1590675">
                  <a:moveTo>
                    <a:pt x="1847850" y="85725"/>
                  </a:moveTo>
                  <a:lnTo>
                    <a:pt x="1933575" y="0"/>
                  </a:lnTo>
                </a:path>
                <a:path w="1962150" h="1590675">
                  <a:moveTo>
                    <a:pt x="1047750" y="1209675"/>
                  </a:moveTo>
                  <a:lnTo>
                    <a:pt x="962025" y="1123950"/>
                  </a:lnTo>
                </a:path>
                <a:path w="1962150" h="1590675">
                  <a:moveTo>
                    <a:pt x="962025" y="1209675"/>
                  </a:moveTo>
                  <a:lnTo>
                    <a:pt x="1047750" y="1123950"/>
                  </a:lnTo>
                </a:path>
                <a:path w="1962150" h="1590675">
                  <a:moveTo>
                    <a:pt x="1171575" y="1200150"/>
                  </a:moveTo>
                  <a:lnTo>
                    <a:pt x="1085850" y="1114425"/>
                  </a:lnTo>
                </a:path>
                <a:path w="1962150" h="1590675">
                  <a:moveTo>
                    <a:pt x="1085850" y="1200150"/>
                  </a:moveTo>
                  <a:lnTo>
                    <a:pt x="1171575" y="1114425"/>
                  </a:lnTo>
                </a:path>
                <a:path w="1962150" h="1590675">
                  <a:moveTo>
                    <a:pt x="876300" y="1257300"/>
                  </a:moveTo>
                  <a:lnTo>
                    <a:pt x="790575" y="1171575"/>
                  </a:lnTo>
                </a:path>
                <a:path w="1962150" h="1590675">
                  <a:moveTo>
                    <a:pt x="790575" y="1257300"/>
                  </a:moveTo>
                  <a:lnTo>
                    <a:pt x="876300" y="1171575"/>
                  </a:lnTo>
                </a:path>
                <a:path w="1962150" h="1590675">
                  <a:moveTo>
                    <a:pt x="1247775" y="1181100"/>
                  </a:moveTo>
                  <a:lnTo>
                    <a:pt x="1162050" y="1095375"/>
                  </a:lnTo>
                </a:path>
                <a:path w="1962150" h="1590675">
                  <a:moveTo>
                    <a:pt x="1162050" y="1181100"/>
                  </a:moveTo>
                  <a:lnTo>
                    <a:pt x="1247775" y="1095375"/>
                  </a:lnTo>
                </a:path>
                <a:path w="1962150" h="1590675">
                  <a:moveTo>
                    <a:pt x="342900" y="1219200"/>
                  </a:moveTo>
                  <a:lnTo>
                    <a:pt x="257175" y="1133475"/>
                  </a:lnTo>
                </a:path>
                <a:path w="1962150" h="1590675">
                  <a:moveTo>
                    <a:pt x="257175" y="1219200"/>
                  </a:moveTo>
                  <a:lnTo>
                    <a:pt x="342900" y="1133475"/>
                  </a:lnTo>
                </a:path>
                <a:path w="1962150" h="1590675">
                  <a:moveTo>
                    <a:pt x="723900" y="247650"/>
                  </a:moveTo>
                  <a:lnTo>
                    <a:pt x="638175" y="161925"/>
                  </a:lnTo>
                </a:path>
                <a:path w="1962150" h="1590675">
                  <a:moveTo>
                    <a:pt x="638175" y="247650"/>
                  </a:moveTo>
                  <a:lnTo>
                    <a:pt x="723900" y="161925"/>
                  </a:lnTo>
                </a:path>
                <a:path w="1962150" h="1590675">
                  <a:moveTo>
                    <a:pt x="1838325" y="228600"/>
                  </a:moveTo>
                  <a:lnTo>
                    <a:pt x="1752600" y="142875"/>
                  </a:lnTo>
                </a:path>
                <a:path w="1962150" h="1590675">
                  <a:moveTo>
                    <a:pt x="1752600" y="228600"/>
                  </a:moveTo>
                  <a:lnTo>
                    <a:pt x="1838325" y="142875"/>
                  </a:lnTo>
                </a:path>
                <a:path w="1962150" h="1590675">
                  <a:moveTo>
                    <a:pt x="1504950" y="200025"/>
                  </a:moveTo>
                  <a:lnTo>
                    <a:pt x="1419225" y="114300"/>
                  </a:lnTo>
                </a:path>
                <a:path w="1962150" h="1590675">
                  <a:moveTo>
                    <a:pt x="1419225" y="200025"/>
                  </a:moveTo>
                  <a:lnTo>
                    <a:pt x="1504950" y="114300"/>
                  </a:lnTo>
                </a:path>
                <a:path w="1962150" h="1590675">
                  <a:moveTo>
                    <a:pt x="1962150" y="990600"/>
                  </a:moveTo>
                  <a:lnTo>
                    <a:pt x="1876425" y="904875"/>
                  </a:lnTo>
                </a:path>
                <a:path w="1962150" h="1590675">
                  <a:moveTo>
                    <a:pt x="1876425" y="990600"/>
                  </a:moveTo>
                  <a:lnTo>
                    <a:pt x="1962150" y="904875"/>
                  </a:lnTo>
                </a:path>
                <a:path w="1962150" h="1590675">
                  <a:moveTo>
                    <a:pt x="1123950" y="762000"/>
                  </a:moveTo>
                  <a:lnTo>
                    <a:pt x="1038225" y="676275"/>
                  </a:lnTo>
                </a:path>
                <a:path w="1962150" h="1590675">
                  <a:moveTo>
                    <a:pt x="1038225" y="762000"/>
                  </a:moveTo>
                  <a:lnTo>
                    <a:pt x="1123950" y="676275"/>
                  </a:lnTo>
                </a:path>
                <a:path w="1962150" h="1590675">
                  <a:moveTo>
                    <a:pt x="238125" y="1590675"/>
                  </a:moveTo>
                  <a:lnTo>
                    <a:pt x="152400" y="1504950"/>
                  </a:lnTo>
                </a:path>
                <a:path w="1962150" h="1590675">
                  <a:moveTo>
                    <a:pt x="152400" y="1590675"/>
                  </a:moveTo>
                  <a:lnTo>
                    <a:pt x="238125" y="1504950"/>
                  </a:lnTo>
                </a:path>
                <a:path w="1962150" h="1590675">
                  <a:moveTo>
                    <a:pt x="1333500" y="923925"/>
                  </a:moveTo>
                  <a:lnTo>
                    <a:pt x="1247775" y="838200"/>
                  </a:lnTo>
                </a:path>
                <a:path w="1962150" h="1590675">
                  <a:moveTo>
                    <a:pt x="1247775" y="923925"/>
                  </a:moveTo>
                  <a:lnTo>
                    <a:pt x="1333500" y="838200"/>
                  </a:lnTo>
                </a:path>
                <a:path w="1962150" h="1590675">
                  <a:moveTo>
                    <a:pt x="1095375" y="1057275"/>
                  </a:moveTo>
                  <a:lnTo>
                    <a:pt x="1009650" y="971550"/>
                  </a:lnTo>
                </a:path>
                <a:path w="1962150" h="1590675">
                  <a:moveTo>
                    <a:pt x="1009650" y="1057275"/>
                  </a:moveTo>
                  <a:lnTo>
                    <a:pt x="1095375" y="971550"/>
                  </a:lnTo>
                </a:path>
                <a:path w="1962150" h="1590675">
                  <a:moveTo>
                    <a:pt x="704850" y="1219200"/>
                  </a:moveTo>
                  <a:lnTo>
                    <a:pt x="619125" y="1133475"/>
                  </a:lnTo>
                </a:path>
                <a:path w="1962150" h="1590675">
                  <a:moveTo>
                    <a:pt x="619125" y="1219200"/>
                  </a:moveTo>
                  <a:lnTo>
                    <a:pt x="704850" y="1133475"/>
                  </a:lnTo>
                </a:path>
                <a:path w="1962150" h="1590675">
                  <a:moveTo>
                    <a:pt x="495300" y="1314450"/>
                  </a:moveTo>
                  <a:lnTo>
                    <a:pt x="409575" y="1228725"/>
                  </a:lnTo>
                </a:path>
                <a:path w="1962150" h="1590675">
                  <a:moveTo>
                    <a:pt x="409575" y="1314450"/>
                  </a:moveTo>
                  <a:lnTo>
                    <a:pt x="495300" y="1228725"/>
                  </a:lnTo>
                </a:path>
                <a:path w="1962150" h="1590675">
                  <a:moveTo>
                    <a:pt x="1428750" y="790575"/>
                  </a:moveTo>
                  <a:lnTo>
                    <a:pt x="1343025" y="704850"/>
                  </a:lnTo>
                </a:path>
                <a:path w="1962150" h="1590675">
                  <a:moveTo>
                    <a:pt x="1343025" y="790575"/>
                  </a:moveTo>
                  <a:lnTo>
                    <a:pt x="1428750" y="704850"/>
                  </a:lnTo>
                </a:path>
                <a:path w="1962150" h="1590675">
                  <a:moveTo>
                    <a:pt x="1457325" y="1057275"/>
                  </a:moveTo>
                  <a:lnTo>
                    <a:pt x="1371600" y="971550"/>
                  </a:lnTo>
                </a:path>
                <a:path w="1962150" h="1590675">
                  <a:moveTo>
                    <a:pt x="1371600" y="1057275"/>
                  </a:moveTo>
                  <a:lnTo>
                    <a:pt x="1457325" y="971550"/>
                  </a:lnTo>
                </a:path>
                <a:path w="1962150" h="1590675">
                  <a:moveTo>
                    <a:pt x="942975" y="685800"/>
                  </a:moveTo>
                  <a:lnTo>
                    <a:pt x="857250" y="600075"/>
                  </a:lnTo>
                </a:path>
                <a:path w="1962150" h="1590675">
                  <a:moveTo>
                    <a:pt x="857250" y="685800"/>
                  </a:moveTo>
                  <a:lnTo>
                    <a:pt x="942975" y="600075"/>
                  </a:lnTo>
                </a:path>
                <a:path w="1962150" h="1590675">
                  <a:moveTo>
                    <a:pt x="1543050" y="857250"/>
                  </a:moveTo>
                  <a:lnTo>
                    <a:pt x="1457325" y="771525"/>
                  </a:lnTo>
                </a:path>
                <a:path w="1962150" h="1590675">
                  <a:moveTo>
                    <a:pt x="1457325" y="857250"/>
                  </a:moveTo>
                  <a:lnTo>
                    <a:pt x="1543050" y="771525"/>
                  </a:lnTo>
                </a:path>
                <a:path w="1962150" h="1590675">
                  <a:moveTo>
                    <a:pt x="1885950" y="933450"/>
                  </a:moveTo>
                  <a:lnTo>
                    <a:pt x="1800225" y="847725"/>
                  </a:lnTo>
                </a:path>
                <a:path w="1962150" h="1590675">
                  <a:moveTo>
                    <a:pt x="1800225" y="933450"/>
                  </a:moveTo>
                  <a:lnTo>
                    <a:pt x="1885950" y="847725"/>
                  </a:lnTo>
                </a:path>
                <a:path w="1962150" h="1590675">
                  <a:moveTo>
                    <a:pt x="447675" y="1000125"/>
                  </a:moveTo>
                  <a:lnTo>
                    <a:pt x="361950" y="914400"/>
                  </a:lnTo>
                </a:path>
                <a:path w="1962150" h="1590675">
                  <a:moveTo>
                    <a:pt x="361950" y="1000125"/>
                  </a:moveTo>
                  <a:lnTo>
                    <a:pt x="447675" y="914400"/>
                  </a:lnTo>
                </a:path>
                <a:path w="1962150" h="1590675">
                  <a:moveTo>
                    <a:pt x="85725" y="1543050"/>
                  </a:moveTo>
                  <a:lnTo>
                    <a:pt x="0" y="1457325"/>
                  </a:lnTo>
                </a:path>
                <a:path w="1962150" h="1590675">
                  <a:moveTo>
                    <a:pt x="0" y="1543050"/>
                  </a:moveTo>
                  <a:lnTo>
                    <a:pt x="85725" y="1457325"/>
                  </a:lnTo>
                </a:path>
                <a:path w="1962150" h="1590675">
                  <a:moveTo>
                    <a:pt x="1133475" y="990600"/>
                  </a:moveTo>
                  <a:lnTo>
                    <a:pt x="1047750" y="904875"/>
                  </a:lnTo>
                </a:path>
                <a:path w="1962150" h="1590675">
                  <a:moveTo>
                    <a:pt x="1047750" y="990600"/>
                  </a:moveTo>
                  <a:lnTo>
                    <a:pt x="1133475" y="904875"/>
                  </a:lnTo>
                </a:path>
                <a:path w="1962150" h="1590675">
                  <a:moveTo>
                    <a:pt x="457200" y="1266825"/>
                  </a:moveTo>
                  <a:lnTo>
                    <a:pt x="371475" y="1181100"/>
                  </a:lnTo>
                </a:path>
                <a:path w="1962150" h="1590675">
                  <a:moveTo>
                    <a:pt x="371475" y="1266825"/>
                  </a:moveTo>
                  <a:lnTo>
                    <a:pt x="457200" y="1181100"/>
                  </a:lnTo>
                </a:path>
              </a:pathLst>
            </a:custGeom>
            <a:ln w="254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98855" y="2898457"/>
            <a:ext cx="369570" cy="721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100</a:t>
            </a:r>
            <a:endParaRPr sz="1550">
              <a:latin typeface="Cambria Math"/>
              <a:cs typeface="Cambria Math"/>
            </a:endParaRPr>
          </a:p>
          <a:p>
            <a:pPr marR="12065" algn="r">
              <a:lnSpc>
                <a:spcPct val="100000"/>
              </a:lnSpc>
              <a:spcBef>
                <a:spcPts val="1730"/>
              </a:spcBef>
            </a:pPr>
            <a:r>
              <a:rPr sz="1550" spc="-50" dirty="0">
                <a:latin typeface="Cambria Math"/>
                <a:cs typeface="Cambria Math"/>
              </a:rPr>
              <a:t>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8855" y="2442273"/>
            <a:ext cx="3695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200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8855" y="1985962"/>
            <a:ext cx="3695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300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8855" y="1073467"/>
            <a:ext cx="369570" cy="721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mbria Math"/>
                <a:cs typeface="Cambria Math"/>
              </a:rPr>
              <a:t>500</a:t>
            </a:r>
            <a:endParaRPr sz="15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1550" spc="-25" dirty="0">
                <a:latin typeface="Cambria Math"/>
                <a:cs typeface="Cambria Math"/>
              </a:rPr>
              <a:t>400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64310" y="3611562"/>
            <a:ext cx="1365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Cambria Math"/>
                <a:cs typeface="Cambria Math"/>
              </a:rPr>
              <a:t>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5000" y="3611562"/>
            <a:ext cx="4699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0" dirty="0">
                <a:latin typeface="Cambria Math"/>
                <a:cs typeface="Cambria Math"/>
              </a:rPr>
              <a:t>3000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7322" y="2128456"/>
            <a:ext cx="701675" cy="453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latin typeface="Verdana"/>
                <a:cs typeface="Verdana"/>
              </a:rPr>
              <a:t>price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in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64"/>
              </a:lnSpc>
            </a:pPr>
            <a:r>
              <a:rPr sz="1400" spc="-10" dirty="0">
                <a:latin typeface="Verdana"/>
                <a:cs typeface="Verdana"/>
              </a:rPr>
              <a:t>$</a:t>
            </a:r>
            <a:r>
              <a:rPr sz="1400" spc="-10" dirty="0">
                <a:latin typeface="Cambria Math"/>
                <a:cs typeface="Cambria Math"/>
              </a:rPr>
              <a:t>1000</a:t>
            </a:r>
            <a:r>
              <a:rPr sz="1400" spc="-10" dirty="0">
                <a:latin typeface="Verdana"/>
                <a:cs typeface="Verdana"/>
              </a:rPr>
              <a:t>'s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19654" y="3611562"/>
            <a:ext cx="1570355" cy="4813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087755" algn="l"/>
              </a:tabLst>
            </a:pPr>
            <a:r>
              <a:rPr sz="1550" spc="-20" dirty="0">
                <a:latin typeface="Cambria Math"/>
                <a:cs typeface="Cambria Math"/>
              </a:rPr>
              <a:t>1000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spc="-20" dirty="0">
                <a:latin typeface="Cambria Math"/>
                <a:cs typeface="Cambria Math"/>
              </a:rPr>
              <a:t>2000</a:t>
            </a:r>
            <a:endParaRPr sz="1550">
              <a:latin typeface="Cambria Math"/>
              <a:cs typeface="Cambria Math"/>
            </a:endParaRPr>
          </a:p>
          <a:p>
            <a:pPr marL="187325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latin typeface="Verdana"/>
                <a:cs typeface="Verdana"/>
              </a:rPr>
              <a:t>size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</a:t>
            </a:r>
            <a:r>
              <a:rPr sz="1400" spc="4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feet</a:t>
            </a:r>
            <a:r>
              <a:rPr sz="1350" spc="-30" baseline="27777" dirty="0">
                <a:latin typeface="Cambria Math"/>
                <a:cs typeface="Cambria Math"/>
              </a:rPr>
              <a:t>2</a:t>
            </a:r>
            <a:endParaRPr sz="1350" baseline="2777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96441" y="4167504"/>
            <a:ext cx="486409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00" spc="82" baseline="12500" dirty="0">
                <a:latin typeface="Cambria Math"/>
                <a:cs typeface="Cambria Math"/>
              </a:rPr>
              <a:t>f</a:t>
            </a:r>
            <a:r>
              <a:rPr sz="1500" spc="55" dirty="0">
                <a:latin typeface="Cambria Math"/>
                <a:cs typeface="Cambria Math"/>
              </a:rPr>
              <a:t>w,b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84248" y="4181805"/>
            <a:ext cx="309245" cy="238760"/>
          </a:xfrm>
          <a:custGeom>
            <a:avLst/>
            <a:gdLst/>
            <a:ahLst/>
            <a:cxnLst/>
            <a:rect l="l" t="t" r="r" b="b"/>
            <a:pathLst>
              <a:path w="309244" h="238760">
                <a:moveTo>
                  <a:pt x="233171" y="0"/>
                </a:moveTo>
                <a:lnTo>
                  <a:pt x="229743" y="9664"/>
                </a:lnTo>
                <a:lnTo>
                  <a:pt x="243552" y="15651"/>
                </a:lnTo>
                <a:lnTo>
                  <a:pt x="255444" y="23934"/>
                </a:lnTo>
                <a:lnTo>
                  <a:pt x="279525" y="62331"/>
                </a:lnTo>
                <a:lnTo>
                  <a:pt x="287400" y="117906"/>
                </a:lnTo>
                <a:lnTo>
                  <a:pt x="286519" y="138916"/>
                </a:lnTo>
                <a:lnTo>
                  <a:pt x="273303" y="190372"/>
                </a:lnTo>
                <a:lnTo>
                  <a:pt x="243746" y="222528"/>
                </a:lnTo>
                <a:lnTo>
                  <a:pt x="230124" y="228536"/>
                </a:lnTo>
                <a:lnTo>
                  <a:pt x="233171" y="238213"/>
                </a:lnTo>
                <a:lnTo>
                  <a:pt x="278677" y="211171"/>
                </a:lnTo>
                <a:lnTo>
                  <a:pt x="304244" y="161245"/>
                </a:lnTo>
                <a:lnTo>
                  <a:pt x="309118" y="119164"/>
                </a:lnTo>
                <a:lnTo>
                  <a:pt x="307915" y="97584"/>
                </a:lnTo>
                <a:lnTo>
                  <a:pt x="298134" y="58620"/>
                </a:lnTo>
                <a:lnTo>
                  <a:pt x="265604" y="15266"/>
                </a:lnTo>
                <a:lnTo>
                  <a:pt x="250465" y="6231"/>
                </a:lnTo>
                <a:lnTo>
                  <a:pt x="233171" y="0"/>
                </a:lnTo>
                <a:close/>
              </a:path>
              <a:path w="309244" h="238760">
                <a:moveTo>
                  <a:pt x="75945" y="0"/>
                </a:moveTo>
                <a:lnTo>
                  <a:pt x="30565" y="27105"/>
                </a:lnTo>
                <a:lnTo>
                  <a:pt x="4889" y="77149"/>
                </a:lnTo>
                <a:lnTo>
                  <a:pt x="70" y="117906"/>
                </a:lnTo>
                <a:lnTo>
                  <a:pt x="0" y="119164"/>
                </a:lnTo>
                <a:lnTo>
                  <a:pt x="1097" y="138916"/>
                </a:lnTo>
                <a:lnTo>
                  <a:pt x="1216" y="141047"/>
                </a:lnTo>
                <a:lnTo>
                  <a:pt x="4873" y="161245"/>
                </a:lnTo>
                <a:lnTo>
                  <a:pt x="19557" y="196583"/>
                </a:lnTo>
                <a:lnTo>
                  <a:pt x="58634" y="231984"/>
                </a:lnTo>
                <a:lnTo>
                  <a:pt x="75945" y="238213"/>
                </a:lnTo>
                <a:lnTo>
                  <a:pt x="78993" y="228536"/>
                </a:lnTo>
                <a:lnTo>
                  <a:pt x="65424" y="222528"/>
                </a:lnTo>
                <a:lnTo>
                  <a:pt x="53689" y="214164"/>
                </a:lnTo>
                <a:lnTo>
                  <a:pt x="29646" y="175149"/>
                </a:lnTo>
                <a:lnTo>
                  <a:pt x="21769" y="119164"/>
                </a:lnTo>
                <a:lnTo>
                  <a:pt x="21716" y="117906"/>
                </a:lnTo>
                <a:lnTo>
                  <a:pt x="25241" y="79060"/>
                </a:lnTo>
                <a:lnTo>
                  <a:pt x="43834" y="34516"/>
                </a:lnTo>
                <a:lnTo>
                  <a:pt x="79375" y="9664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55876" y="4110354"/>
            <a:ext cx="180848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27025" algn="l"/>
              </a:tabLst>
            </a:pPr>
            <a:r>
              <a:rPr sz="2000" spc="65" dirty="0">
                <a:latin typeface="Cambria Math"/>
                <a:cs typeface="Cambria Math"/>
              </a:rPr>
              <a:t>x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1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0.06x</a:t>
            </a:r>
            <a:r>
              <a:rPr sz="2000" spc="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5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50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55433" y="2427351"/>
            <a:ext cx="3920490" cy="2088514"/>
            <a:chOff x="855433" y="2427351"/>
            <a:chExt cx="3920490" cy="2088514"/>
          </a:xfrm>
        </p:grpSpPr>
        <p:sp>
          <p:nvSpPr>
            <p:cNvPr id="23" name="object 23"/>
            <p:cNvSpPr/>
            <p:nvPr/>
          </p:nvSpPr>
          <p:spPr>
            <a:xfrm>
              <a:off x="1185862" y="2443226"/>
              <a:ext cx="3573779" cy="941705"/>
            </a:xfrm>
            <a:custGeom>
              <a:avLst/>
              <a:gdLst/>
              <a:ahLst/>
              <a:cxnLst/>
              <a:rect l="l" t="t" r="r" b="b"/>
              <a:pathLst>
                <a:path w="3573779" h="941704">
                  <a:moveTo>
                    <a:pt x="0" y="941197"/>
                  </a:moveTo>
                  <a:lnTo>
                    <a:pt x="3573716" y="0"/>
                  </a:lnTo>
                </a:path>
              </a:pathLst>
            </a:custGeom>
            <a:ln w="31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9144" y="2729103"/>
              <a:ext cx="882696" cy="19088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7790" y="3122549"/>
              <a:ext cx="654812" cy="20573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5433" y="3380143"/>
              <a:ext cx="437680" cy="75184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5800" y="4095140"/>
              <a:ext cx="2656214" cy="420370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5895975" y="1380997"/>
            <a:ext cx="2099945" cy="1802764"/>
            <a:chOff x="5895975" y="1380997"/>
            <a:chExt cx="2099945" cy="1802764"/>
          </a:xfrm>
        </p:grpSpPr>
        <p:sp>
          <p:nvSpPr>
            <p:cNvPr id="29" name="object 29"/>
            <p:cNvSpPr/>
            <p:nvPr/>
          </p:nvSpPr>
          <p:spPr>
            <a:xfrm>
              <a:off x="5895975" y="1380997"/>
              <a:ext cx="2099945" cy="1620520"/>
            </a:xfrm>
            <a:custGeom>
              <a:avLst/>
              <a:gdLst/>
              <a:ahLst/>
              <a:cxnLst/>
              <a:rect l="l" t="t" r="r" b="b"/>
              <a:pathLst>
                <a:path w="2099945" h="1620520">
                  <a:moveTo>
                    <a:pt x="2099818" y="1457452"/>
                  </a:moveTo>
                  <a:lnTo>
                    <a:pt x="2067153" y="1438402"/>
                  </a:lnTo>
                  <a:lnTo>
                    <a:pt x="1957197" y="1374267"/>
                  </a:lnTo>
                  <a:lnTo>
                    <a:pt x="1950072" y="1371879"/>
                  </a:lnTo>
                  <a:lnTo>
                    <a:pt x="1942795" y="1372362"/>
                  </a:lnTo>
                  <a:lnTo>
                    <a:pt x="1936203" y="1375524"/>
                  </a:lnTo>
                  <a:lnTo>
                    <a:pt x="1931162" y="1381125"/>
                  </a:lnTo>
                  <a:lnTo>
                    <a:pt x="1928761" y="1388325"/>
                  </a:lnTo>
                  <a:lnTo>
                    <a:pt x="1929257" y="1395641"/>
                  </a:lnTo>
                  <a:lnTo>
                    <a:pt x="1932406" y="1402245"/>
                  </a:lnTo>
                  <a:lnTo>
                    <a:pt x="1938020" y="1407287"/>
                  </a:lnTo>
                  <a:lnTo>
                    <a:pt x="1991347" y="1438402"/>
                  </a:lnTo>
                  <a:lnTo>
                    <a:pt x="152400" y="1438402"/>
                  </a:lnTo>
                  <a:lnTo>
                    <a:pt x="152400" y="108470"/>
                  </a:lnTo>
                  <a:lnTo>
                    <a:pt x="183515" y="161798"/>
                  </a:lnTo>
                  <a:lnTo>
                    <a:pt x="188556" y="167411"/>
                  </a:lnTo>
                  <a:lnTo>
                    <a:pt x="195160" y="170561"/>
                  </a:lnTo>
                  <a:lnTo>
                    <a:pt x="202476" y="171056"/>
                  </a:lnTo>
                  <a:lnTo>
                    <a:pt x="209677" y="168656"/>
                  </a:lnTo>
                  <a:lnTo>
                    <a:pt x="215277" y="163614"/>
                  </a:lnTo>
                  <a:lnTo>
                    <a:pt x="218440" y="157010"/>
                  </a:lnTo>
                  <a:lnTo>
                    <a:pt x="218922" y="149694"/>
                  </a:lnTo>
                  <a:lnTo>
                    <a:pt x="216535" y="142494"/>
                  </a:lnTo>
                  <a:lnTo>
                    <a:pt x="155435" y="37846"/>
                  </a:lnTo>
                  <a:lnTo>
                    <a:pt x="133350" y="0"/>
                  </a:lnTo>
                  <a:lnTo>
                    <a:pt x="50165" y="142494"/>
                  </a:lnTo>
                  <a:lnTo>
                    <a:pt x="47764" y="149694"/>
                  </a:lnTo>
                  <a:lnTo>
                    <a:pt x="48260" y="157010"/>
                  </a:lnTo>
                  <a:lnTo>
                    <a:pt x="51409" y="163614"/>
                  </a:lnTo>
                  <a:lnTo>
                    <a:pt x="57023" y="168656"/>
                  </a:lnTo>
                  <a:lnTo>
                    <a:pt x="64211" y="171056"/>
                  </a:lnTo>
                  <a:lnTo>
                    <a:pt x="71526" y="170561"/>
                  </a:lnTo>
                  <a:lnTo>
                    <a:pt x="78130" y="167411"/>
                  </a:lnTo>
                  <a:lnTo>
                    <a:pt x="83185" y="161798"/>
                  </a:lnTo>
                  <a:lnTo>
                    <a:pt x="114300" y="108470"/>
                  </a:lnTo>
                  <a:lnTo>
                    <a:pt x="114300" y="1438402"/>
                  </a:lnTo>
                  <a:lnTo>
                    <a:pt x="0" y="1438402"/>
                  </a:lnTo>
                  <a:lnTo>
                    <a:pt x="0" y="1476502"/>
                  </a:lnTo>
                  <a:lnTo>
                    <a:pt x="114300" y="1476502"/>
                  </a:lnTo>
                  <a:lnTo>
                    <a:pt x="114300" y="1620139"/>
                  </a:lnTo>
                  <a:lnTo>
                    <a:pt x="152400" y="1620139"/>
                  </a:lnTo>
                  <a:lnTo>
                    <a:pt x="152400" y="1476502"/>
                  </a:lnTo>
                  <a:lnTo>
                    <a:pt x="1991347" y="1476502"/>
                  </a:lnTo>
                  <a:lnTo>
                    <a:pt x="1938020" y="1507617"/>
                  </a:lnTo>
                  <a:lnTo>
                    <a:pt x="1932406" y="1512671"/>
                  </a:lnTo>
                  <a:lnTo>
                    <a:pt x="1929257" y="1519275"/>
                  </a:lnTo>
                  <a:lnTo>
                    <a:pt x="1928761" y="1526590"/>
                  </a:lnTo>
                  <a:lnTo>
                    <a:pt x="1931162" y="1533779"/>
                  </a:lnTo>
                  <a:lnTo>
                    <a:pt x="1936203" y="1539392"/>
                  </a:lnTo>
                  <a:lnTo>
                    <a:pt x="1942795" y="1542542"/>
                  </a:lnTo>
                  <a:lnTo>
                    <a:pt x="1950072" y="1543037"/>
                  </a:lnTo>
                  <a:lnTo>
                    <a:pt x="1957197" y="1540637"/>
                  </a:lnTo>
                  <a:lnTo>
                    <a:pt x="2067153" y="1476502"/>
                  </a:lnTo>
                  <a:lnTo>
                    <a:pt x="2099818" y="14574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1056" y="1494281"/>
              <a:ext cx="1524508" cy="12001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44664" y="3026283"/>
              <a:ext cx="212201" cy="15748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48384" y="2760344"/>
              <a:ext cx="31106" cy="19507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86475" y="1409636"/>
              <a:ext cx="233362" cy="223837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93282" y="3465855"/>
            <a:ext cx="1230248" cy="736600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6530771" y="437006"/>
            <a:ext cx="415925" cy="53975"/>
          </a:xfrm>
          <a:custGeom>
            <a:avLst/>
            <a:gdLst/>
            <a:ahLst/>
            <a:cxnLst/>
            <a:rect l="l" t="t" r="r" b="b"/>
            <a:pathLst>
              <a:path w="415925" h="53975">
                <a:moveTo>
                  <a:pt x="5434" y="52450"/>
                </a:moveTo>
                <a:lnTo>
                  <a:pt x="4575" y="52450"/>
                </a:lnTo>
                <a:lnTo>
                  <a:pt x="9474" y="53593"/>
                </a:lnTo>
                <a:lnTo>
                  <a:pt x="11308" y="52958"/>
                </a:lnTo>
                <a:lnTo>
                  <a:pt x="5894" y="52958"/>
                </a:lnTo>
                <a:lnTo>
                  <a:pt x="5434" y="52450"/>
                </a:lnTo>
                <a:close/>
              </a:path>
              <a:path w="415925" h="53975">
                <a:moveTo>
                  <a:pt x="5115" y="52098"/>
                </a:moveTo>
                <a:lnTo>
                  <a:pt x="5894" y="52958"/>
                </a:lnTo>
                <a:lnTo>
                  <a:pt x="6434" y="52958"/>
                </a:lnTo>
                <a:lnTo>
                  <a:pt x="5115" y="52098"/>
                </a:lnTo>
                <a:close/>
              </a:path>
              <a:path w="415925" h="53975">
                <a:moveTo>
                  <a:pt x="6521" y="34797"/>
                </a:moveTo>
                <a:lnTo>
                  <a:pt x="5791" y="34797"/>
                </a:lnTo>
                <a:lnTo>
                  <a:pt x="4072" y="36035"/>
                </a:lnTo>
                <a:lnTo>
                  <a:pt x="2147" y="38745"/>
                </a:lnTo>
                <a:lnTo>
                  <a:pt x="1716" y="39422"/>
                </a:lnTo>
                <a:lnTo>
                  <a:pt x="363" y="42707"/>
                </a:lnTo>
                <a:lnTo>
                  <a:pt x="331" y="45226"/>
                </a:lnTo>
                <a:lnTo>
                  <a:pt x="1666" y="48005"/>
                </a:lnTo>
                <a:lnTo>
                  <a:pt x="2362" y="49148"/>
                </a:lnTo>
                <a:lnTo>
                  <a:pt x="3136" y="49910"/>
                </a:lnTo>
                <a:lnTo>
                  <a:pt x="5115" y="52098"/>
                </a:lnTo>
                <a:lnTo>
                  <a:pt x="6434" y="52958"/>
                </a:lnTo>
                <a:lnTo>
                  <a:pt x="11308" y="52958"/>
                </a:lnTo>
                <a:lnTo>
                  <a:pt x="12776" y="52450"/>
                </a:lnTo>
                <a:lnTo>
                  <a:pt x="15443" y="51434"/>
                </a:lnTo>
                <a:lnTo>
                  <a:pt x="14825" y="51434"/>
                </a:lnTo>
                <a:lnTo>
                  <a:pt x="18999" y="49275"/>
                </a:lnTo>
                <a:lnTo>
                  <a:pt x="21115" y="49275"/>
                </a:lnTo>
                <a:lnTo>
                  <a:pt x="22555" y="48005"/>
                </a:lnTo>
                <a:lnTo>
                  <a:pt x="23444" y="45592"/>
                </a:lnTo>
                <a:lnTo>
                  <a:pt x="23566" y="45226"/>
                </a:lnTo>
                <a:lnTo>
                  <a:pt x="23628" y="45038"/>
                </a:lnTo>
                <a:lnTo>
                  <a:pt x="24102" y="43941"/>
                </a:lnTo>
                <a:lnTo>
                  <a:pt x="24217" y="43687"/>
                </a:lnTo>
                <a:lnTo>
                  <a:pt x="24333" y="41909"/>
                </a:lnTo>
                <a:lnTo>
                  <a:pt x="23698" y="40512"/>
                </a:lnTo>
                <a:lnTo>
                  <a:pt x="22301" y="36575"/>
                </a:lnTo>
                <a:lnTo>
                  <a:pt x="21473" y="36035"/>
                </a:lnTo>
                <a:lnTo>
                  <a:pt x="3944" y="36035"/>
                </a:lnTo>
                <a:lnTo>
                  <a:pt x="6521" y="34797"/>
                </a:lnTo>
                <a:close/>
              </a:path>
              <a:path w="415925" h="53975">
                <a:moveTo>
                  <a:pt x="49115" y="32731"/>
                </a:moveTo>
                <a:lnTo>
                  <a:pt x="25249" y="32731"/>
                </a:lnTo>
                <a:lnTo>
                  <a:pt x="17813" y="33527"/>
                </a:lnTo>
                <a:lnTo>
                  <a:pt x="17686" y="33527"/>
                </a:lnTo>
                <a:lnTo>
                  <a:pt x="8881" y="34797"/>
                </a:lnTo>
                <a:lnTo>
                  <a:pt x="19581" y="34797"/>
                </a:lnTo>
                <a:lnTo>
                  <a:pt x="22301" y="36575"/>
                </a:lnTo>
                <a:lnTo>
                  <a:pt x="23444" y="39877"/>
                </a:lnTo>
                <a:lnTo>
                  <a:pt x="24102" y="41401"/>
                </a:lnTo>
                <a:lnTo>
                  <a:pt x="24102" y="43941"/>
                </a:lnTo>
                <a:lnTo>
                  <a:pt x="23628" y="45038"/>
                </a:lnTo>
                <a:lnTo>
                  <a:pt x="22555" y="48005"/>
                </a:lnTo>
                <a:lnTo>
                  <a:pt x="20396" y="49910"/>
                </a:lnTo>
                <a:lnTo>
                  <a:pt x="17729" y="50545"/>
                </a:lnTo>
                <a:lnTo>
                  <a:pt x="16394" y="50897"/>
                </a:lnTo>
                <a:lnTo>
                  <a:pt x="15443" y="51434"/>
                </a:lnTo>
                <a:lnTo>
                  <a:pt x="12776" y="52450"/>
                </a:lnTo>
                <a:lnTo>
                  <a:pt x="11308" y="52958"/>
                </a:lnTo>
                <a:lnTo>
                  <a:pt x="13284" y="52958"/>
                </a:lnTo>
                <a:lnTo>
                  <a:pt x="21031" y="51942"/>
                </a:lnTo>
                <a:lnTo>
                  <a:pt x="20777" y="51942"/>
                </a:lnTo>
                <a:lnTo>
                  <a:pt x="26568" y="51434"/>
                </a:lnTo>
                <a:lnTo>
                  <a:pt x="47263" y="51434"/>
                </a:lnTo>
                <a:lnTo>
                  <a:pt x="57737" y="50194"/>
                </a:lnTo>
                <a:lnTo>
                  <a:pt x="57378" y="50194"/>
                </a:lnTo>
                <a:lnTo>
                  <a:pt x="69926" y="49148"/>
                </a:lnTo>
                <a:lnTo>
                  <a:pt x="69227" y="49148"/>
                </a:lnTo>
                <a:lnTo>
                  <a:pt x="78943" y="48005"/>
                </a:lnTo>
                <a:lnTo>
                  <a:pt x="78689" y="48005"/>
                </a:lnTo>
                <a:lnTo>
                  <a:pt x="88849" y="46862"/>
                </a:lnTo>
                <a:lnTo>
                  <a:pt x="89230" y="46862"/>
                </a:lnTo>
                <a:lnTo>
                  <a:pt x="99932" y="45038"/>
                </a:lnTo>
                <a:lnTo>
                  <a:pt x="100415" y="45038"/>
                </a:lnTo>
                <a:lnTo>
                  <a:pt x="109677" y="43941"/>
                </a:lnTo>
                <a:lnTo>
                  <a:pt x="119456" y="42925"/>
                </a:lnTo>
                <a:lnTo>
                  <a:pt x="128035" y="41909"/>
                </a:lnTo>
                <a:lnTo>
                  <a:pt x="127885" y="41909"/>
                </a:lnTo>
                <a:lnTo>
                  <a:pt x="138510" y="40806"/>
                </a:lnTo>
                <a:lnTo>
                  <a:pt x="137903" y="40806"/>
                </a:lnTo>
                <a:lnTo>
                  <a:pt x="148285" y="40131"/>
                </a:lnTo>
                <a:lnTo>
                  <a:pt x="157030" y="39422"/>
                </a:lnTo>
                <a:lnTo>
                  <a:pt x="156170" y="39422"/>
                </a:lnTo>
                <a:lnTo>
                  <a:pt x="172279" y="38745"/>
                </a:lnTo>
                <a:lnTo>
                  <a:pt x="171822" y="38745"/>
                </a:lnTo>
                <a:lnTo>
                  <a:pt x="214452" y="37718"/>
                </a:lnTo>
                <a:lnTo>
                  <a:pt x="230708" y="37718"/>
                </a:lnTo>
                <a:lnTo>
                  <a:pt x="245821" y="37464"/>
                </a:lnTo>
                <a:lnTo>
                  <a:pt x="269570" y="37464"/>
                </a:lnTo>
                <a:lnTo>
                  <a:pt x="284349" y="36575"/>
                </a:lnTo>
                <a:lnTo>
                  <a:pt x="300907" y="36575"/>
                </a:lnTo>
                <a:lnTo>
                  <a:pt x="313766" y="35432"/>
                </a:lnTo>
                <a:lnTo>
                  <a:pt x="313394" y="35432"/>
                </a:lnTo>
                <a:lnTo>
                  <a:pt x="324833" y="33781"/>
                </a:lnTo>
                <a:lnTo>
                  <a:pt x="57988" y="33781"/>
                </a:lnTo>
                <a:lnTo>
                  <a:pt x="49115" y="32731"/>
                </a:lnTo>
                <a:close/>
              </a:path>
              <a:path w="415925" h="53975">
                <a:moveTo>
                  <a:pt x="2362" y="49148"/>
                </a:moveTo>
                <a:lnTo>
                  <a:pt x="2329" y="49275"/>
                </a:lnTo>
                <a:lnTo>
                  <a:pt x="2991" y="50545"/>
                </a:lnTo>
                <a:lnTo>
                  <a:pt x="3273" y="50897"/>
                </a:lnTo>
                <a:lnTo>
                  <a:pt x="4876" y="51942"/>
                </a:lnTo>
                <a:lnTo>
                  <a:pt x="4515" y="51434"/>
                </a:lnTo>
                <a:lnTo>
                  <a:pt x="3136" y="49910"/>
                </a:lnTo>
                <a:lnTo>
                  <a:pt x="2362" y="49148"/>
                </a:lnTo>
                <a:close/>
              </a:path>
              <a:path w="415925" h="53975">
                <a:moveTo>
                  <a:pt x="18999" y="49275"/>
                </a:moveTo>
                <a:lnTo>
                  <a:pt x="14825" y="51434"/>
                </a:lnTo>
                <a:lnTo>
                  <a:pt x="14351" y="51434"/>
                </a:lnTo>
                <a:lnTo>
                  <a:pt x="16394" y="50897"/>
                </a:lnTo>
                <a:lnTo>
                  <a:pt x="18139" y="49910"/>
                </a:lnTo>
                <a:lnTo>
                  <a:pt x="18999" y="49275"/>
                </a:lnTo>
                <a:close/>
              </a:path>
              <a:path w="415925" h="53975">
                <a:moveTo>
                  <a:pt x="16394" y="50897"/>
                </a:moveTo>
                <a:lnTo>
                  <a:pt x="14351" y="51434"/>
                </a:lnTo>
                <a:lnTo>
                  <a:pt x="15443" y="51434"/>
                </a:lnTo>
                <a:lnTo>
                  <a:pt x="16394" y="50897"/>
                </a:lnTo>
                <a:close/>
              </a:path>
              <a:path w="415925" h="53975">
                <a:moveTo>
                  <a:pt x="21115" y="49275"/>
                </a:moveTo>
                <a:lnTo>
                  <a:pt x="18999" y="49275"/>
                </a:lnTo>
                <a:lnTo>
                  <a:pt x="18139" y="49910"/>
                </a:lnTo>
                <a:lnTo>
                  <a:pt x="16394" y="50897"/>
                </a:lnTo>
                <a:lnTo>
                  <a:pt x="17729" y="50545"/>
                </a:lnTo>
                <a:lnTo>
                  <a:pt x="20396" y="49910"/>
                </a:lnTo>
                <a:lnTo>
                  <a:pt x="21115" y="49275"/>
                </a:lnTo>
                <a:close/>
              </a:path>
              <a:path w="415925" h="53975">
                <a:moveTo>
                  <a:pt x="331" y="45226"/>
                </a:moveTo>
                <a:lnTo>
                  <a:pt x="330" y="45592"/>
                </a:lnTo>
                <a:lnTo>
                  <a:pt x="584" y="46862"/>
                </a:lnTo>
                <a:lnTo>
                  <a:pt x="711" y="47497"/>
                </a:lnTo>
                <a:lnTo>
                  <a:pt x="2362" y="49148"/>
                </a:lnTo>
                <a:lnTo>
                  <a:pt x="1666" y="48005"/>
                </a:lnTo>
                <a:lnTo>
                  <a:pt x="331" y="45226"/>
                </a:lnTo>
                <a:close/>
              </a:path>
              <a:path w="415925" h="53975">
                <a:moveTo>
                  <a:pt x="100415" y="45038"/>
                </a:moveTo>
                <a:lnTo>
                  <a:pt x="99932" y="45038"/>
                </a:lnTo>
                <a:lnTo>
                  <a:pt x="98832" y="45226"/>
                </a:lnTo>
                <a:lnTo>
                  <a:pt x="100415" y="45038"/>
                </a:lnTo>
                <a:close/>
              </a:path>
              <a:path w="415925" h="53975">
                <a:moveTo>
                  <a:pt x="348" y="42925"/>
                </a:moveTo>
                <a:lnTo>
                  <a:pt x="56" y="43433"/>
                </a:lnTo>
                <a:lnTo>
                  <a:pt x="0" y="43941"/>
                </a:lnTo>
                <a:lnTo>
                  <a:pt x="219" y="45038"/>
                </a:lnTo>
                <a:lnTo>
                  <a:pt x="312" y="43433"/>
                </a:lnTo>
                <a:lnTo>
                  <a:pt x="348" y="42925"/>
                </a:lnTo>
                <a:close/>
              </a:path>
              <a:path w="415925" h="53975">
                <a:moveTo>
                  <a:pt x="1541" y="39877"/>
                </a:moveTo>
                <a:lnTo>
                  <a:pt x="1265" y="40131"/>
                </a:lnTo>
                <a:lnTo>
                  <a:pt x="457" y="41401"/>
                </a:lnTo>
                <a:lnTo>
                  <a:pt x="363" y="42707"/>
                </a:lnTo>
                <a:lnTo>
                  <a:pt x="1168" y="40806"/>
                </a:lnTo>
                <a:lnTo>
                  <a:pt x="1292" y="40512"/>
                </a:lnTo>
                <a:lnTo>
                  <a:pt x="1346" y="40385"/>
                </a:lnTo>
                <a:lnTo>
                  <a:pt x="1443" y="40131"/>
                </a:lnTo>
                <a:lnTo>
                  <a:pt x="1541" y="39877"/>
                </a:lnTo>
                <a:close/>
              </a:path>
              <a:path w="415925" h="53975">
                <a:moveTo>
                  <a:pt x="4072" y="36035"/>
                </a:moveTo>
                <a:lnTo>
                  <a:pt x="2616" y="37083"/>
                </a:lnTo>
                <a:lnTo>
                  <a:pt x="1716" y="39422"/>
                </a:lnTo>
                <a:lnTo>
                  <a:pt x="2416" y="38353"/>
                </a:lnTo>
                <a:lnTo>
                  <a:pt x="4072" y="36035"/>
                </a:lnTo>
                <a:close/>
              </a:path>
              <a:path w="415925" h="53975">
                <a:moveTo>
                  <a:pt x="12014" y="34797"/>
                </a:moveTo>
                <a:lnTo>
                  <a:pt x="6521" y="34797"/>
                </a:lnTo>
                <a:lnTo>
                  <a:pt x="3944" y="36035"/>
                </a:lnTo>
                <a:lnTo>
                  <a:pt x="21473" y="36035"/>
                </a:lnTo>
                <a:lnTo>
                  <a:pt x="19970" y="35051"/>
                </a:lnTo>
                <a:lnTo>
                  <a:pt x="14808" y="35051"/>
                </a:lnTo>
                <a:lnTo>
                  <a:pt x="12014" y="34797"/>
                </a:lnTo>
                <a:close/>
              </a:path>
              <a:path w="415925" h="53975">
                <a:moveTo>
                  <a:pt x="12903" y="34797"/>
                </a:moveTo>
                <a:lnTo>
                  <a:pt x="12014" y="34797"/>
                </a:lnTo>
                <a:lnTo>
                  <a:pt x="14808" y="35051"/>
                </a:lnTo>
                <a:lnTo>
                  <a:pt x="10617" y="35051"/>
                </a:lnTo>
                <a:lnTo>
                  <a:pt x="12903" y="34797"/>
                </a:lnTo>
                <a:close/>
              </a:path>
              <a:path w="415925" h="53975">
                <a:moveTo>
                  <a:pt x="19581" y="34797"/>
                </a:moveTo>
                <a:lnTo>
                  <a:pt x="12903" y="34797"/>
                </a:lnTo>
                <a:lnTo>
                  <a:pt x="10617" y="35051"/>
                </a:lnTo>
                <a:lnTo>
                  <a:pt x="19970" y="35051"/>
                </a:lnTo>
                <a:lnTo>
                  <a:pt x="19581" y="34797"/>
                </a:lnTo>
                <a:close/>
              </a:path>
              <a:path w="415925" h="53975">
                <a:moveTo>
                  <a:pt x="71022" y="32407"/>
                </a:moveTo>
                <a:lnTo>
                  <a:pt x="56300" y="33781"/>
                </a:lnTo>
                <a:lnTo>
                  <a:pt x="324833" y="33781"/>
                </a:lnTo>
                <a:lnTo>
                  <a:pt x="326593" y="33527"/>
                </a:lnTo>
                <a:lnTo>
                  <a:pt x="326847" y="33527"/>
                </a:lnTo>
                <a:lnTo>
                  <a:pt x="331346" y="32731"/>
                </a:lnTo>
                <a:lnTo>
                  <a:pt x="68541" y="32731"/>
                </a:lnTo>
                <a:lnTo>
                  <a:pt x="71022" y="32407"/>
                </a:lnTo>
                <a:close/>
              </a:path>
              <a:path w="415925" h="53975">
                <a:moveTo>
                  <a:pt x="372798" y="24510"/>
                </a:moveTo>
                <a:lnTo>
                  <a:pt x="137109" y="24510"/>
                </a:lnTo>
                <a:lnTo>
                  <a:pt x="127330" y="25526"/>
                </a:lnTo>
                <a:lnTo>
                  <a:pt x="117678" y="26669"/>
                </a:lnTo>
                <a:lnTo>
                  <a:pt x="107899" y="27685"/>
                </a:lnTo>
                <a:lnTo>
                  <a:pt x="98120" y="28828"/>
                </a:lnTo>
                <a:lnTo>
                  <a:pt x="97739" y="28828"/>
                </a:lnTo>
                <a:lnTo>
                  <a:pt x="87058" y="30528"/>
                </a:lnTo>
                <a:lnTo>
                  <a:pt x="86225" y="30748"/>
                </a:lnTo>
                <a:lnTo>
                  <a:pt x="85673" y="30748"/>
                </a:lnTo>
                <a:lnTo>
                  <a:pt x="77038" y="31622"/>
                </a:lnTo>
                <a:lnTo>
                  <a:pt x="68541" y="32731"/>
                </a:lnTo>
                <a:lnTo>
                  <a:pt x="331346" y="32731"/>
                </a:lnTo>
                <a:lnTo>
                  <a:pt x="339039" y="31368"/>
                </a:lnTo>
                <a:lnTo>
                  <a:pt x="339166" y="31368"/>
                </a:lnTo>
                <a:lnTo>
                  <a:pt x="342578" y="30748"/>
                </a:lnTo>
                <a:lnTo>
                  <a:pt x="86225" y="30748"/>
                </a:lnTo>
                <a:lnTo>
                  <a:pt x="87058" y="30528"/>
                </a:lnTo>
                <a:lnTo>
                  <a:pt x="343790" y="30528"/>
                </a:lnTo>
                <a:lnTo>
                  <a:pt x="348945" y="29590"/>
                </a:lnTo>
                <a:lnTo>
                  <a:pt x="357708" y="27812"/>
                </a:lnTo>
                <a:lnTo>
                  <a:pt x="357962" y="27685"/>
                </a:lnTo>
                <a:lnTo>
                  <a:pt x="366208" y="25745"/>
                </a:lnTo>
                <a:lnTo>
                  <a:pt x="366384" y="25745"/>
                </a:lnTo>
                <a:lnTo>
                  <a:pt x="372798" y="24510"/>
                </a:lnTo>
                <a:close/>
              </a:path>
              <a:path w="415925" h="53975">
                <a:moveTo>
                  <a:pt x="366400" y="25745"/>
                </a:moveTo>
                <a:lnTo>
                  <a:pt x="366208" y="25745"/>
                </a:lnTo>
                <a:lnTo>
                  <a:pt x="365334" y="25951"/>
                </a:lnTo>
                <a:lnTo>
                  <a:pt x="366400" y="25745"/>
                </a:lnTo>
                <a:close/>
              </a:path>
              <a:path w="415925" h="53975">
                <a:moveTo>
                  <a:pt x="388389" y="22097"/>
                </a:moveTo>
                <a:lnTo>
                  <a:pt x="174299" y="22097"/>
                </a:lnTo>
                <a:lnTo>
                  <a:pt x="156667" y="22987"/>
                </a:lnTo>
                <a:lnTo>
                  <a:pt x="156413" y="22987"/>
                </a:lnTo>
                <a:lnTo>
                  <a:pt x="147015" y="23748"/>
                </a:lnTo>
                <a:lnTo>
                  <a:pt x="135432" y="24510"/>
                </a:lnTo>
                <a:lnTo>
                  <a:pt x="372798" y="24510"/>
                </a:lnTo>
                <a:lnTo>
                  <a:pt x="370547" y="24945"/>
                </a:lnTo>
                <a:lnTo>
                  <a:pt x="388389" y="22097"/>
                </a:lnTo>
                <a:close/>
              </a:path>
              <a:path w="415925" h="53975">
                <a:moveTo>
                  <a:pt x="391466" y="21775"/>
                </a:moveTo>
                <a:lnTo>
                  <a:pt x="185911" y="21775"/>
                </a:lnTo>
                <a:lnTo>
                  <a:pt x="172034" y="22097"/>
                </a:lnTo>
                <a:lnTo>
                  <a:pt x="388420" y="22097"/>
                </a:lnTo>
                <a:lnTo>
                  <a:pt x="386570" y="22391"/>
                </a:lnTo>
                <a:lnTo>
                  <a:pt x="386198" y="22391"/>
                </a:lnTo>
                <a:lnTo>
                  <a:pt x="391466" y="21775"/>
                </a:lnTo>
                <a:close/>
              </a:path>
              <a:path w="415925" h="53975">
                <a:moveTo>
                  <a:pt x="404063" y="0"/>
                </a:moveTo>
                <a:lnTo>
                  <a:pt x="400157" y="2539"/>
                </a:lnTo>
                <a:lnTo>
                  <a:pt x="399491" y="2920"/>
                </a:lnTo>
                <a:lnTo>
                  <a:pt x="395173" y="5714"/>
                </a:lnTo>
                <a:lnTo>
                  <a:pt x="393987" y="10458"/>
                </a:lnTo>
                <a:lnTo>
                  <a:pt x="393899" y="10809"/>
                </a:lnTo>
                <a:lnTo>
                  <a:pt x="393776" y="11302"/>
                </a:lnTo>
                <a:lnTo>
                  <a:pt x="398856" y="20192"/>
                </a:lnTo>
                <a:lnTo>
                  <a:pt x="404707" y="22097"/>
                </a:lnTo>
                <a:lnTo>
                  <a:pt x="404056" y="22097"/>
                </a:lnTo>
                <a:lnTo>
                  <a:pt x="409016" y="19684"/>
                </a:lnTo>
                <a:lnTo>
                  <a:pt x="412262" y="18061"/>
                </a:lnTo>
                <a:lnTo>
                  <a:pt x="412996" y="16288"/>
                </a:lnTo>
                <a:lnTo>
                  <a:pt x="412807" y="16288"/>
                </a:lnTo>
                <a:lnTo>
                  <a:pt x="413334" y="15366"/>
                </a:lnTo>
                <a:lnTo>
                  <a:pt x="413410" y="15185"/>
                </a:lnTo>
                <a:lnTo>
                  <a:pt x="413588" y="14858"/>
                </a:lnTo>
                <a:lnTo>
                  <a:pt x="413805" y="14648"/>
                </a:lnTo>
                <a:lnTo>
                  <a:pt x="415414" y="12191"/>
                </a:lnTo>
                <a:lnTo>
                  <a:pt x="408508" y="1142"/>
                </a:lnTo>
                <a:lnTo>
                  <a:pt x="409655" y="1142"/>
                </a:lnTo>
                <a:lnTo>
                  <a:pt x="409016" y="507"/>
                </a:lnTo>
                <a:lnTo>
                  <a:pt x="404063" y="0"/>
                </a:lnTo>
                <a:close/>
              </a:path>
              <a:path w="415925" h="53975">
                <a:moveTo>
                  <a:pt x="400888" y="21081"/>
                </a:moveTo>
                <a:lnTo>
                  <a:pt x="209626" y="21081"/>
                </a:lnTo>
                <a:lnTo>
                  <a:pt x="186532" y="21775"/>
                </a:lnTo>
                <a:lnTo>
                  <a:pt x="390627" y="21775"/>
                </a:lnTo>
                <a:lnTo>
                  <a:pt x="400888" y="21081"/>
                </a:lnTo>
                <a:close/>
              </a:path>
              <a:path w="415925" h="53975">
                <a:moveTo>
                  <a:pt x="395548" y="14404"/>
                </a:moveTo>
                <a:lnTo>
                  <a:pt x="323425" y="14404"/>
                </a:lnTo>
                <a:lnTo>
                  <a:pt x="310374" y="16288"/>
                </a:lnTo>
                <a:lnTo>
                  <a:pt x="299196" y="17398"/>
                </a:lnTo>
                <a:lnTo>
                  <a:pt x="285245" y="19474"/>
                </a:lnTo>
                <a:lnTo>
                  <a:pt x="284677" y="19474"/>
                </a:lnTo>
                <a:lnTo>
                  <a:pt x="268427" y="20573"/>
                </a:lnTo>
                <a:lnTo>
                  <a:pt x="245440" y="20573"/>
                </a:lnTo>
                <a:lnTo>
                  <a:pt x="225289" y="21081"/>
                </a:lnTo>
                <a:lnTo>
                  <a:pt x="401586" y="21081"/>
                </a:lnTo>
                <a:lnTo>
                  <a:pt x="398856" y="20192"/>
                </a:lnTo>
                <a:lnTo>
                  <a:pt x="395548" y="14404"/>
                </a:lnTo>
                <a:close/>
              </a:path>
              <a:path w="415925" h="53975">
                <a:moveTo>
                  <a:pt x="412262" y="18061"/>
                </a:moveTo>
                <a:lnTo>
                  <a:pt x="409016" y="19684"/>
                </a:lnTo>
                <a:lnTo>
                  <a:pt x="406144" y="21081"/>
                </a:lnTo>
                <a:lnTo>
                  <a:pt x="408321" y="21081"/>
                </a:lnTo>
                <a:lnTo>
                  <a:pt x="412064" y="18541"/>
                </a:lnTo>
                <a:lnTo>
                  <a:pt x="412262" y="18061"/>
                </a:lnTo>
                <a:close/>
              </a:path>
              <a:path w="415925" h="53975">
                <a:moveTo>
                  <a:pt x="415641" y="12008"/>
                </a:moveTo>
                <a:lnTo>
                  <a:pt x="415414" y="12191"/>
                </a:lnTo>
                <a:lnTo>
                  <a:pt x="413453" y="15185"/>
                </a:lnTo>
                <a:lnTo>
                  <a:pt x="412262" y="18061"/>
                </a:lnTo>
                <a:lnTo>
                  <a:pt x="413588" y="17398"/>
                </a:lnTo>
                <a:lnTo>
                  <a:pt x="415571" y="12191"/>
                </a:lnTo>
                <a:lnTo>
                  <a:pt x="415641" y="12008"/>
                </a:lnTo>
                <a:close/>
              </a:path>
              <a:path w="415925" h="53975">
                <a:moveTo>
                  <a:pt x="413377" y="15366"/>
                </a:moveTo>
                <a:lnTo>
                  <a:pt x="412808" y="16288"/>
                </a:lnTo>
                <a:lnTo>
                  <a:pt x="412996" y="16288"/>
                </a:lnTo>
                <a:lnTo>
                  <a:pt x="413377" y="15366"/>
                </a:lnTo>
                <a:close/>
              </a:path>
              <a:path w="415925" h="53975">
                <a:moveTo>
                  <a:pt x="393987" y="10458"/>
                </a:moveTo>
                <a:lnTo>
                  <a:pt x="345143" y="10458"/>
                </a:lnTo>
                <a:lnTo>
                  <a:pt x="321739" y="14648"/>
                </a:lnTo>
                <a:lnTo>
                  <a:pt x="323425" y="14404"/>
                </a:lnTo>
                <a:lnTo>
                  <a:pt x="395548" y="14404"/>
                </a:lnTo>
                <a:lnTo>
                  <a:pt x="393776" y="11302"/>
                </a:lnTo>
                <a:lnTo>
                  <a:pt x="393899" y="10809"/>
                </a:lnTo>
                <a:lnTo>
                  <a:pt x="393987" y="10458"/>
                </a:lnTo>
                <a:close/>
              </a:path>
              <a:path w="415925" h="53975">
                <a:moveTo>
                  <a:pt x="412164" y="3779"/>
                </a:moveTo>
                <a:lnTo>
                  <a:pt x="415534" y="12008"/>
                </a:lnTo>
                <a:lnTo>
                  <a:pt x="415621" y="10458"/>
                </a:lnTo>
                <a:lnTo>
                  <a:pt x="415291" y="7238"/>
                </a:lnTo>
                <a:lnTo>
                  <a:pt x="415239" y="6730"/>
                </a:lnTo>
                <a:lnTo>
                  <a:pt x="412164" y="3779"/>
                </a:lnTo>
                <a:close/>
              </a:path>
              <a:path w="415925" h="53975">
                <a:moveTo>
                  <a:pt x="402318" y="1142"/>
                </a:moveTo>
                <a:lnTo>
                  <a:pt x="397383" y="1142"/>
                </a:lnTo>
                <a:lnTo>
                  <a:pt x="388112" y="1777"/>
                </a:lnTo>
                <a:lnTo>
                  <a:pt x="389331" y="1777"/>
                </a:lnTo>
                <a:lnTo>
                  <a:pt x="383870" y="2539"/>
                </a:lnTo>
                <a:lnTo>
                  <a:pt x="370027" y="4698"/>
                </a:lnTo>
                <a:lnTo>
                  <a:pt x="369519" y="4825"/>
                </a:lnTo>
                <a:lnTo>
                  <a:pt x="361676" y="6476"/>
                </a:lnTo>
                <a:lnTo>
                  <a:pt x="361899" y="6476"/>
                </a:lnTo>
                <a:lnTo>
                  <a:pt x="353154" y="8762"/>
                </a:lnTo>
                <a:lnTo>
                  <a:pt x="343216" y="10809"/>
                </a:lnTo>
                <a:lnTo>
                  <a:pt x="345143" y="10458"/>
                </a:lnTo>
                <a:lnTo>
                  <a:pt x="393987" y="10458"/>
                </a:lnTo>
                <a:lnTo>
                  <a:pt x="395173" y="5714"/>
                </a:lnTo>
                <a:lnTo>
                  <a:pt x="399491" y="2920"/>
                </a:lnTo>
                <a:lnTo>
                  <a:pt x="400157" y="2539"/>
                </a:lnTo>
                <a:lnTo>
                  <a:pt x="402318" y="1142"/>
                </a:lnTo>
                <a:close/>
              </a:path>
              <a:path w="415925" h="53975">
                <a:moveTo>
                  <a:pt x="411714" y="3318"/>
                </a:moveTo>
                <a:lnTo>
                  <a:pt x="411973" y="3596"/>
                </a:lnTo>
                <a:lnTo>
                  <a:pt x="412123" y="3596"/>
                </a:lnTo>
                <a:lnTo>
                  <a:pt x="411714" y="3318"/>
                </a:lnTo>
                <a:close/>
              </a:path>
              <a:path w="415925" h="53975">
                <a:moveTo>
                  <a:pt x="409655" y="1142"/>
                </a:moveTo>
                <a:lnTo>
                  <a:pt x="408508" y="1142"/>
                </a:lnTo>
                <a:lnTo>
                  <a:pt x="412123" y="3596"/>
                </a:lnTo>
                <a:lnTo>
                  <a:pt x="409655" y="1142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208174" y="446277"/>
            <a:ext cx="450850" cy="50165"/>
          </a:xfrm>
          <a:custGeom>
            <a:avLst/>
            <a:gdLst/>
            <a:ahLst/>
            <a:cxnLst/>
            <a:rect l="l" t="t" r="r" b="b"/>
            <a:pathLst>
              <a:path w="450850" h="50165">
                <a:moveTo>
                  <a:pt x="9728" y="28270"/>
                </a:moveTo>
                <a:lnTo>
                  <a:pt x="8585" y="28270"/>
                </a:lnTo>
                <a:lnTo>
                  <a:pt x="6451" y="28448"/>
                </a:lnTo>
                <a:lnTo>
                  <a:pt x="1625" y="31496"/>
                </a:lnTo>
                <a:lnTo>
                  <a:pt x="101" y="34162"/>
                </a:lnTo>
                <a:lnTo>
                  <a:pt x="0" y="41021"/>
                </a:lnTo>
                <a:lnTo>
                  <a:pt x="179" y="41656"/>
                </a:lnTo>
                <a:lnTo>
                  <a:pt x="16738" y="49784"/>
                </a:lnTo>
                <a:lnTo>
                  <a:pt x="15849" y="49784"/>
                </a:lnTo>
                <a:lnTo>
                  <a:pt x="27787" y="50164"/>
                </a:lnTo>
                <a:lnTo>
                  <a:pt x="28803" y="50164"/>
                </a:lnTo>
                <a:lnTo>
                  <a:pt x="55183" y="47998"/>
                </a:lnTo>
                <a:lnTo>
                  <a:pt x="65506" y="47371"/>
                </a:lnTo>
                <a:lnTo>
                  <a:pt x="76174" y="46609"/>
                </a:lnTo>
                <a:lnTo>
                  <a:pt x="76555" y="46609"/>
                </a:lnTo>
                <a:lnTo>
                  <a:pt x="79234" y="46355"/>
                </a:lnTo>
                <a:lnTo>
                  <a:pt x="12166" y="46355"/>
                </a:lnTo>
                <a:lnTo>
                  <a:pt x="17899" y="37329"/>
                </a:lnTo>
                <a:lnTo>
                  <a:pt x="14126" y="31114"/>
                </a:lnTo>
                <a:lnTo>
                  <a:pt x="23787" y="31114"/>
                </a:lnTo>
                <a:lnTo>
                  <a:pt x="9690" y="30352"/>
                </a:lnTo>
                <a:lnTo>
                  <a:pt x="35746" y="30352"/>
                </a:lnTo>
                <a:lnTo>
                  <a:pt x="43034" y="29717"/>
                </a:lnTo>
                <a:lnTo>
                  <a:pt x="42993" y="29463"/>
                </a:lnTo>
                <a:lnTo>
                  <a:pt x="5626" y="29463"/>
                </a:lnTo>
                <a:lnTo>
                  <a:pt x="7213" y="28829"/>
                </a:lnTo>
                <a:lnTo>
                  <a:pt x="7509" y="28829"/>
                </a:lnTo>
                <a:lnTo>
                  <a:pt x="9728" y="28270"/>
                </a:lnTo>
                <a:close/>
              </a:path>
              <a:path w="450850" h="50165">
                <a:moveTo>
                  <a:pt x="17899" y="37329"/>
                </a:moveTo>
                <a:lnTo>
                  <a:pt x="12166" y="46355"/>
                </a:lnTo>
                <a:lnTo>
                  <a:pt x="13369" y="45753"/>
                </a:lnTo>
                <a:lnTo>
                  <a:pt x="14325" y="45212"/>
                </a:lnTo>
                <a:lnTo>
                  <a:pt x="15295" y="45212"/>
                </a:lnTo>
                <a:lnTo>
                  <a:pt x="23469" y="43814"/>
                </a:lnTo>
                <a:lnTo>
                  <a:pt x="27342" y="42781"/>
                </a:lnTo>
                <a:lnTo>
                  <a:pt x="41122" y="40132"/>
                </a:lnTo>
                <a:lnTo>
                  <a:pt x="42825" y="37719"/>
                </a:lnTo>
                <a:lnTo>
                  <a:pt x="18135" y="37719"/>
                </a:lnTo>
                <a:lnTo>
                  <a:pt x="17899" y="37329"/>
                </a:lnTo>
                <a:close/>
              </a:path>
              <a:path w="450850" h="50165">
                <a:moveTo>
                  <a:pt x="14579" y="45212"/>
                </a:moveTo>
                <a:lnTo>
                  <a:pt x="14325" y="45212"/>
                </a:lnTo>
                <a:lnTo>
                  <a:pt x="13369" y="45753"/>
                </a:lnTo>
                <a:lnTo>
                  <a:pt x="12166" y="46355"/>
                </a:lnTo>
                <a:lnTo>
                  <a:pt x="79234" y="46355"/>
                </a:lnTo>
                <a:lnTo>
                  <a:pt x="85576" y="45753"/>
                </a:lnTo>
                <a:lnTo>
                  <a:pt x="12251" y="45753"/>
                </a:lnTo>
                <a:lnTo>
                  <a:pt x="14579" y="45212"/>
                </a:lnTo>
                <a:close/>
              </a:path>
              <a:path w="450850" h="50165">
                <a:moveTo>
                  <a:pt x="14452" y="45212"/>
                </a:moveTo>
                <a:lnTo>
                  <a:pt x="12251" y="45753"/>
                </a:lnTo>
                <a:lnTo>
                  <a:pt x="13369" y="45753"/>
                </a:lnTo>
                <a:lnTo>
                  <a:pt x="14452" y="45212"/>
                </a:lnTo>
                <a:close/>
              </a:path>
              <a:path w="450850" h="50165">
                <a:moveTo>
                  <a:pt x="14579" y="45212"/>
                </a:moveTo>
                <a:lnTo>
                  <a:pt x="14452" y="45212"/>
                </a:lnTo>
                <a:lnTo>
                  <a:pt x="13369" y="45753"/>
                </a:lnTo>
                <a:lnTo>
                  <a:pt x="13135" y="45753"/>
                </a:lnTo>
                <a:lnTo>
                  <a:pt x="14579" y="45212"/>
                </a:lnTo>
                <a:close/>
              </a:path>
              <a:path w="450850" h="50165">
                <a:moveTo>
                  <a:pt x="15295" y="45212"/>
                </a:moveTo>
                <a:lnTo>
                  <a:pt x="14579" y="45212"/>
                </a:lnTo>
                <a:lnTo>
                  <a:pt x="13135" y="45753"/>
                </a:lnTo>
                <a:lnTo>
                  <a:pt x="12126" y="45753"/>
                </a:lnTo>
                <a:lnTo>
                  <a:pt x="15295" y="45212"/>
                </a:lnTo>
                <a:close/>
              </a:path>
              <a:path w="450850" h="50165">
                <a:moveTo>
                  <a:pt x="92005" y="25636"/>
                </a:moveTo>
                <a:lnTo>
                  <a:pt x="74261" y="27469"/>
                </a:lnTo>
                <a:lnTo>
                  <a:pt x="60655" y="28270"/>
                </a:lnTo>
                <a:lnTo>
                  <a:pt x="61332" y="28270"/>
                </a:lnTo>
                <a:lnTo>
                  <a:pt x="53695" y="28829"/>
                </a:lnTo>
                <a:lnTo>
                  <a:pt x="43034" y="29717"/>
                </a:lnTo>
                <a:lnTo>
                  <a:pt x="43137" y="30352"/>
                </a:lnTo>
                <a:lnTo>
                  <a:pt x="43256" y="31114"/>
                </a:lnTo>
                <a:lnTo>
                  <a:pt x="44170" y="35813"/>
                </a:lnTo>
                <a:lnTo>
                  <a:pt x="41122" y="40132"/>
                </a:lnTo>
                <a:lnTo>
                  <a:pt x="27276" y="42781"/>
                </a:lnTo>
                <a:lnTo>
                  <a:pt x="25882" y="43180"/>
                </a:lnTo>
                <a:lnTo>
                  <a:pt x="23469" y="43814"/>
                </a:lnTo>
                <a:lnTo>
                  <a:pt x="12126" y="45753"/>
                </a:lnTo>
                <a:lnTo>
                  <a:pt x="85576" y="45753"/>
                </a:lnTo>
                <a:lnTo>
                  <a:pt x="91287" y="45212"/>
                </a:lnTo>
                <a:lnTo>
                  <a:pt x="91541" y="45212"/>
                </a:lnTo>
                <a:lnTo>
                  <a:pt x="110267" y="42781"/>
                </a:lnTo>
                <a:lnTo>
                  <a:pt x="110730" y="42781"/>
                </a:lnTo>
                <a:lnTo>
                  <a:pt x="122910" y="41656"/>
                </a:lnTo>
                <a:lnTo>
                  <a:pt x="133832" y="40512"/>
                </a:lnTo>
                <a:lnTo>
                  <a:pt x="179425" y="36322"/>
                </a:lnTo>
                <a:lnTo>
                  <a:pt x="207873" y="33400"/>
                </a:lnTo>
                <a:lnTo>
                  <a:pt x="279610" y="27177"/>
                </a:lnTo>
                <a:lnTo>
                  <a:pt x="279069" y="27177"/>
                </a:lnTo>
                <a:lnTo>
                  <a:pt x="288502" y="26602"/>
                </a:lnTo>
                <a:lnTo>
                  <a:pt x="289291" y="26602"/>
                </a:lnTo>
                <a:lnTo>
                  <a:pt x="296205" y="26035"/>
                </a:lnTo>
                <a:lnTo>
                  <a:pt x="89128" y="26035"/>
                </a:lnTo>
                <a:lnTo>
                  <a:pt x="92005" y="25636"/>
                </a:lnTo>
                <a:close/>
              </a:path>
              <a:path w="450850" h="50165">
                <a:moveTo>
                  <a:pt x="110730" y="42781"/>
                </a:moveTo>
                <a:lnTo>
                  <a:pt x="110267" y="42781"/>
                </a:lnTo>
                <a:lnTo>
                  <a:pt x="107199" y="43180"/>
                </a:lnTo>
                <a:lnTo>
                  <a:pt x="106423" y="43180"/>
                </a:lnTo>
                <a:lnTo>
                  <a:pt x="110730" y="42781"/>
                </a:lnTo>
                <a:close/>
              </a:path>
              <a:path w="450850" h="50165">
                <a:moveTo>
                  <a:pt x="18135" y="36957"/>
                </a:moveTo>
                <a:lnTo>
                  <a:pt x="17899" y="37329"/>
                </a:lnTo>
                <a:lnTo>
                  <a:pt x="18135" y="37719"/>
                </a:lnTo>
                <a:lnTo>
                  <a:pt x="18135" y="36957"/>
                </a:lnTo>
                <a:close/>
              </a:path>
              <a:path w="450850" h="50165">
                <a:moveTo>
                  <a:pt x="43363" y="36957"/>
                </a:moveTo>
                <a:lnTo>
                  <a:pt x="18135" y="36957"/>
                </a:lnTo>
                <a:lnTo>
                  <a:pt x="18135" y="37719"/>
                </a:lnTo>
                <a:lnTo>
                  <a:pt x="42825" y="37719"/>
                </a:lnTo>
                <a:lnTo>
                  <a:pt x="43363" y="36957"/>
                </a:lnTo>
                <a:close/>
              </a:path>
              <a:path w="450850" h="50165">
                <a:moveTo>
                  <a:pt x="35746" y="30352"/>
                </a:moveTo>
                <a:lnTo>
                  <a:pt x="13663" y="30352"/>
                </a:lnTo>
                <a:lnTo>
                  <a:pt x="17899" y="37329"/>
                </a:lnTo>
                <a:lnTo>
                  <a:pt x="18135" y="36957"/>
                </a:lnTo>
                <a:lnTo>
                  <a:pt x="43363" y="36957"/>
                </a:lnTo>
                <a:lnTo>
                  <a:pt x="44170" y="35813"/>
                </a:lnTo>
                <a:lnTo>
                  <a:pt x="43701" y="33400"/>
                </a:lnTo>
                <a:lnTo>
                  <a:pt x="43652" y="33147"/>
                </a:lnTo>
                <a:lnTo>
                  <a:pt x="43528" y="32512"/>
                </a:lnTo>
                <a:lnTo>
                  <a:pt x="43454" y="32131"/>
                </a:lnTo>
                <a:lnTo>
                  <a:pt x="43330" y="31496"/>
                </a:lnTo>
                <a:lnTo>
                  <a:pt x="43256" y="31114"/>
                </a:lnTo>
                <a:lnTo>
                  <a:pt x="27279" y="31114"/>
                </a:lnTo>
                <a:lnTo>
                  <a:pt x="35746" y="30352"/>
                </a:lnTo>
                <a:close/>
              </a:path>
              <a:path w="450850" h="50165">
                <a:moveTo>
                  <a:pt x="423138" y="30352"/>
                </a:moveTo>
                <a:lnTo>
                  <a:pt x="408000" y="30352"/>
                </a:lnTo>
                <a:lnTo>
                  <a:pt x="412470" y="33147"/>
                </a:lnTo>
                <a:lnTo>
                  <a:pt x="416534" y="32131"/>
                </a:lnTo>
                <a:lnTo>
                  <a:pt x="418968" y="31496"/>
                </a:lnTo>
                <a:lnTo>
                  <a:pt x="420624" y="31114"/>
                </a:lnTo>
                <a:lnTo>
                  <a:pt x="421614" y="31114"/>
                </a:lnTo>
                <a:lnTo>
                  <a:pt x="423138" y="30352"/>
                </a:lnTo>
                <a:close/>
              </a:path>
              <a:path w="450850" h="50165">
                <a:moveTo>
                  <a:pt x="11489" y="30352"/>
                </a:moveTo>
                <a:lnTo>
                  <a:pt x="9605" y="30352"/>
                </a:lnTo>
                <a:lnTo>
                  <a:pt x="23866" y="31114"/>
                </a:lnTo>
                <a:lnTo>
                  <a:pt x="14791" y="31114"/>
                </a:lnTo>
                <a:lnTo>
                  <a:pt x="11489" y="30352"/>
                </a:lnTo>
                <a:close/>
              </a:path>
              <a:path w="450850" h="50165">
                <a:moveTo>
                  <a:pt x="13182" y="30352"/>
                </a:moveTo>
                <a:lnTo>
                  <a:pt x="11814" y="30352"/>
                </a:lnTo>
                <a:lnTo>
                  <a:pt x="21504" y="31114"/>
                </a:lnTo>
                <a:lnTo>
                  <a:pt x="14706" y="31114"/>
                </a:lnTo>
                <a:lnTo>
                  <a:pt x="13182" y="30352"/>
                </a:lnTo>
                <a:close/>
              </a:path>
              <a:path w="450850" h="50165">
                <a:moveTo>
                  <a:pt x="13182" y="30352"/>
                </a:moveTo>
                <a:lnTo>
                  <a:pt x="14706" y="31114"/>
                </a:lnTo>
                <a:lnTo>
                  <a:pt x="15033" y="31114"/>
                </a:lnTo>
                <a:lnTo>
                  <a:pt x="13182" y="30352"/>
                </a:lnTo>
                <a:close/>
              </a:path>
              <a:path w="450850" h="50165">
                <a:moveTo>
                  <a:pt x="13436" y="30352"/>
                </a:moveTo>
                <a:lnTo>
                  <a:pt x="13182" y="30352"/>
                </a:lnTo>
                <a:lnTo>
                  <a:pt x="15033" y="31114"/>
                </a:lnTo>
                <a:lnTo>
                  <a:pt x="14579" y="31114"/>
                </a:lnTo>
                <a:lnTo>
                  <a:pt x="13436" y="30352"/>
                </a:lnTo>
                <a:close/>
              </a:path>
              <a:path w="450850" h="50165">
                <a:moveTo>
                  <a:pt x="43034" y="29717"/>
                </a:moveTo>
                <a:lnTo>
                  <a:pt x="27279" y="31114"/>
                </a:lnTo>
                <a:lnTo>
                  <a:pt x="43261" y="31114"/>
                </a:lnTo>
                <a:lnTo>
                  <a:pt x="43137" y="30352"/>
                </a:lnTo>
                <a:lnTo>
                  <a:pt x="43034" y="29717"/>
                </a:lnTo>
                <a:close/>
              </a:path>
              <a:path w="450850" h="50165">
                <a:moveTo>
                  <a:pt x="431767" y="16001"/>
                </a:moveTo>
                <a:lnTo>
                  <a:pt x="418693" y="16001"/>
                </a:lnTo>
                <a:lnTo>
                  <a:pt x="415184" y="16790"/>
                </a:lnTo>
                <a:lnTo>
                  <a:pt x="412851" y="17399"/>
                </a:lnTo>
                <a:lnTo>
                  <a:pt x="408787" y="18414"/>
                </a:lnTo>
                <a:lnTo>
                  <a:pt x="406450" y="22351"/>
                </a:lnTo>
                <a:lnTo>
                  <a:pt x="406575" y="23283"/>
                </a:lnTo>
                <a:lnTo>
                  <a:pt x="408120" y="29463"/>
                </a:lnTo>
                <a:lnTo>
                  <a:pt x="408247" y="29972"/>
                </a:lnTo>
                <a:lnTo>
                  <a:pt x="408343" y="30352"/>
                </a:lnTo>
                <a:lnTo>
                  <a:pt x="423277" y="30352"/>
                </a:lnTo>
                <a:lnTo>
                  <a:pt x="431267" y="27767"/>
                </a:lnTo>
                <a:lnTo>
                  <a:pt x="432007" y="27469"/>
                </a:lnTo>
                <a:lnTo>
                  <a:pt x="432663" y="27177"/>
                </a:lnTo>
                <a:lnTo>
                  <a:pt x="436937" y="24892"/>
                </a:lnTo>
                <a:lnTo>
                  <a:pt x="436600" y="24892"/>
                </a:lnTo>
                <a:lnTo>
                  <a:pt x="438124" y="24257"/>
                </a:lnTo>
                <a:lnTo>
                  <a:pt x="438759" y="24257"/>
                </a:lnTo>
                <a:lnTo>
                  <a:pt x="443077" y="22987"/>
                </a:lnTo>
                <a:lnTo>
                  <a:pt x="445088" y="22351"/>
                </a:lnTo>
                <a:lnTo>
                  <a:pt x="445334" y="22351"/>
                </a:lnTo>
                <a:lnTo>
                  <a:pt x="446272" y="21589"/>
                </a:lnTo>
                <a:lnTo>
                  <a:pt x="438089" y="21589"/>
                </a:lnTo>
                <a:lnTo>
                  <a:pt x="429223" y="20574"/>
                </a:lnTo>
                <a:lnTo>
                  <a:pt x="404046" y="20574"/>
                </a:lnTo>
                <a:lnTo>
                  <a:pt x="412125" y="20278"/>
                </a:lnTo>
                <a:lnTo>
                  <a:pt x="438246" y="20278"/>
                </a:lnTo>
                <a:lnTo>
                  <a:pt x="435162" y="18161"/>
                </a:lnTo>
                <a:lnTo>
                  <a:pt x="432790" y="18161"/>
                </a:lnTo>
                <a:lnTo>
                  <a:pt x="431842" y="16159"/>
                </a:lnTo>
                <a:lnTo>
                  <a:pt x="431767" y="16001"/>
                </a:lnTo>
                <a:close/>
              </a:path>
              <a:path w="450850" h="50165">
                <a:moveTo>
                  <a:pt x="11658" y="28829"/>
                </a:moveTo>
                <a:lnTo>
                  <a:pt x="7213" y="28829"/>
                </a:lnTo>
                <a:lnTo>
                  <a:pt x="5626" y="29463"/>
                </a:lnTo>
                <a:lnTo>
                  <a:pt x="12928" y="29463"/>
                </a:lnTo>
                <a:lnTo>
                  <a:pt x="11658" y="28829"/>
                </a:lnTo>
                <a:close/>
              </a:path>
              <a:path w="450850" h="50165">
                <a:moveTo>
                  <a:pt x="38074" y="23495"/>
                </a:moveTo>
                <a:lnTo>
                  <a:pt x="22697" y="26035"/>
                </a:lnTo>
                <a:lnTo>
                  <a:pt x="23088" y="26035"/>
                </a:lnTo>
                <a:lnTo>
                  <a:pt x="20476" y="26602"/>
                </a:lnTo>
                <a:lnTo>
                  <a:pt x="20156" y="26602"/>
                </a:lnTo>
                <a:lnTo>
                  <a:pt x="9250" y="28270"/>
                </a:lnTo>
                <a:lnTo>
                  <a:pt x="9728" y="28270"/>
                </a:lnTo>
                <a:lnTo>
                  <a:pt x="11404" y="28829"/>
                </a:lnTo>
                <a:lnTo>
                  <a:pt x="11658" y="28829"/>
                </a:lnTo>
                <a:lnTo>
                  <a:pt x="12928" y="29463"/>
                </a:lnTo>
                <a:lnTo>
                  <a:pt x="42993" y="29463"/>
                </a:lnTo>
                <a:lnTo>
                  <a:pt x="42869" y="28701"/>
                </a:lnTo>
                <a:lnTo>
                  <a:pt x="42799" y="28270"/>
                </a:lnTo>
                <a:lnTo>
                  <a:pt x="42718" y="27767"/>
                </a:lnTo>
                <a:lnTo>
                  <a:pt x="42622" y="27177"/>
                </a:lnTo>
                <a:lnTo>
                  <a:pt x="42529" y="26602"/>
                </a:lnTo>
                <a:lnTo>
                  <a:pt x="41778" y="26035"/>
                </a:lnTo>
                <a:lnTo>
                  <a:pt x="38074" y="23495"/>
                </a:lnTo>
                <a:close/>
              </a:path>
              <a:path w="450850" h="50165">
                <a:moveTo>
                  <a:pt x="9728" y="28270"/>
                </a:moveTo>
                <a:lnTo>
                  <a:pt x="7509" y="28829"/>
                </a:lnTo>
                <a:lnTo>
                  <a:pt x="11404" y="28829"/>
                </a:lnTo>
                <a:lnTo>
                  <a:pt x="9728" y="28270"/>
                </a:lnTo>
                <a:close/>
              </a:path>
              <a:path w="450850" h="50165">
                <a:moveTo>
                  <a:pt x="435711" y="7493"/>
                </a:moveTo>
                <a:lnTo>
                  <a:pt x="277088" y="7493"/>
                </a:lnTo>
                <a:lnTo>
                  <a:pt x="266420" y="8000"/>
                </a:lnTo>
                <a:lnTo>
                  <a:pt x="268833" y="8000"/>
                </a:lnTo>
                <a:lnTo>
                  <a:pt x="252577" y="9271"/>
                </a:lnTo>
                <a:lnTo>
                  <a:pt x="232476" y="11336"/>
                </a:lnTo>
                <a:lnTo>
                  <a:pt x="232313" y="11336"/>
                </a:lnTo>
                <a:lnTo>
                  <a:pt x="217652" y="12700"/>
                </a:lnTo>
                <a:lnTo>
                  <a:pt x="205968" y="13970"/>
                </a:lnTo>
                <a:lnTo>
                  <a:pt x="194538" y="14986"/>
                </a:lnTo>
                <a:lnTo>
                  <a:pt x="158851" y="18669"/>
                </a:lnTo>
                <a:lnTo>
                  <a:pt x="140270" y="20278"/>
                </a:lnTo>
                <a:lnTo>
                  <a:pt x="140601" y="20278"/>
                </a:lnTo>
                <a:lnTo>
                  <a:pt x="121132" y="22351"/>
                </a:lnTo>
                <a:lnTo>
                  <a:pt x="106019" y="23749"/>
                </a:lnTo>
                <a:lnTo>
                  <a:pt x="105638" y="23749"/>
                </a:lnTo>
                <a:lnTo>
                  <a:pt x="89128" y="26035"/>
                </a:lnTo>
                <a:lnTo>
                  <a:pt x="296205" y="26035"/>
                </a:lnTo>
                <a:lnTo>
                  <a:pt x="329416" y="23283"/>
                </a:lnTo>
                <a:lnTo>
                  <a:pt x="328299" y="23283"/>
                </a:lnTo>
                <a:lnTo>
                  <a:pt x="346049" y="22606"/>
                </a:lnTo>
                <a:lnTo>
                  <a:pt x="346303" y="22606"/>
                </a:lnTo>
                <a:lnTo>
                  <a:pt x="356338" y="21871"/>
                </a:lnTo>
                <a:lnTo>
                  <a:pt x="355227" y="21871"/>
                </a:lnTo>
                <a:lnTo>
                  <a:pt x="366496" y="21589"/>
                </a:lnTo>
                <a:lnTo>
                  <a:pt x="384149" y="20827"/>
                </a:lnTo>
                <a:lnTo>
                  <a:pt x="392700" y="20574"/>
                </a:lnTo>
                <a:lnTo>
                  <a:pt x="407505" y="20574"/>
                </a:lnTo>
                <a:lnTo>
                  <a:pt x="408787" y="18414"/>
                </a:lnTo>
                <a:lnTo>
                  <a:pt x="412851" y="17399"/>
                </a:lnTo>
                <a:lnTo>
                  <a:pt x="415184" y="16790"/>
                </a:lnTo>
                <a:lnTo>
                  <a:pt x="417967" y="16159"/>
                </a:lnTo>
                <a:lnTo>
                  <a:pt x="426251" y="13357"/>
                </a:lnTo>
                <a:lnTo>
                  <a:pt x="430202" y="11336"/>
                </a:lnTo>
                <a:lnTo>
                  <a:pt x="435711" y="7493"/>
                </a:lnTo>
                <a:close/>
              </a:path>
              <a:path w="450850" h="50165">
                <a:moveTo>
                  <a:pt x="438124" y="24257"/>
                </a:moveTo>
                <a:lnTo>
                  <a:pt x="436600" y="24892"/>
                </a:lnTo>
                <a:lnTo>
                  <a:pt x="437348" y="24671"/>
                </a:lnTo>
                <a:lnTo>
                  <a:pt x="438124" y="24257"/>
                </a:lnTo>
                <a:close/>
              </a:path>
              <a:path w="450850" h="50165">
                <a:moveTo>
                  <a:pt x="437348" y="24671"/>
                </a:moveTo>
                <a:lnTo>
                  <a:pt x="436600" y="24892"/>
                </a:lnTo>
                <a:lnTo>
                  <a:pt x="436937" y="24892"/>
                </a:lnTo>
                <a:lnTo>
                  <a:pt x="437348" y="24671"/>
                </a:lnTo>
                <a:close/>
              </a:path>
              <a:path w="450850" h="50165">
                <a:moveTo>
                  <a:pt x="438759" y="24257"/>
                </a:moveTo>
                <a:lnTo>
                  <a:pt x="438124" y="24257"/>
                </a:lnTo>
                <a:lnTo>
                  <a:pt x="437348" y="24671"/>
                </a:lnTo>
                <a:lnTo>
                  <a:pt x="438759" y="24257"/>
                </a:lnTo>
                <a:close/>
              </a:path>
              <a:path w="450850" h="50165">
                <a:moveTo>
                  <a:pt x="438246" y="20278"/>
                </a:moveTo>
                <a:lnTo>
                  <a:pt x="426643" y="20278"/>
                </a:lnTo>
                <a:lnTo>
                  <a:pt x="438089" y="21589"/>
                </a:lnTo>
                <a:lnTo>
                  <a:pt x="440156" y="21589"/>
                </a:lnTo>
                <a:lnTo>
                  <a:pt x="438246" y="20278"/>
                </a:lnTo>
                <a:close/>
              </a:path>
              <a:path w="450850" h="50165">
                <a:moveTo>
                  <a:pt x="440918" y="1777"/>
                </a:moveTo>
                <a:lnTo>
                  <a:pt x="355320" y="1777"/>
                </a:lnTo>
                <a:lnTo>
                  <a:pt x="344115" y="2461"/>
                </a:lnTo>
                <a:lnTo>
                  <a:pt x="328650" y="3175"/>
                </a:lnTo>
                <a:lnTo>
                  <a:pt x="328142" y="3175"/>
                </a:lnTo>
                <a:lnTo>
                  <a:pt x="288919" y="6695"/>
                </a:lnTo>
                <a:lnTo>
                  <a:pt x="278019" y="7493"/>
                </a:lnTo>
                <a:lnTo>
                  <a:pt x="435711" y="7493"/>
                </a:lnTo>
                <a:lnTo>
                  <a:pt x="433165" y="16790"/>
                </a:lnTo>
                <a:lnTo>
                  <a:pt x="440156" y="21589"/>
                </a:lnTo>
                <a:lnTo>
                  <a:pt x="446272" y="21589"/>
                </a:lnTo>
                <a:lnTo>
                  <a:pt x="447522" y="20574"/>
                </a:lnTo>
                <a:lnTo>
                  <a:pt x="449381" y="16159"/>
                </a:lnTo>
                <a:lnTo>
                  <a:pt x="450692" y="13357"/>
                </a:lnTo>
                <a:lnTo>
                  <a:pt x="450697" y="10033"/>
                </a:lnTo>
                <a:lnTo>
                  <a:pt x="449427" y="7493"/>
                </a:lnTo>
                <a:lnTo>
                  <a:pt x="448157" y="4825"/>
                </a:lnTo>
                <a:lnTo>
                  <a:pt x="445744" y="2921"/>
                </a:lnTo>
                <a:lnTo>
                  <a:pt x="443721" y="2461"/>
                </a:lnTo>
                <a:lnTo>
                  <a:pt x="440918" y="1777"/>
                </a:lnTo>
                <a:close/>
              </a:path>
              <a:path w="450850" h="50165">
                <a:moveTo>
                  <a:pt x="426643" y="20278"/>
                </a:moveTo>
                <a:lnTo>
                  <a:pt x="412125" y="20278"/>
                </a:lnTo>
                <a:lnTo>
                  <a:pt x="404046" y="20574"/>
                </a:lnTo>
                <a:lnTo>
                  <a:pt x="429223" y="20574"/>
                </a:lnTo>
                <a:lnTo>
                  <a:pt x="426643" y="20278"/>
                </a:lnTo>
                <a:close/>
              </a:path>
              <a:path w="450850" h="50165">
                <a:moveTo>
                  <a:pt x="431647" y="15748"/>
                </a:moveTo>
                <a:lnTo>
                  <a:pt x="432790" y="18161"/>
                </a:lnTo>
                <a:lnTo>
                  <a:pt x="433165" y="16790"/>
                </a:lnTo>
                <a:lnTo>
                  <a:pt x="431647" y="15748"/>
                </a:lnTo>
                <a:close/>
              </a:path>
              <a:path w="450850" h="50165">
                <a:moveTo>
                  <a:pt x="433165" y="16790"/>
                </a:moveTo>
                <a:lnTo>
                  <a:pt x="432790" y="18161"/>
                </a:lnTo>
                <a:lnTo>
                  <a:pt x="435162" y="18161"/>
                </a:lnTo>
                <a:lnTo>
                  <a:pt x="433165" y="16790"/>
                </a:lnTo>
                <a:close/>
              </a:path>
              <a:path w="450850" h="50165">
                <a:moveTo>
                  <a:pt x="433451" y="15748"/>
                </a:moveTo>
                <a:lnTo>
                  <a:pt x="431647" y="15748"/>
                </a:lnTo>
                <a:lnTo>
                  <a:pt x="433165" y="16790"/>
                </a:lnTo>
                <a:lnTo>
                  <a:pt x="433338" y="16159"/>
                </a:lnTo>
                <a:lnTo>
                  <a:pt x="433451" y="15748"/>
                </a:lnTo>
                <a:close/>
              </a:path>
              <a:path w="450850" h="50165">
                <a:moveTo>
                  <a:pt x="426251" y="13357"/>
                </a:moveTo>
                <a:lnTo>
                  <a:pt x="417967" y="16159"/>
                </a:lnTo>
                <a:lnTo>
                  <a:pt x="418693" y="16001"/>
                </a:lnTo>
                <a:lnTo>
                  <a:pt x="431767" y="16001"/>
                </a:lnTo>
                <a:lnTo>
                  <a:pt x="431647" y="15748"/>
                </a:lnTo>
                <a:lnTo>
                  <a:pt x="433451" y="15748"/>
                </a:lnTo>
                <a:lnTo>
                  <a:pt x="433938" y="13970"/>
                </a:lnTo>
                <a:lnTo>
                  <a:pt x="434007" y="13716"/>
                </a:lnTo>
                <a:lnTo>
                  <a:pt x="425551" y="13716"/>
                </a:lnTo>
                <a:lnTo>
                  <a:pt x="426251" y="13357"/>
                </a:lnTo>
                <a:close/>
              </a:path>
              <a:path w="450850" h="50165">
                <a:moveTo>
                  <a:pt x="434146" y="13208"/>
                </a:moveTo>
                <a:lnTo>
                  <a:pt x="426694" y="13208"/>
                </a:lnTo>
                <a:lnTo>
                  <a:pt x="425551" y="13716"/>
                </a:lnTo>
                <a:lnTo>
                  <a:pt x="434007" y="13716"/>
                </a:lnTo>
                <a:lnTo>
                  <a:pt x="434105" y="13357"/>
                </a:lnTo>
                <a:lnTo>
                  <a:pt x="434146" y="13208"/>
                </a:lnTo>
                <a:close/>
              </a:path>
              <a:path w="450850" h="50165">
                <a:moveTo>
                  <a:pt x="434772" y="10922"/>
                </a:moveTo>
                <a:lnTo>
                  <a:pt x="431012" y="10922"/>
                </a:lnTo>
                <a:lnTo>
                  <a:pt x="426251" y="13357"/>
                </a:lnTo>
                <a:lnTo>
                  <a:pt x="426694" y="13208"/>
                </a:lnTo>
                <a:lnTo>
                  <a:pt x="434146" y="13208"/>
                </a:lnTo>
                <a:lnTo>
                  <a:pt x="434659" y="11336"/>
                </a:lnTo>
                <a:lnTo>
                  <a:pt x="434772" y="10922"/>
                </a:lnTo>
                <a:close/>
              </a:path>
              <a:path w="450850" h="50165">
                <a:moveTo>
                  <a:pt x="435711" y="7493"/>
                </a:moveTo>
                <a:lnTo>
                  <a:pt x="430202" y="11336"/>
                </a:lnTo>
                <a:lnTo>
                  <a:pt x="431012" y="10922"/>
                </a:lnTo>
                <a:lnTo>
                  <a:pt x="434772" y="10922"/>
                </a:lnTo>
                <a:lnTo>
                  <a:pt x="435711" y="7493"/>
                </a:lnTo>
                <a:close/>
              </a:path>
              <a:path w="450850" h="50165">
                <a:moveTo>
                  <a:pt x="427075" y="0"/>
                </a:moveTo>
                <a:lnTo>
                  <a:pt x="413782" y="0"/>
                </a:lnTo>
                <a:lnTo>
                  <a:pt x="406755" y="254"/>
                </a:lnTo>
                <a:lnTo>
                  <a:pt x="396468" y="254"/>
                </a:lnTo>
                <a:lnTo>
                  <a:pt x="365734" y="1270"/>
                </a:lnTo>
                <a:lnTo>
                  <a:pt x="355701" y="1777"/>
                </a:lnTo>
                <a:lnTo>
                  <a:pt x="441553" y="1777"/>
                </a:lnTo>
                <a:lnTo>
                  <a:pt x="436981" y="1270"/>
                </a:lnTo>
                <a:lnTo>
                  <a:pt x="437235" y="1270"/>
                </a:lnTo>
                <a:lnTo>
                  <a:pt x="427075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0405" y="365482"/>
            <a:ext cx="7279005" cy="4099560"/>
            <a:chOff x="930405" y="365482"/>
            <a:chExt cx="7279005" cy="4099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405" y="365482"/>
              <a:ext cx="7278996" cy="409941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8124" y="1238250"/>
              <a:ext cx="2324100" cy="14859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9750" y="2057399"/>
              <a:ext cx="704850" cy="7143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14625" y="3605212"/>
              <a:ext cx="4314825" cy="695325"/>
            </a:xfrm>
            <a:custGeom>
              <a:avLst/>
              <a:gdLst/>
              <a:ahLst/>
              <a:cxnLst/>
              <a:rect l="l" t="t" r="r" b="b"/>
              <a:pathLst>
                <a:path w="4314825" h="695325">
                  <a:moveTo>
                    <a:pt x="3848100" y="695325"/>
                  </a:moveTo>
                  <a:lnTo>
                    <a:pt x="4314825" y="695325"/>
                  </a:lnTo>
                  <a:lnTo>
                    <a:pt x="4314825" y="400050"/>
                  </a:lnTo>
                  <a:lnTo>
                    <a:pt x="3848100" y="400050"/>
                  </a:lnTo>
                  <a:lnTo>
                    <a:pt x="3848100" y="695325"/>
                  </a:lnTo>
                  <a:close/>
                </a:path>
                <a:path w="4314825" h="695325">
                  <a:moveTo>
                    <a:pt x="0" y="295275"/>
                  </a:moveTo>
                  <a:lnTo>
                    <a:pt x="466725" y="295275"/>
                  </a:lnTo>
                  <a:lnTo>
                    <a:pt x="4667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00449" y="3733799"/>
              <a:ext cx="1547495" cy="257175"/>
            </a:xfrm>
            <a:custGeom>
              <a:avLst/>
              <a:gdLst/>
              <a:ahLst/>
              <a:cxnLst/>
              <a:rect l="l" t="t" r="r" b="b"/>
              <a:pathLst>
                <a:path w="1547495" h="257175">
                  <a:moveTo>
                    <a:pt x="1547495" y="257162"/>
                  </a:moveTo>
                  <a:lnTo>
                    <a:pt x="1152525" y="0"/>
                  </a:lnTo>
                </a:path>
                <a:path w="1547495" h="257175">
                  <a:moveTo>
                    <a:pt x="1122172" y="0"/>
                  </a:moveTo>
                  <a:lnTo>
                    <a:pt x="0" y="253047"/>
                  </a:lnTo>
                </a:path>
              </a:pathLst>
            </a:custGeom>
            <a:ln w="38100">
              <a:solidFill>
                <a:srgbClr val="FF4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43453" y="3062224"/>
              <a:ext cx="190500" cy="681990"/>
            </a:xfrm>
            <a:custGeom>
              <a:avLst/>
              <a:gdLst/>
              <a:ahLst/>
              <a:cxnLst/>
              <a:rect l="l" t="t" r="r" b="b"/>
              <a:pathLst>
                <a:path w="190500" h="681989">
                  <a:moveTo>
                    <a:pt x="17303" y="545925"/>
                  </a:moveTo>
                  <a:lnTo>
                    <a:pt x="11237" y="546542"/>
                  </a:lnTo>
                  <a:lnTo>
                    <a:pt x="5635" y="549529"/>
                  </a:lnTo>
                  <a:lnTo>
                    <a:pt x="1692" y="554485"/>
                  </a:lnTo>
                  <a:lnTo>
                    <a:pt x="0" y="560324"/>
                  </a:lnTo>
                  <a:lnTo>
                    <a:pt x="617" y="566352"/>
                  </a:lnTo>
                  <a:lnTo>
                    <a:pt x="3603" y="571881"/>
                  </a:lnTo>
                  <a:lnTo>
                    <a:pt x="95297" y="681863"/>
                  </a:lnTo>
                  <a:lnTo>
                    <a:pt x="116021" y="656970"/>
                  </a:lnTo>
                  <a:lnTo>
                    <a:pt x="79422" y="656970"/>
                  </a:lnTo>
                  <a:lnTo>
                    <a:pt x="79422" y="612978"/>
                  </a:lnTo>
                  <a:lnTo>
                    <a:pt x="28114" y="551560"/>
                  </a:lnTo>
                  <a:lnTo>
                    <a:pt x="23155" y="547618"/>
                  </a:lnTo>
                  <a:lnTo>
                    <a:pt x="17303" y="545925"/>
                  </a:lnTo>
                  <a:close/>
                </a:path>
                <a:path w="190500" h="681989">
                  <a:moveTo>
                    <a:pt x="79422" y="613130"/>
                  </a:moveTo>
                  <a:lnTo>
                    <a:pt x="79422" y="656970"/>
                  </a:lnTo>
                  <a:lnTo>
                    <a:pt x="111172" y="656970"/>
                  </a:lnTo>
                  <a:lnTo>
                    <a:pt x="111172" y="646810"/>
                  </a:lnTo>
                  <a:lnTo>
                    <a:pt x="82978" y="646810"/>
                  </a:lnTo>
                  <a:lnTo>
                    <a:pt x="95234" y="632104"/>
                  </a:lnTo>
                  <a:lnTo>
                    <a:pt x="79422" y="613130"/>
                  </a:lnTo>
                  <a:close/>
                </a:path>
                <a:path w="190500" h="681989">
                  <a:moveTo>
                    <a:pt x="173164" y="545925"/>
                  </a:moveTo>
                  <a:lnTo>
                    <a:pt x="167312" y="547618"/>
                  </a:lnTo>
                  <a:lnTo>
                    <a:pt x="162353" y="551560"/>
                  </a:lnTo>
                  <a:lnTo>
                    <a:pt x="111172" y="612978"/>
                  </a:lnTo>
                  <a:lnTo>
                    <a:pt x="111172" y="656970"/>
                  </a:lnTo>
                  <a:lnTo>
                    <a:pt x="116021" y="656970"/>
                  </a:lnTo>
                  <a:lnTo>
                    <a:pt x="186864" y="571881"/>
                  </a:lnTo>
                  <a:lnTo>
                    <a:pt x="189851" y="566352"/>
                  </a:lnTo>
                  <a:lnTo>
                    <a:pt x="190468" y="560324"/>
                  </a:lnTo>
                  <a:lnTo>
                    <a:pt x="188775" y="554485"/>
                  </a:lnTo>
                  <a:lnTo>
                    <a:pt x="184832" y="549529"/>
                  </a:lnTo>
                  <a:lnTo>
                    <a:pt x="179230" y="546542"/>
                  </a:lnTo>
                  <a:lnTo>
                    <a:pt x="173164" y="545925"/>
                  </a:lnTo>
                  <a:close/>
                </a:path>
                <a:path w="190500" h="681989">
                  <a:moveTo>
                    <a:pt x="95234" y="632104"/>
                  </a:moveTo>
                  <a:lnTo>
                    <a:pt x="82978" y="646810"/>
                  </a:lnTo>
                  <a:lnTo>
                    <a:pt x="107489" y="646810"/>
                  </a:lnTo>
                  <a:lnTo>
                    <a:pt x="95234" y="632104"/>
                  </a:lnTo>
                  <a:close/>
                </a:path>
                <a:path w="190500" h="681989">
                  <a:moveTo>
                    <a:pt x="111172" y="613130"/>
                  </a:moveTo>
                  <a:lnTo>
                    <a:pt x="95234" y="632104"/>
                  </a:lnTo>
                  <a:lnTo>
                    <a:pt x="107489" y="646810"/>
                  </a:lnTo>
                  <a:lnTo>
                    <a:pt x="111172" y="646810"/>
                  </a:lnTo>
                  <a:lnTo>
                    <a:pt x="111172" y="613130"/>
                  </a:lnTo>
                  <a:close/>
                </a:path>
                <a:path w="190500" h="681989">
                  <a:moveTo>
                    <a:pt x="95234" y="49758"/>
                  </a:moveTo>
                  <a:lnTo>
                    <a:pt x="79422" y="68732"/>
                  </a:lnTo>
                  <a:lnTo>
                    <a:pt x="79422" y="613130"/>
                  </a:lnTo>
                  <a:lnTo>
                    <a:pt x="95234" y="632104"/>
                  </a:lnTo>
                  <a:lnTo>
                    <a:pt x="111045" y="613130"/>
                  </a:lnTo>
                  <a:lnTo>
                    <a:pt x="111172" y="68732"/>
                  </a:lnTo>
                  <a:lnTo>
                    <a:pt x="95234" y="49758"/>
                  </a:lnTo>
                  <a:close/>
                </a:path>
                <a:path w="190500" h="681989">
                  <a:moveTo>
                    <a:pt x="95297" y="0"/>
                  </a:moveTo>
                  <a:lnTo>
                    <a:pt x="3603" y="109855"/>
                  </a:lnTo>
                  <a:lnTo>
                    <a:pt x="617" y="115456"/>
                  </a:lnTo>
                  <a:lnTo>
                    <a:pt x="0" y="121523"/>
                  </a:lnTo>
                  <a:lnTo>
                    <a:pt x="1692" y="127375"/>
                  </a:lnTo>
                  <a:lnTo>
                    <a:pt x="5635" y="132333"/>
                  </a:lnTo>
                  <a:lnTo>
                    <a:pt x="11237" y="135320"/>
                  </a:lnTo>
                  <a:lnTo>
                    <a:pt x="17303" y="135937"/>
                  </a:lnTo>
                  <a:lnTo>
                    <a:pt x="23155" y="134244"/>
                  </a:lnTo>
                  <a:lnTo>
                    <a:pt x="28114" y="130301"/>
                  </a:lnTo>
                  <a:lnTo>
                    <a:pt x="79295" y="68884"/>
                  </a:lnTo>
                  <a:lnTo>
                    <a:pt x="79422" y="24892"/>
                  </a:lnTo>
                  <a:lnTo>
                    <a:pt x="116045" y="24892"/>
                  </a:lnTo>
                  <a:lnTo>
                    <a:pt x="95297" y="0"/>
                  </a:lnTo>
                  <a:close/>
                </a:path>
                <a:path w="190500" h="681989">
                  <a:moveTo>
                    <a:pt x="116045" y="24892"/>
                  </a:moveTo>
                  <a:lnTo>
                    <a:pt x="111172" y="24892"/>
                  </a:lnTo>
                  <a:lnTo>
                    <a:pt x="111172" y="68884"/>
                  </a:lnTo>
                  <a:lnTo>
                    <a:pt x="162353" y="130301"/>
                  </a:lnTo>
                  <a:lnTo>
                    <a:pt x="167312" y="134244"/>
                  </a:lnTo>
                  <a:lnTo>
                    <a:pt x="173164" y="135937"/>
                  </a:lnTo>
                  <a:lnTo>
                    <a:pt x="179230" y="135320"/>
                  </a:lnTo>
                  <a:lnTo>
                    <a:pt x="184832" y="132333"/>
                  </a:lnTo>
                  <a:lnTo>
                    <a:pt x="188775" y="127375"/>
                  </a:lnTo>
                  <a:lnTo>
                    <a:pt x="190468" y="121523"/>
                  </a:lnTo>
                  <a:lnTo>
                    <a:pt x="189851" y="115456"/>
                  </a:lnTo>
                  <a:lnTo>
                    <a:pt x="186864" y="109855"/>
                  </a:lnTo>
                  <a:lnTo>
                    <a:pt x="116045" y="24892"/>
                  </a:lnTo>
                  <a:close/>
                </a:path>
                <a:path w="190500" h="681989">
                  <a:moveTo>
                    <a:pt x="111172" y="24892"/>
                  </a:moveTo>
                  <a:lnTo>
                    <a:pt x="79422" y="24892"/>
                  </a:lnTo>
                  <a:lnTo>
                    <a:pt x="79422" y="68732"/>
                  </a:lnTo>
                  <a:lnTo>
                    <a:pt x="95234" y="49758"/>
                  </a:lnTo>
                  <a:lnTo>
                    <a:pt x="82978" y="35051"/>
                  </a:lnTo>
                  <a:lnTo>
                    <a:pt x="111172" y="35051"/>
                  </a:lnTo>
                  <a:lnTo>
                    <a:pt x="111172" y="24892"/>
                  </a:lnTo>
                  <a:close/>
                </a:path>
                <a:path w="190500" h="681989">
                  <a:moveTo>
                    <a:pt x="111172" y="35051"/>
                  </a:moveTo>
                  <a:lnTo>
                    <a:pt x="107489" y="35051"/>
                  </a:lnTo>
                  <a:lnTo>
                    <a:pt x="95234" y="49758"/>
                  </a:lnTo>
                  <a:lnTo>
                    <a:pt x="111045" y="68732"/>
                  </a:lnTo>
                  <a:lnTo>
                    <a:pt x="111172" y="35051"/>
                  </a:lnTo>
                  <a:close/>
                </a:path>
                <a:path w="190500" h="681989">
                  <a:moveTo>
                    <a:pt x="107489" y="35051"/>
                  </a:moveTo>
                  <a:lnTo>
                    <a:pt x="82978" y="35051"/>
                  </a:lnTo>
                  <a:lnTo>
                    <a:pt x="95234" y="49758"/>
                  </a:lnTo>
                  <a:lnTo>
                    <a:pt x="107489" y="35051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08499" y="3366770"/>
              <a:ext cx="1819910" cy="185420"/>
            </a:xfrm>
            <a:custGeom>
              <a:avLst/>
              <a:gdLst/>
              <a:ahLst/>
              <a:cxnLst/>
              <a:rect l="l" t="t" r="r" b="b"/>
              <a:pathLst>
                <a:path w="1819909" h="185420">
                  <a:moveTo>
                    <a:pt x="1760347" y="0"/>
                  </a:moveTo>
                  <a:lnTo>
                    <a:pt x="1757679" y="7492"/>
                  </a:lnTo>
                  <a:lnTo>
                    <a:pt x="1768443" y="12184"/>
                  </a:lnTo>
                  <a:lnTo>
                    <a:pt x="1777682" y="18637"/>
                  </a:lnTo>
                  <a:lnTo>
                    <a:pt x="1799812" y="61499"/>
                  </a:lnTo>
                  <a:lnTo>
                    <a:pt x="1802510" y="91693"/>
                  </a:lnTo>
                  <a:lnTo>
                    <a:pt x="1801840" y="108076"/>
                  </a:lnTo>
                  <a:lnTo>
                    <a:pt x="1791589" y="148081"/>
                  </a:lnTo>
                  <a:lnTo>
                    <a:pt x="1758060" y="177799"/>
                  </a:lnTo>
                  <a:lnTo>
                    <a:pt x="1760347" y="185292"/>
                  </a:lnTo>
                  <a:lnTo>
                    <a:pt x="1795708" y="164290"/>
                  </a:lnTo>
                  <a:lnTo>
                    <a:pt x="1815591" y="125475"/>
                  </a:lnTo>
                  <a:lnTo>
                    <a:pt x="1819402" y="92709"/>
                  </a:lnTo>
                  <a:lnTo>
                    <a:pt x="1818459" y="75906"/>
                  </a:lnTo>
                  <a:lnTo>
                    <a:pt x="1818449" y="75731"/>
                  </a:lnTo>
                  <a:lnTo>
                    <a:pt x="1804161" y="32511"/>
                  </a:lnTo>
                  <a:lnTo>
                    <a:pt x="1773801" y="4883"/>
                  </a:lnTo>
                  <a:lnTo>
                    <a:pt x="1760347" y="0"/>
                  </a:lnTo>
                  <a:close/>
                </a:path>
                <a:path w="1819909" h="185420">
                  <a:moveTo>
                    <a:pt x="59054" y="0"/>
                  </a:moveTo>
                  <a:lnTo>
                    <a:pt x="23693" y="21127"/>
                  </a:lnTo>
                  <a:lnTo>
                    <a:pt x="3809" y="60039"/>
                  </a:lnTo>
                  <a:lnTo>
                    <a:pt x="56" y="91693"/>
                  </a:lnTo>
                  <a:lnTo>
                    <a:pt x="0" y="92709"/>
                  </a:lnTo>
                  <a:lnTo>
                    <a:pt x="858" y="108076"/>
                  </a:lnTo>
                  <a:lnTo>
                    <a:pt x="952" y="109759"/>
                  </a:lnTo>
                  <a:lnTo>
                    <a:pt x="3810" y="125475"/>
                  </a:lnTo>
                  <a:lnTo>
                    <a:pt x="23693" y="164290"/>
                  </a:lnTo>
                  <a:lnTo>
                    <a:pt x="59054" y="185292"/>
                  </a:lnTo>
                  <a:lnTo>
                    <a:pt x="61340" y="177799"/>
                  </a:lnTo>
                  <a:lnTo>
                    <a:pt x="50815" y="173085"/>
                  </a:lnTo>
                  <a:lnTo>
                    <a:pt x="41719" y="166560"/>
                  </a:lnTo>
                  <a:lnTo>
                    <a:pt x="19589" y="122935"/>
                  </a:lnTo>
                  <a:lnTo>
                    <a:pt x="16932" y="92709"/>
                  </a:lnTo>
                  <a:lnTo>
                    <a:pt x="16890" y="91693"/>
                  </a:lnTo>
                  <a:lnTo>
                    <a:pt x="22998" y="48474"/>
                  </a:lnTo>
                  <a:lnTo>
                    <a:pt x="51030" y="12184"/>
                  </a:lnTo>
                  <a:lnTo>
                    <a:pt x="61722" y="7492"/>
                  </a:lnTo>
                  <a:lnTo>
                    <a:pt x="590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897501" y="3310953"/>
            <a:ext cx="188531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85" dirty="0">
                <a:latin typeface="Cambria Math"/>
                <a:cs typeface="Cambria Math"/>
              </a:rPr>
              <a:t>J</a:t>
            </a:r>
            <a:r>
              <a:rPr sz="1550" spc="355" dirty="0">
                <a:latin typeface="Cambria Math"/>
                <a:cs typeface="Cambria Math"/>
              </a:rPr>
              <a:t> </a:t>
            </a:r>
            <a:r>
              <a:rPr sz="1550" dirty="0">
                <a:latin typeface="Cambria Math"/>
                <a:cs typeface="Cambria Math"/>
              </a:rPr>
              <a:t>w</a:t>
            </a:r>
            <a:r>
              <a:rPr sz="1550" spc="155" dirty="0">
                <a:latin typeface="Cambria Math"/>
                <a:cs typeface="Cambria Math"/>
              </a:rPr>
              <a:t> </a:t>
            </a:r>
            <a:r>
              <a:rPr sz="1550" dirty="0">
                <a:latin typeface="Cambria Math"/>
                <a:cs typeface="Cambria Math"/>
              </a:rPr>
              <a:t>=</a:t>
            </a:r>
            <a:r>
              <a:rPr sz="1550" spc="140" dirty="0">
                <a:latin typeface="Cambria Math"/>
                <a:cs typeface="Cambria Math"/>
              </a:rPr>
              <a:t> </a:t>
            </a:r>
            <a:r>
              <a:rPr sz="1550" spc="680" dirty="0">
                <a:latin typeface="Cambria Math"/>
                <a:cs typeface="Cambria Math"/>
              </a:rPr>
              <a:t>-</a:t>
            </a:r>
            <a:r>
              <a:rPr sz="1550" spc="70" dirty="0">
                <a:latin typeface="Cambria Math"/>
                <a:cs typeface="Cambria Math"/>
              </a:rPr>
              <a:t>10,</a:t>
            </a:r>
            <a:r>
              <a:rPr sz="1550" spc="-140" dirty="0">
                <a:latin typeface="Cambria Math"/>
                <a:cs typeface="Cambria Math"/>
              </a:rPr>
              <a:t> </a:t>
            </a:r>
            <a:r>
              <a:rPr sz="1550" spc="100" dirty="0">
                <a:latin typeface="Cambria Math"/>
                <a:cs typeface="Cambria Math"/>
              </a:rPr>
              <a:t>b</a:t>
            </a:r>
            <a:r>
              <a:rPr sz="1550" spc="140" dirty="0">
                <a:latin typeface="Cambria Math"/>
                <a:cs typeface="Cambria Math"/>
              </a:rPr>
              <a:t> </a:t>
            </a:r>
            <a:r>
              <a:rPr sz="1550" dirty="0">
                <a:latin typeface="Cambria Math"/>
                <a:cs typeface="Cambria Math"/>
              </a:rPr>
              <a:t>=</a:t>
            </a:r>
            <a:r>
              <a:rPr sz="1550" spc="145" dirty="0">
                <a:latin typeface="Cambria Math"/>
                <a:cs typeface="Cambria Math"/>
              </a:rPr>
              <a:t> </a:t>
            </a:r>
            <a:r>
              <a:rPr sz="1550" spc="680" dirty="0">
                <a:latin typeface="Cambria Math"/>
                <a:cs typeface="Cambria Math"/>
              </a:rPr>
              <a:t>-</a:t>
            </a:r>
            <a:r>
              <a:rPr sz="1550" spc="80" dirty="0">
                <a:latin typeface="Cambria Math"/>
                <a:cs typeface="Cambria Math"/>
              </a:rPr>
              <a:t>15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47825" y="142875"/>
            <a:ext cx="7130415" cy="3996054"/>
            <a:chOff x="1647825" y="142875"/>
            <a:chExt cx="7130415" cy="3996054"/>
          </a:xfrm>
        </p:grpSpPr>
        <p:sp>
          <p:nvSpPr>
            <p:cNvPr id="12" name="object 12"/>
            <p:cNvSpPr/>
            <p:nvPr/>
          </p:nvSpPr>
          <p:spPr>
            <a:xfrm>
              <a:off x="4515992" y="263017"/>
              <a:ext cx="646430" cy="361950"/>
            </a:xfrm>
            <a:custGeom>
              <a:avLst/>
              <a:gdLst/>
              <a:ahLst/>
              <a:cxnLst/>
              <a:rect l="l" t="t" r="r" b="b"/>
              <a:pathLst>
                <a:path w="646429" h="361950">
                  <a:moveTo>
                    <a:pt x="599313" y="0"/>
                  </a:moveTo>
                  <a:lnTo>
                    <a:pt x="0" y="112522"/>
                  </a:lnTo>
                  <a:lnTo>
                    <a:pt x="46736" y="361569"/>
                  </a:lnTo>
                  <a:lnTo>
                    <a:pt x="646049" y="249047"/>
                  </a:lnTo>
                  <a:lnTo>
                    <a:pt x="5993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15992" y="263017"/>
              <a:ext cx="646430" cy="361950"/>
            </a:xfrm>
            <a:custGeom>
              <a:avLst/>
              <a:gdLst/>
              <a:ahLst/>
              <a:cxnLst/>
              <a:rect l="l" t="t" r="r" b="b"/>
              <a:pathLst>
                <a:path w="646429" h="361950">
                  <a:moveTo>
                    <a:pt x="0" y="112522"/>
                  </a:moveTo>
                  <a:lnTo>
                    <a:pt x="599313" y="0"/>
                  </a:lnTo>
                  <a:lnTo>
                    <a:pt x="646049" y="249047"/>
                  </a:lnTo>
                  <a:lnTo>
                    <a:pt x="46736" y="361569"/>
                  </a:lnTo>
                  <a:lnTo>
                    <a:pt x="0" y="11252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7825" y="847661"/>
              <a:ext cx="223837" cy="22383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05434" y="269392"/>
              <a:ext cx="1972945" cy="480695"/>
            </a:xfrm>
            <a:custGeom>
              <a:avLst/>
              <a:gdLst/>
              <a:ahLst/>
              <a:cxnLst/>
              <a:rect l="l" t="t" r="r" b="b"/>
              <a:pathLst>
                <a:path w="1972945" h="480695">
                  <a:moveTo>
                    <a:pt x="829322" y="87655"/>
                  </a:moveTo>
                  <a:lnTo>
                    <a:pt x="822642" y="71742"/>
                  </a:lnTo>
                  <a:lnTo>
                    <a:pt x="810310" y="62204"/>
                  </a:lnTo>
                  <a:lnTo>
                    <a:pt x="810310" y="100215"/>
                  </a:lnTo>
                  <a:lnTo>
                    <a:pt x="806132" y="150926"/>
                  </a:lnTo>
                  <a:lnTo>
                    <a:pt x="795248" y="199720"/>
                  </a:lnTo>
                  <a:lnTo>
                    <a:pt x="777989" y="245313"/>
                  </a:lnTo>
                  <a:lnTo>
                    <a:pt x="754557" y="287528"/>
                  </a:lnTo>
                  <a:lnTo>
                    <a:pt x="725208" y="325894"/>
                  </a:lnTo>
                  <a:lnTo>
                    <a:pt x="690168" y="359968"/>
                  </a:lnTo>
                  <a:lnTo>
                    <a:pt x="649706" y="389267"/>
                  </a:lnTo>
                  <a:lnTo>
                    <a:pt x="640829" y="391058"/>
                  </a:lnTo>
                  <a:lnTo>
                    <a:pt x="640829" y="438531"/>
                  </a:lnTo>
                  <a:lnTo>
                    <a:pt x="572350" y="453783"/>
                  </a:lnTo>
                  <a:lnTo>
                    <a:pt x="519899" y="458101"/>
                  </a:lnTo>
                  <a:lnTo>
                    <a:pt x="467347" y="460794"/>
                  </a:lnTo>
                  <a:lnTo>
                    <a:pt x="414718" y="461822"/>
                  </a:lnTo>
                  <a:lnTo>
                    <a:pt x="362064" y="460794"/>
                  </a:lnTo>
                  <a:lnTo>
                    <a:pt x="309486" y="458101"/>
                  </a:lnTo>
                  <a:lnTo>
                    <a:pt x="257009" y="453783"/>
                  </a:lnTo>
                  <a:lnTo>
                    <a:pt x="204685" y="447814"/>
                  </a:lnTo>
                  <a:lnTo>
                    <a:pt x="188493" y="438531"/>
                  </a:lnTo>
                  <a:lnTo>
                    <a:pt x="188506" y="409829"/>
                  </a:lnTo>
                  <a:lnTo>
                    <a:pt x="244970" y="415886"/>
                  </a:lnTo>
                  <a:lnTo>
                    <a:pt x="301574" y="420293"/>
                  </a:lnTo>
                  <a:lnTo>
                    <a:pt x="358279" y="423049"/>
                  </a:lnTo>
                  <a:lnTo>
                    <a:pt x="415061" y="424129"/>
                  </a:lnTo>
                  <a:lnTo>
                    <a:pt x="471639" y="423265"/>
                  </a:lnTo>
                  <a:lnTo>
                    <a:pt x="528154" y="420636"/>
                  </a:lnTo>
                  <a:lnTo>
                    <a:pt x="584568" y="416280"/>
                  </a:lnTo>
                  <a:lnTo>
                    <a:pt x="640816" y="410159"/>
                  </a:lnTo>
                  <a:lnTo>
                    <a:pt x="640829" y="438531"/>
                  </a:lnTo>
                  <a:lnTo>
                    <a:pt x="640829" y="391058"/>
                  </a:lnTo>
                  <a:lnTo>
                    <a:pt x="601751" y="395630"/>
                  </a:lnTo>
                  <a:lnTo>
                    <a:pt x="555193" y="399859"/>
                  </a:lnTo>
                  <a:lnTo>
                    <a:pt x="508533" y="402882"/>
                  </a:lnTo>
                  <a:lnTo>
                    <a:pt x="461822" y="404685"/>
                  </a:lnTo>
                  <a:lnTo>
                    <a:pt x="415061" y="405282"/>
                  </a:lnTo>
                  <a:lnTo>
                    <a:pt x="368020" y="404507"/>
                  </a:lnTo>
                  <a:lnTo>
                    <a:pt x="321030" y="402564"/>
                  </a:lnTo>
                  <a:lnTo>
                    <a:pt x="274104" y="399478"/>
                  </a:lnTo>
                  <a:lnTo>
                    <a:pt x="227253" y="395236"/>
                  </a:lnTo>
                  <a:lnTo>
                    <a:pt x="180530" y="389839"/>
                  </a:lnTo>
                  <a:lnTo>
                    <a:pt x="139141" y="359968"/>
                  </a:lnTo>
                  <a:lnTo>
                    <a:pt x="104127" y="325894"/>
                  </a:lnTo>
                  <a:lnTo>
                    <a:pt x="74777" y="287528"/>
                  </a:lnTo>
                  <a:lnTo>
                    <a:pt x="51358" y="245313"/>
                  </a:lnTo>
                  <a:lnTo>
                    <a:pt x="34086" y="199720"/>
                  </a:lnTo>
                  <a:lnTo>
                    <a:pt x="23241" y="151206"/>
                  </a:lnTo>
                  <a:lnTo>
                    <a:pt x="19037" y="100215"/>
                  </a:lnTo>
                  <a:lnTo>
                    <a:pt x="19177" y="100215"/>
                  </a:lnTo>
                  <a:lnTo>
                    <a:pt x="50215" y="113334"/>
                  </a:lnTo>
                  <a:lnTo>
                    <a:pt x="87922" y="125082"/>
                  </a:lnTo>
                  <a:lnTo>
                    <a:pt x="131584" y="135343"/>
                  </a:lnTo>
                  <a:lnTo>
                    <a:pt x="180517" y="143992"/>
                  </a:lnTo>
                  <a:lnTo>
                    <a:pt x="233997" y="150926"/>
                  </a:lnTo>
                  <a:lnTo>
                    <a:pt x="291325" y="156019"/>
                  </a:lnTo>
                  <a:lnTo>
                    <a:pt x="351828" y="159156"/>
                  </a:lnTo>
                  <a:lnTo>
                    <a:pt x="414718" y="160223"/>
                  </a:lnTo>
                  <a:lnTo>
                    <a:pt x="477672" y="159156"/>
                  </a:lnTo>
                  <a:lnTo>
                    <a:pt x="538175" y="156019"/>
                  </a:lnTo>
                  <a:lnTo>
                    <a:pt x="595515" y="150926"/>
                  </a:lnTo>
                  <a:lnTo>
                    <a:pt x="648995" y="143992"/>
                  </a:lnTo>
                  <a:lnTo>
                    <a:pt x="663778" y="141376"/>
                  </a:lnTo>
                  <a:lnTo>
                    <a:pt x="697915" y="135343"/>
                  </a:lnTo>
                  <a:lnTo>
                    <a:pt x="741578" y="125082"/>
                  </a:lnTo>
                  <a:lnTo>
                    <a:pt x="779284" y="113334"/>
                  </a:lnTo>
                  <a:lnTo>
                    <a:pt x="810310" y="100215"/>
                  </a:lnTo>
                  <a:lnTo>
                    <a:pt x="810310" y="62204"/>
                  </a:lnTo>
                  <a:lnTo>
                    <a:pt x="805764" y="58686"/>
                  </a:lnTo>
                  <a:lnTo>
                    <a:pt x="805764" y="81318"/>
                  </a:lnTo>
                  <a:lnTo>
                    <a:pt x="776401" y="94272"/>
                  </a:lnTo>
                  <a:lnTo>
                    <a:pt x="739749" y="105930"/>
                  </a:lnTo>
                  <a:lnTo>
                    <a:pt x="696683" y="116192"/>
                  </a:lnTo>
                  <a:lnTo>
                    <a:pt x="648042" y="124891"/>
                  </a:lnTo>
                  <a:lnTo>
                    <a:pt x="594664" y="131889"/>
                  </a:lnTo>
                  <a:lnTo>
                    <a:pt x="537425" y="137071"/>
                  </a:lnTo>
                  <a:lnTo>
                    <a:pt x="477151" y="140284"/>
                  </a:lnTo>
                  <a:lnTo>
                    <a:pt x="414718" y="141376"/>
                  </a:lnTo>
                  <a:lnTo>
                    <a:pt x="352272" y="140284"/>
                  </a:lnTo>
                  <a:lnTo>
                    <a:pt x="292011" y="137071"/>
                  </a:lnTo>
                  <a:lnTo>
                    <a:pt x="234759" y="131889"/>
                  </a:lnTo>
                  <a:lnTo>
                    <a:pt x="181381" y="124891"/>
                  </a:lnTo>
                  <a:lnTo>
                    <a:pt x="132727" y="116192"/>
                  </a:lnTo>
                  <a:lnTo>
                    <a:pt x="89662" y="105930"/>
                  </a:lnTo>
                  <a:lnTo>
                    <a:pt x="71704" y="100215"/>
                  </a:lnTo>
                  <a:lnTo>
                    <a:pt x="53009" y="94272"/>
                  </a:lnTo>
                  <a:lnTo>
                    <a:pt x="23647" y="81318"/>
                  </a:lnTo>
                  <a:lnTo>
                    <a:pt x="23507" y="81318"/>
                  </a:lnTo>
                  <a:lnTo>
                    <a:pt x="34391" y="73748"/>
                  </a:lnTo>
                  <a:lnTo>
                    <a:pt x="83362" y="54292"/>
                  </a:lnTo>
                  <a:lnTo>
                    <a:pt x="125285" y="43903"/>
                  </a:lnTo>
                  <a:lnTo>
                    <a:pt x="165747" y="36436"/>
                  </a:lnTo>
                  <a:lnTo>
                    <a:pt x="210007" y="30226"/>
                  </a:lnTo>
                  <a:lnTo>
                    <a:pt x="257556" y="25323"/>
                  </a:lnTo>
                  <a:lnTo>
                    <a:pt x="307848" y="21755"/>
                  </a:lnTo>
                  <a:lnTo>
                    <a:pt x="360375" y="19583"/>
                  </a:lnTo>
                  <a:lnTo>
                    <a:pt x="414604" y="18846"/>
                  </a:lnTo>
                  <a:lnTo>
                    <a:pt x="468845" y="19583"/>
                  </a:lnTo>
                  <a:lnTo>
                    <a:pt x="521385" y="21755"/>
                  </a:lnTo>
                  <a:lnTo>
                    <a:pt x="571690" y="25323"/>
                  </a:lnTo>
                  <a:lnTo>
                    <a:pt x="619239" y="30226"/>
                  </a:lnTo>
                  <a:lnTo>
                    <a:pt x="663511" y="36436"/>
                  </a:lnTo>
                  <a:lnTo>
                    <a:pt x="703973" y="43903"/>
                  </a:lnTo>
                  <a:lnTo>
                    <a:pt x="745909" y="54292"/>
                  </a:lnTo>
                  <a:lnTo>
                    <a:pt x="794905" y="73748"/>
                  </a:lnTo>
                  <a:lnTo>
                    <a:pt x="805764" y="81318"/>
                  </a:lnTo>
                  <a:lnTo>
                    <a:pt x="805764" y="58686"/>
                  </a:lnTo>
                  <a:lnTo>
                    <a:pt x="731786" y="30937"/>
                  </a:lnTo>
                  <a:lnTo>
                    <a:pt x="681799" y="20421"/>
                  </a:lnTo>
                  <a:lnTo>
                    <a:pt x="623925" y="11836"/>
                  </a:lnTo>
                  <a:lnTo>
                    <a:pt x="559320" y="5422"/>
                  </a:lnTo>
                  <a:lnTo>
                    <a:pt x="489153" y="1397"/>
                  </a:lnTo>
                  <a:lnTo>
                    <a:pt x="414604" y="0"/>
                  </a:lnTo>
                  <a:lnTo>
                    <a:pt x="340067" y="1397"/>
                  </a:lnTo>
                  <a:lnTo>
                    <a:pt x="269913" y="5422"/>
                  </a:lnTo>
                  <a:lnTo>
                    <a:pt x="205320" y="11836"/>
                  </a:lnTo>
                  <a:lnTo>
                    <a:pt x="147459" y="20421"/>
                  </a:lnTo>
                  <a:lnTo>
                    <a:pt x="97497" y="30937"/>
                  </a:lnTo>
                  <a:lnTo>
                    <a:pt x="56591" y="43141"/>
                  </a:lnTo>
                  <a:lnTo>
                    <a:pt x="6680" y="71742"/>
                  </a:lnTo>
                  <a:lnTo>
                    <a:pt x="0" y="87655"/>
                  </a:lnTo>
                  <a:lnTo>
                    <a:pt x="0" y="94272"/>
                  </a:lnTo>
                  <a:lnTo>
                    <a:pt x="2743" y="140284"/>
                  </a:lnTo>
                  <a:lnTo>
                    <a:pt x="2832" y="141820"/>
                  </a:lnTo>
                  <a:lnTo>
                    <a:pt x="11226" y="187680"/>
                  </a:lnTo>
                  <a:lnTo>
                    <a:pt x="25019" y="231444"/>
                  </a:lnTo>
                  <a:lnTo>
                    <a:pt x="44069" y="272732"/>
                  </a:lnTo>
                  <a:lnTo>
                    <a:pt x="68211" y="311150"/>
                  </a:lnTo>
                  <a:lnTo>
                    <a:pt x="97294" y="346303"/>
                  </a:lnTo>
                  <a:lnTo>
                    <a:pt x="131165" y="377799"/>
                  </a:lnTo>
                  <a:lnTo>
                    <a:pt x="169659" y="405282"/>
                  </a:lnTo>
                  <a:lnTo>
                    <a:pt x="169659" y="429183"/>
                  </a:lnTo>
                  <a:lnTo>
                    <a:pt x="189230" y="462267"/>
                  </a:lnTo>
                  <a:lnTo>
                    <a:pt x="255130" y="472567"/>
                  </a:lnTo>
                  <a:lnTo>
                    <a:pt x="308229" y="476935"/>
                  </a:lnTo>
                  <a:lnTo>
                    <a:pt x="361442" y="479640"/>
                  </a:lnTo>
                  <a:lnTo>
                    <a:pt x="414718" y="480682"/>
                  </a:lnTo>
                  <a:lnTo>
                    <a:pt x="467969" y="479640"/>
                  </a:lnTo>
                  <a:lnTo>
                    <a:pt x="521157" y="476935"/>
                  </a:lnTo>
                  <a:lnTo>
                    <a:pt x="574230" y="472567"/>
                  </a:lnTo>
                  <a:lnTo>
                    <a:pt x="627164" y="466534"/>
                  </a:lnTo>
                  <a:lnTo>
                    <a:pt x="640664" y="461822"/>
                  </a:lnTo>
                  <a:lnTo>
                    <a:pt x="650430" y="453961"/>
                  </a:lnTo>
                  <a:lnTo>
                    <a:pt x="657225" y="442607"/>
                  </a:lnTo>
                  <a:lnTo>
                    <a:pt x="659676" y="429183"/>
                  </a:lnTo>
                  <a:lnTo>
                    <a:pt x="659676" y="410159"/>
                  </a:lnTo>
                  <a:lnTo>
                    <a:pt x="659676" y="409829"/>
                  </a:lnTo>
                  <a:lnTo>
                    <a:pt x="659676" y="405282"/>
                  </a:lnTo>
                  <a:lnTo>
                    <a:pt x="698169" y="377799"/>
                  </a:lnTo>
                  <a:lnTo>
                    <a:pt x="732040" y="346303"/>
                  </a:lnTo>
                  <a:lnTo>
                    <a:pt x="761123" y="311150"/>
                  </a:lnTo>
                  <a:lnTo>
                    <a:pt x="785266" y="272732"/>
                  </a:lnTo>
                  <a:lnTo>
                    <a:pt x="804303" y="231444"/>
                  </a:lnTo>
                  <a:lnTo>
                    <a:pt x="818108" y="187680"/>
                  </a:lnTo>
                  <a:lnTo>
                    <a:pt x="826490" y="141820"/>
                  </a:lnTo>
                  <a:lnTo>
                    <a:pt x="828967" y="100215"/>
                  </a:lnTo>
                  <a:lnTo>
                    <a:pt x="829322" y="94272"/>
                  </a:lnTo>
                  <a:lnTo>
                    <a:pt x="829322" y="87655"/>
                  </a:lnTo>
                  <a:close/>
                </a:path>
                <a:path w="1972945" h="480695">
                  <a:moveTo>
                    <a:pt x="1881009" y="221488"/>
                  </a:moveTo>
                  <a:lnTo>
                    <a:pt x="1874431" y="194284"/>
                  </a:lnTo>
                  <a:lnTo>
                    <a:pt x="1862162" y="177787"/>
                  </a:lnTo>
                  <a:lnTo>
                    <a:pt x="1862162" y="221488"/>
                  </a:lnTo>
                  <a:lnTo>
                    <a:pt x="1854708" y="245376"/>
                  </a:lnTo>
                  <a:lnTo>
                    <a:pt x="1798828" y="290703"/>
                  </a:lnTo>
                  <a:lnTo>
                    <a:pt x="1752866" y="309765"/>
                  </a:lnTo>
                  <a:lnTo>
                    <a:pt x="1696529" y="324866"/>
                  </a:lnTo>
                  <a:lnTo>
                    <a:pt x="1631073" y="334784"/>
                  </a:lnTo>
                  <a:lnTo>
                    <a:pt x="1557718" y="338353"/>
                  </a:lnTo>
                  <a:lnTo>
                    <a:pt x="1484363" y="334784"/>
                  </a:lnTo>
                  <a:lnTo>
                    <a:pt x="1418907" y="324866"/>
                  </a:lnTo>
                  <a:lnTo>
                    <a:pt x="1362570" y="309765"/>
                  </a:lnTo>
                  <a:lnTo>
                    <a:pt x="1316609" y="290703"/>
                  </a:lnTo>
                  <a:lnTo>
                    <a:pt x="1282255" y="268833"/>
                  </a:lnTo>
                  <a:lnTo>
                    <a:pt x="1253274" y="221488"/>
                  </a:lnTo>
                  <a:lnTo>
                    <a:pt x="1258849" y="200533"/>
                  </a:lnTo>
                  <a:lnTo>
                    <a:pt x="1301216" y="160464"/>
                  </a:lnTo>
                  <a:lnTo>
                    <a:pt x="1336548" y="142748"/>
                  </a:lnTo>
                  <a:lnTo>
                    <a:pt x="1384096" y="126415"/>
                  </a:lnTo>
                  <a:lnTo>
                    <a:pt x="1437703" y="114465"/>
                  </a:lnTo>
                  <a:lnTo>
                    <a:pt x="1496034" y="107124"/>
                  </a:lnTo>
                  <a:lnTo>
                    <a:pt x="1557718" y="104622"/>
                  </a:lnTo>
                  <a:lnTo>
                    <a:pt x="1631073" y="108191"/>
                  </a:lnTo>
                  <a:lnTo>
                    <a:pt x="1696529" y="118122"/>
                  </a:lnTo>
                  <a:lnTo>
                    <a:pt x="1752866" y="133210"/>
                  </a:lnTo>
                  <a:lnTo>
                    <a:pt x="1798828" y="152285"/>
                  </a:lnTo>
                  <a:lnTo>
                    <a:pt x="1833194" y="174142"/>
                  </a:lnTo>
                  <a:lnTo>
                    <a:pt x="1862162" y="221488"/>
                  </a:lnTo>
                  <a:lnTo>
                    <a:pt x="1862162" y="177787"/>
                  </a:lnTo>
                  <a:lnTo>
                    <a:pt x="1825688" y="145821"/>
                  </a:lnTo>
                  <a:lnTo>
                    <a:pt x="1786166" y="125704"/>
                  </a:lnTo>
                  <a:lnTo>
                    <a:pt x="1738299" y="109080"/>
                  </a:lnTo>
                  <a:lnTo>
                    <a:pt x="1718818" y="104622"/>
                  </a:lnTo>
                  <a:lnTo>
                    <a:pt x="1683385" y="96507"/>
                  </a:lnTo>
                  <a:lnTo>
                    <a:pt x="1622755" y="88544"/>
                  </a:lnTo>
                  <a:lnTo>
                    <a:pt x="1557718" y="85775"/>
                  </a:lnTo>
                  <a:lnTo>
                    <a:pt x="1491767" y="88544"/>
                  </a:lnTo>
                  <a:lnTo>
                    <a:pt x="1492389" y="88544"/>
                  </a:lnTo>
                  <a:lnTo>
                    <a:pt x="1432052" y="96367"/>
                  </a:lnTo>
                  <a:lnTo>
                    <a:pt x="1377137" y="108826"/>
                  </a:lnTo>
                  <a:lnTo>
                    <a:pt x="1329270" y="125361"/>
                  </a:lnTo>
                  <a:lnTo>
                    <a:pt x="1289748" y="145415"/>
                  </a:lnTo>
                  <a:lnTo>
                    <a:pt x="1241005" y="194005"/>
                  </a:lnTo>
                  <a:lnTo>
                    <a:pt x="1234427" y="221488"/>
                  </a:lnTo>
                  <a:lnTo>
                    <a:pt x="1241005" y="248704"/>
                  </a:lnTo>
                  <a:lnTo>
                    <a:pt x="1289748" y="297154"/>
                  </a:lnTo>
                  <a:lnTo>
                    <a:pt x="1329270" y="317271"/>
                  </a:lnTo>
                  <a:lnTo>
                    <a:pt x="1377149" y="333895"/>
                  </a:lnTo>
                  <a:lnTo>
                    <a:pt x="1432052" y="346468"/>
                  </a:lnTo>
                  <a:lnTo>
                    <a:pt x="1492973" y="354469"/>
                  </a:lnTo>
                  <a:lnTo>
                    <a:pt x="1493583" y="354469"/>
                  </a:lnTo>
                  <a:lnTo>
                    <a:pt x="1557718" y="357212"/>
                  </a:lnTo>
                  <a:lnTo>
                    <a:pt x="1622755" y="354469"/>
                  </a:lnTo>
                  <a:lnTo>
                    <a:pt x="1683385" y="346608"/>
                  </a:lnTo>
                  <a:lnTo>
                    <a:pt x="1719732" y="338353"/>
                  </a:lnTo>
                  <a:lnTo>
                    <a:pt x="1738299" y="334149"/>
                  </a:lnTo>
                  <a:lnTo>
                    <a:pt x="1786166" y="317627"/>
                  </a:lnTo>
                  <a:lnTo>
                    <a:pt x="1825688" y="297573"/>
                  </a:lnTo>
                  <a:lnTo>
                    <a:pt x="1855546" y="274510"/>
                  </a:lnTo>
                  <a:lnTo>
                    <a:pt x="1874431" y="248970"/>
                  </a:lnTo>
                  <a:lnTo>
                    <a:pt x="1881009" y="221488"/>
                  </a:lnTo>
                  <a:close/>
                </a:path>
                <a:path w="1972945" h="480695">
                  <a:moveTo>
                    <a:pt x="1972437" y="221488"/>
                  </a:moveTo>
                  <a:lnTo>
                    <a:pt x="1967014" y="193243"/>
                  </a:lnTo>
                  <a:lnTo>
                    <a:pt x="1953590" y="170370"/>
                  </a:lnTo>
                  <a:lnTo>
                    <a:pt x="1953590" y="221488"/>
                  </a:lnTo>
                  <a:lnTo>
                    <a:pt x="1953590" y="226199"/>
                  </a:lnTo>
                  <a:lnTo>
                    <a:pt x="1933016" y="282105"/>
                  </a:lnTo>
                  <a:lnTo>
                    <a:pt x="1876044" y="331177"/>
                  </a:lnTo>
                  <a:lnTo>
                    <a:pt x="1836115" y="352145"/>
                  </a:lnTo>
                  <a:lnTo>
                    <a:pt x="1789760" y="370205"/>
                  </a:lnTo>
                  <a:lnTo>
                    <a:pt x="1737855" y="384949"/>
                  </a:lnTo>
                  <a:lnTo>
                    <a:pt x="1681289" y="395973"/>
                  </a:lnTo>
                  <a:lnTo>
                    <a:pt x="1620951" y="402882"/>
                  </a:lnTo>
                  <a:lnTo>
                    <a:pt x="1557718" y="405282"/>
                  </a:lnTo>
                  <a:lnTo>
                    <a:pt x="1494485" y="402882"/>
                  </a:lnTo>
                  <a:lnTo>
                    <a:pt x="1434147" y="395973"/>
                  </a:lnTo>
                  <a:lnTo>
                    <a:pt x="1377581" y="384949"/>
                  </a:lnTo>
                  <a:lnTo>
                    <a:pt x="1325676" y="370205"/>
                  </a:lnTo>
                  <a:lnTo>
                    <a:pt x="1279309" y="352145"/>
                  </a:lnTo>
                  <a:lnTo>
                    <a:pt x="1239393" y="331177"/>
                  </a:lnTo>
                  <a:lnTo>
                    <a:pt x="1206804" y="307695"/>
                  </a:lnTo>
                  <a:lnTo>
                    <a:pt x="1167142" y="254800"/>
                  </a:lnTo>
                  <a:lnTo>
                    <a:pt x="1161846" y="226199"/>
                  </a:lnTo>
                  <a:lnTo>
                    <a:pt x="1161846" y="221488"/>
                  </a:lnTo>
                  <a:lnTo>
                    <a:pt x="1180287" y="176479"/>
                  </a:lnTo>
                  <a:lnTo>
                    <a:pt x="1233004" y="134302"/>
                  </a:lnTo>
                  <a:lnTo>
                    <a:pt x="1270990" y="115570"/>
                  </a:lnTo>
                  <a:lnTo>
                    <a:pt x="1316075" y="99085"/>
                  </a:lnTo>
                  <a:lnTo>
                    <a:pt x="1367790" y="85369"/>
                  </a:lnTo>
                  <a:lnTo>
                    <a:pt x="1425625" y="74942"/>
                  </a:lnTo>
                  <a:lnTo>
                    <a:pt x="1489100" y="68300"/>
                  </a:lnTo>
                  <a:lnTo>
                    <a:pt x="1557718" y="65976"/>
                  </a:lnTo>
                  <a:lnTo>
                    <a:pt x="1626349" y="68300"/>
                  </a:lnTo>
                  <a:lnTo>
                    <a:pt x="1689823" y="74942"/>
                  </a:lnTo>
                  <a:lnTo>
                    <a:pt x="1747647" y="85369"/>
                  </a:lnTo>
                  <a:lnTo>
                    <a:pt x="1799361" y="99085"/>
                  </a:lnTo>
                  <a:lnTo>
                    <a:pt x="1844446" y="115570"/>
                  </a:lnTo>
                  <a:lnTo>
                    <a:pt x="1882444" y="134302"/>
                  </a:lnTo>
                  <a:lnTo>
                    <a:pt x="1935149" y="176479"/>
                  </a:lnTo>
                  <a:lnTo>
                    <a:pt x="1953590" y="221488"/>
                  </a:lnTo>
                  <a:lnTo>
                    <a:pt x="1953590" y="170370"/>
                  </a:lnTo>
                  <a:lnTo>
                    <a:pt x="1926145" y="141427"/>
                  </a:lnTo>
                  <a:lnTo>
                    <a:pt x="1892427" y="118579"/>
                  </a:lnTo>
                  <a:lnTo>
                    <a:pt x="1850974" y="98259"/>
                  </a:lnTo>
                  <a:lnTo>
                    <a:pt x="1802650" y="80822"/>
                  </a:lnTo>
                  <a:lnTo>
                    <a:pt x="1748307" y="66624"/>
                  </a:lnTo>
                  <a:lnTo>
                    <a:pt x="1688807" y="56032"/>
                  </a:lnTo>
                  <a:lnTo>
                    <a:pt x="1624990" y="49415"/>
                  </a:lnTo>
                  <a:lnTo>
                    <a:pt x="1557718" y="47129"/>
                  </a:lnTo>
                  <a:lnTo>
                    <a:pt x="1490446" y="49415"/>
                  </a:lnTo>
                  <a:lnTo>
                    <a:pt x="1426641" y="56032"/>
                  </a:lnTo>
                  <a:lnTo>
                    <a:pt x="1367129" y="66624"/>
                  </a:lnTo>
                  <a:lnTo>
                    <a:pt x="1312799" y="80822"/>
                  </a:lnTo>
                  <a:lnTo>
                    <a:pt x="1264475" y="98259"/>
                  </a:lnTo>
                  <a:lnTo>
                    <a:pt x="1223022" y="118579"/>
                  </a:lnTo>
                  <a:lnTo>
                    <a:pt x="1189291" y="141427"/>
                  </a:lnTo>
                  <a:lnTo>
                    <a:pt x="1148422" y="193243"/>
                  </a:lnTo>
                  <a:lnTo>
                    <a:pt x="1143000" y="221488"/>
                  </a:lnTo>
                  <a:lnTo>
                    <a:pt x="1143000" y="226199"/>
                  </a:lnTo>
                  <a:lnTo>
                    <a:pt x="1160551" y="283375"/>
                  </a:lnTo>
                  <a:lnTo>
                    <a:pt x="1209814" y="333984"/>
                  </a:lnTo>
                  <a:lnTo>
                    <a:pt x="1244727" y="356069"/>
                  </a:lnTo>
                  <a:lnTo>
                    <a:pt x="1285633" y="375589"/>
                  </a:lnTo>
                  <a:lnTo>
                    <a:pt x="1331899" y="392239"/>
                  </a:lnTo>
                  <a:lnTo>
                    <a:pt x="1382890" y="405739"/>
                  </a:lnTo>
                  <a:lnTo>
                    <a:pt x="1437944" y="415747"/>
                  </a:lnTo>
                  <a:lnTo>
                    <a:pt x="1496441" y="421982"/>
                  </a:lnTo>
                  <a:lnTo>
                    <a:pt x="1557718" y="424129"/>
                  </a:lnTo>
                  <a:lnTo>
                    <a:pt x="1619008" y="421982"/>
                  </a:lnTo>
                  <a:lnTo>
                    <a:pt x="1677492" y="415747"/>
                  </a:lnTo>
                  <a:lnTo>
                    <a:pt x="1732559" y="405739"/>
                  </a:lnTo>
                  <a:lnTo>
                    <a:pt x="1783537" y="392239"/>
                  </a:lnTo>
                  <a:lnTo>
                    <a:pt x="1829803" y="375589"/>
                  </a:lnTo>
                  <a:lnTo>
                    <a:pt x="1870710" y="356069"/>
                  </a:lnTo>
                  <a:lnTo>
                    <a:pt x="1905622" y="333984"/>
                  </a:lnTo>
                  <a:lnTo>
                    <a:pt x="1954885" y="283375"/>
                  </a:lnTo>
                  <a:lnTo>
                    <a:pt x="1972437" y="226199"/>
                  </a:lnTo>
                  <a:lnTo>
                    <a:pt x="1972437" y="221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67400" y="3905250"/>
              <a:ext cx="223837" cy="23336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95500" y="3495738"/>
              <a:ext cx="223837" cy="23336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41265" y="371093"/>
              <a:ext cx="121285" cy="316230"/>
            </a:xfrm>
            <a:custGeom>
              <a:avLst/>
              <a:gdLst/>
              <a:ahLst/>
              <a:cxnLst/>
              <a:rect l="l" t="t" r="r" b="b"/>
              <a:pathLst>
                <a:path w="121285" h="316230">
                  <a:moveTo>
                    <a:pt x="109982" y="0"/>
                  </a:moveTo>
                  <a:lnTo>
                    <a:pt x="0" y="3936"/>
                  </a:lnTo>
                  <a:lnTo>
                    <a:pt x="10922" y="315721"/>
                  </a:lnTo>
                  <a:lnTo>
                    <a:pt x="120904" y="311911"/>
                  </a:lnTo>
                  <a:lnTo>
                    <a:pt x="109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18404" y="536066"/>
              <a:ext cx="149860" cy="26670"/>
            </a:xfrm>
            <a:custGeom>
              <a:avLst/>
              <a:gdLst/>
              <a:ahLst/>
              <a:cxnLst/>
              <a:rect l="l" t="t" r="r" b="b"/>
              <a:pathLst>
                <a:path w="149860" h="26670">
                  <a:moveTo>
                    <a:pt x="0" y="26416"/>
                  </a:moveTo>
                  <a:lnTo>
                    <a:pt x="149606" y="0"/>
                  </a:lnTo>
                </a:path>
              </a:pathLst>
            </a:custGeom>
            <a:ln w="12699">
              <a:solidFill>
                <a:srgbClr val="BDBD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62425" y="142875"/>
              <a:ext cx="590550" cy="466725"/>
            </a:xfrm>
            <a:custGeom>
              <a:avLst/>
              <a:gdLst/>
              <a:ahLst/>
              <a:cxnLst/>
              <a:rect l="l" t="t" r="r" b="b"/>
              <a:pathLst>
                <a:path w="590550" h="466725">
                  <a:moveTo>
                    <a:pt x="590550" y="0"/>
                  </a:moveTo>
                  <a:lnTo>
                    <a:pt x="0" y="0"/>
                  </a:lnTo>
                  <a:lnTo>
                    <a:pt x="0" y="466725"/>
                  </a:lnTo>
                  <a:lnTo>
                    <a:pt x="590550" y="4667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67785">
              <a:lnSpc>
                <a:spcPct val="100000"/>
              </a:lnSpc>
              <a:spcBef>
                <a:spcPts val="125"/>
              </a:spcBef>
            </a:pPr>
            <a:r>
              <a:rPr sz="3225" spc="75" baseline="11627" dirty="0">
                <a:latin typeface="Cambria Math"/>
                <a:cs typeface="Cambria Math"/>
              </a:rPr>
              <a:t>J</a:t>
            </a:r>
            <a:r>
              <a:rPr sz="1550" spc="50" dirty="0">
                <a:latin typeface="Cambria Math"/>
                <a:cs typeface="Cambria Math"/>
              </a:rPr>
              <a:t>(w,b)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7360" y="532637"/>
            <a:ext cx="3374136" cy="37033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4863" y="934085"/>
            <a:ext cx="1717639" cy="3398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22389" y="1439417"/>
            <a:ext cx="1250826" cy="2661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74304" y="1402333"/>
            <a:ext cx="564599" cy="44196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442334" y="184086"/>
            <a:ext cx="196468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/>
              <a:t>3D</a:t>
            </a:r>
            <a:r>
              <a:rPr sz="2000" spc="35" dirty="0"/>
              <a:t> </a:t>
            </a:r>
            <a:r>
              <a:rPr sz="2000" dirty="0"/>
              <a:t>surface</a:t>
            </a:r>
            <a:r>
              <a:rPr sz="2000" spc="-145" dirty="0"/>
              <a:t> </a:t>
            </a:r>
            <a:r>
              <a:rPr sz="2000" spc="-20" dirty="0"/>
              <a:t>plot</a:t>
            </a:r>
            <a:endParaRPr sz="20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24" y="0"/>
            <a:ext cx="8115300" cy="45624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49" y="0"/>
            <a:ext cx="8105775" cy="45624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7874"/>
            <a:ext cx="9144000" cy="5151755"/>
            <a:chOff x="0" y="-7874"/>
            <a:chExt cx="9144000" cy="51517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3477" y="36606"/>
              <a:ext cx="5709967" cy="446600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076825" y="831723"/>
              <a:ext cx="420370" cy="300990"/>
            </a:xfrm>
            <a:custGeom>
              <a:avLst/>
              <a:gdLst/>
              <a:ahLst/>
              <a:cxnLst/>
              <a:rect l="l" t="t" r="r" b="b"/>
              <a:pathLst>
                <a:path w="420370" h="300990">
                  <a:moveTo>
                    <a:pt x="67794" y="102826"/>
                  </a:moveTo>
                  <a:lnTo>
                    <a:pt x="60801" y="104901"/>
                  </a:lnTo>
                  <a:lnTo>
                    <a:pt x="55094" y="109454"/>
                  </a:lnTo>
                  <a:lnTo>
                    <a:pt x="51435" y="116077"/>
                  </a:lnTo>
                  <a:lnTo>
                    <a:pt x="0" y="279780"/>
                  </a:lnTo>
                  <a:lnTo>
                    <a:pt x="170307" y="300863"/>
                  </a:lnTo>
                  <a:lnTo>
                    <a:pt x="177835" y="300281"/>
                  </a:lnTo>
                  <a:lnTo>
                    <a:pt x="184340" y="296973"/>
                  </a:lnTo>
                  <a:lnTo>
                    <a:pt x="189130" y="291451"/>
                  </a:lnTo>
                  <a:lnTo>
                    <a:pt x="191515" y="284225"/>
                  </a:lnTo>
                  <a:lnTo>
                    <a:pt x="191205" y="279780"/>
                  </a:lnTo>
                  <a:lnTo>
                    <a:pt x="35387" y="279780"/>
                  </a:lnTo>
                  <a:lnTo>
                    <a:pt x="14732" y="247650"/>
                  </a:lnTo>
                  <a:lnTo>
                    <a:pt x="58941" y="219207"/>
                  </a:lnTo>
                  <a:lnTo>
                    <a:pt x="87757" y="127507"/>
                  </a:lnTo>
                  <a:lnTo>
                    <a:pt x="88562" y="119973"/>
                  </a:lnTo>
                  <a:lnTo>
                    <a:pt x="86487" y="112950"/>
                  </a:lnTo>
                  <a:lnTo>
                    <a:pt x="81934" y="107237"/>
                  </a:lnTo>
                  <a:lnTo>
                    <a:pt x="75311" y="103631"/>
                  </a:lnTo>
                  <a:lnTo>
                    <a:pt x="67794" y="102826"/>
                  </a:lnTo>
                  <a:close/>
                </a:path>
                <a:path w="420370" h="300990">
                  <a:moveTo>
                    <a:pt x="58941" y="219207"/>
                  </a:moveTo>
                  <a:lnTo>
                    <a:pt x="14732" y="247650"/>
                  </a:lnTo>
                  <a:lnTo>
                    <a:pt x="35387" y="279780"/>
                  </a:lnTo>
                  <a:lnTo>
                    <a:pt x="35108" y="279780"/>
                  </a:lnTo>
                  <a:lnTo>
                    <a:pt x="51295" y="269366"/>
                  </a:lnTo>
                  <a:lnTo>
                    <a:pt x="43179" y="269366"/>
                  </a:lnTo>
                  <a:lnTo>
                    <a:pt x="27304" y="244728"/>
                  </a:lnTo>
                  <a:lnTo>
                    <a:pt x="50922" y="244728"/>
                  </a:lnTo>
                  <a:lnTo>
                    <a:pt x="58941" y="219207"/>
                  </a:lnTo>
                  <a:close/>
                </a:path>
                <a:path w="420370" h="300990">
                  <a:moveTo>
                    <a:pt x="79539" y="251196"/>
                  </a:moveTo>
                  <a:lnTo>
                    <a:pt x="35108" y="279780"/>
                  </a:lnTo>
                  <a:lnTo>
                    <a:pt x="191205" y="279780"/>
                  </a:lnTo>
                  <a:lnTo>
                    <a:pt x="79539" y="251196"/>
                  </a:lnTo>
                  <a:close/>
                </a:path>
                <a:path w="420370" h="300990">
                  <a:moveTo>
                    <a:pt x="27304" y="244728"/>
                  </a:moveTo>
                  <a:lnTo>
                    <a:pt x="43179" y="269366"/>
                  </a:lnTo>
                  <a:lnTo>
                    <a:pt x="50004" y="247650"/>
                  </a:lnTo>
                  <a:lnTo>
                    <a:pt x="50896" y="247650"/>
                  </a:lnTo>
                  <a:lnTo>
                    <a:pt x="27304" y="244728"/>
                  </a:lnTo>
                  <a:close/>
                </a:path>
                <a:path w="420370" h="300990">
                  <a:moveTo>
                    <a:pt x="399669" y="0"/>
                  </a:moveTo>
                  <a:lnTo>
                    <a:pt x="58941" y="219207"/>
                  </a:lnTo>
                  <a:lnTo>
                    <a:pt x="43179" y="269366"/>
                  </a:lnTo>
                  <a:lnTo>
                    <a:pt x="51295" y="269366"/>
                  </a:lnTo>
                  <a:lnTo>
                    <a:pt x="79539" y="251196"/>
                  </a:lnTo>
                  <a:lnTo>
                    <a:pt x="50896" y="247650"/>
                  </a:lnTo>
                  <a:lnTo>
                    <a:pt x="85051" y="247650"/>
                  </a:lnTo>
                  <a:lnTo>
                    <a:pt x="420242" y="32003"/>
                  </a:lnTo>
                  <a:lnTo>
                    <a:pt x="399669" y="0"/>
                  </a:lnTo>
                  <a:close/>
                </a:path>
                <a:path w="420370" h="300990">
                  <a:moveTo>
                    <a:pt x="85051" y="247650"/>
                  </a:moveTo>
                  <a:lnTo>
                    <a:pt x="50896" y="247650"/>
                  </a:lnTo>
                  <a:lnTo>
                    <a:pt x="79539" y="251196"/>
                  </a:lnTo>
                  <a:lnTo>
                    <a:pt x="85051" y="247650"/>
                  </a:lnTo>
                  <a:close/>
                </a:path>
                <a:path w="420370" h="300990">
                  <a:moveTo>
                    <a:pt x="50922" y="244728"/>
                  </a:moveTo>
                  <a:lnTo>
                    <a:pt x="27304" y="244728"/>
                  </a:lnTo>
                  <a:lnTo>
                    <a:pt x="50896" y="247650"/>
                  </a:lnTo>
                  <a:lnTo>
                    <a:pt x="50004" y="247650"/>
                  </a:lnTo>
                  <a:lnTo>
                    <a:pt x="50922" y="244728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10175" y="965073"/>
              <a:ext cx="420370" cy="300990"/>
            </a:xfrm>
            <a:custGeom>
              <a:avLst/>
              <a:gdLst/>
              <a:ahLst/>
              <a:cxnLst/>
              <a:rect l="l" t="t" r="r" b="b"/>
              <a:pathLst>
                <a:path w="420370" h="300990">
                  <a:moveTo>
                    <a:pt x="67794" y="102826"/>
                  </a:moveTo>
                  <a:lnTo>
                    <a:pt x="60801" y="104901"/>
                  </a:lnTo>
                  <a:lnTo>
                    <a:pt x="55094" y="109454"/>
                  </a:lnTo>
                  <a:lnTo>
                    <a:pt x="51435" y="116077"/>
                  </a:lnTo>
                  <a:lnTo>
                    <a:pt x="0" y="279780"/>
                  </a:lnTo>
                  <a:lnTo>
                    <a:pt x="170307" y="300863"/>
                  </a:lnTo>
                  <a:lnTo>
                    <a:pt x="177835" y="300281"/>
                  </a:lnTo>
                  <a:lnTo>
                    <a:pt x="184340" y="296973"/>
                  </a:lnTo>
                  <a:lnTo>
                    <a:pt x="189130" y="291451"/>
                  </a:lnTo>
                  <a:lnTo>
                    <a:pt x="191515" y="284225"/>
                  </a:lnTo>
                  <a:lnTo>
                    <a:pt x="191205" y="279780"/>
                  </a:lnTo>
                  <a:lnTo>
                    <a:pt x="35387" y="279780"/>
                  </a:lnTo>
                  <a:lnTo>
                    <a:pt x="14732" y="247650"/>
                  </a:lnTo>
                  <a:lnTo>
                    <a:pt x="58941" y="219207"/>
                  </a:lnTo>
                  <a:lnTo>
                    <a:pt x="87757" y="127507"/>
                  </a:lnTo>
                  <a:lnTo>
                    <a:pt x="88562" y="119973"/>
                  </a:lnTo>
                  <a:lnTo>
                    <a:pt x="86487" y="112950"/>
                  </a:lnTo>
                  <a:lnTo>
                    <a:pt x="81934" y="107237"/>
                  </a:lnTo>
                  <a:lnTo>
                    <a:pt x="75311" y="103631"/>
                  </a:lnTo>
                  <a:lnTo>
                    <a:pt x="67794" y="102826"/>
                  </a:lnTo>
                  <a:close/>
                </a:path>
                <a:path w="420370" h="300990">
                  <a:moveTo>
                    <a:pt x="58941" y="219207"/>
                  </a:moveTo>
                  <a:lnTo>
                    <a:pt x="14732" y="247650"/>
                  </a:lnTo>
                  <a:lnTo>
                    <a:pt x="35387" y="279780"/>
                  </a:lnTo>
                  <a:lnTo>
                    <a:pt x="35108" y="279780"/>
                  </a:lnTo>
                  <a:lnTo>
                    <a:pt x="51295" y="269366"/>
                  </a:lnTo>
                  <a:lnTo>
                    <a:pt x="43179" y="269366"/>
                  </a:lnTo>
                  <a:lnTo>
                    <a:pt x="27304" y="244728"/>
                  </a:lnTo>
                  <a:lnTo>
                    <a:pt x="50922" y="244728"/>
                  </a:lnTo>
                  <a:lnTo>
                    <a:pt x="58941" y="219207"/>
                  </a:lnTo>
                  <a:close/>
                </a:path>
                <a:path w="420370" h="300990">
                  <a:moveTo>
                    <a:pt x="79539" y="251196"/>
                  </a:moveTo>
                  <a:lnTo>
                    <a:pt x="35108" y="279780"/>
                  </a:lnTo>
                  <a:lnTo>
                    <a:pt x="191205" y="279780"/>
                  </a:lnTo>
                  <a:lnTo>
                    <a:pt x="79539" y="251196"/>
                  </a:lnTo>
                  <a:close/>
                </a:path>
                <a:path w="420370" h="300990">
                  <a:moveTo>
                    <a:pt x="27304" y="244728"/>
                  </a:moveTo>
                  <a:lnTo>
                    <a:pt x="43179" y="269366"/>
                  </a:lnTo>
                  <a:lnTo>
                    <a:pt x="50004" y="247650"/>
                  </a:lnTo>
                  <a:lnTo>
                    <a:pt x="50896" y="247650"/>
                  </a:lnTo>
                  <a:lnTo>
                    <a:pt x="27304" y="244728"/>
                  </a:lnTo>
                  <a:close/>
                </a:path>
                <a:path w="420370" h="300990">
                  <a:moveTo>
                    <a:pt x="399669" y="0"/>
                  </a:moveTo>
                  <a:lnTo>
                    <a:pt x="58941" y="219207"/>
                  </a:lnTo>
                  <a:lnTo>
                    <a:pt x="43179" y="269366"/>
                  </a:lnTo>
                  <a:lnTo>
                    <a:pt x="51295" y="269366"/>
                  </a:lnTo>
                  <a:lnTo>
                    <a:pt x="79539" y="251196"/>
                  </a:lnTo>
                  <a:lnTo>
                    <a:pt x="50896" y="247650"/>
                  </a:lnTo>
                  <a:lnTo>
                    <a:pt x="85051" y="247650"/>
                  </a:lnTo>
                  <a:lnTo>
                    <a:pt x="420242" y="32003"/>
                  </a:lnTo>
                  <a:lnTo>
                    <a:pt x="399669" y="0"/>
                  </a:lnTo>
                  <a:close/>
                </a:path>
                <a:path w="420370" h="300990">
                  <a:moveTo>
                    <a:pt x="85051" y="247650"/>
                  </a:moveTo>
                  <a:lnTo>
                    <a:pt x="50896" y="247650"/>
                  </a:lnTo>
                  <a:lnTo>
                    <a:pt x="79539" y="251196"/>
                  </a:lnTo>
                  <a:lnTo>
                    <a:pt x="85051" y="247650"/>
                  </a:lnTo>
                  <a:close/>
                </a:path>
                <a:path w="420370" h="300990">
                  <a:moveTo>
                    <a:pt x="50922" y="244728"/>
                  </a:moveTo>
                  <a:lnTo>
                    <a:pt x="27304" y="244728"/>
                  </a:lnTo>
                  <a:lnTo>
                    <a:pt x="50896" y="247650"/>
                  </a:lnTo>
                  <a:lnTo>
                    <a:pt x="50004" y="247650"/>
                  </a:lnTo>
                  <a:lnTo>
                    <a:pt x="50922" y="244728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0" y="1098423"/>
              <a:ext cx="420370" cy="300990"/>
            </a:xfrm>
            <a:custGeom>
              <a:avLst/>
              <a:gdLst/>
              <a:ahLst/>
              <a:cxnLst/>
              <a:rect l="l" t="t" r="r" b="b"/>
              <a:pathLst>
                <a:path w="420370" h="300990">
                  <a:moveTo>
                    <a:pt x="67794" y="102826"/>
                  </a:moveTo>
                  <a:lnTo>
                    <a:pt x="60801" y="104901"/>
                  </a:lnTo>
                  <a:lnTo>
                    <a:pt x="55094" y="109454"/>
                  </a:lnTo>
                  <a:lnTo>
                    <a:pt x="51435" y="116077"/>
                  </a:lnTo>
                  <a:lnTo>
                    <a:pt x="0" y="279780"/>
                  </a:lnTo>
                  <a:lnTo>
                    <a:pt x="170307" y="300863"/>
                  </a:lnTo>
                  <a:lnTo>
                    <a:pt x="177835" y="300281"/>
                  </a:lnTo>
                  <a:lnTo>
                    <a:pt x="184340" y="296973"/>
                  </a:lnTo>
                  <a:lnTo>
                    <a:pt x="189130" y="291451"/>
                  </a:lnTo>
                  <a:lnTo>
                    <a:pt x="191515" y="284225"/>
                  </a:lnTo>
                  <a:lnTo>
                    <a:pt x="191205" y="279780"/>
                  </a:lnTo>
                  <a:lnTo>
                    <a:pt x="35387" y="279780"/>
                  </a:lnTo>
                  <a:lnTo>
                    <a:pt x="14732" y="247650"/>
                  </a:lnTo>
                  <a:lnTo>
                    <a:pt x="58941" y="219207"/>
                  </a:lnTo>
                  <a:lnTo>
                    <a:pt x="87757" y="127507"/>
                  </a:lnTo>
                  <a:lnTo>
                    <a:pt x="88562" y="119973"/>
                  </a:lnTo>
                  <a:lnTo>
                    <a:pt x="86487" y="112950"/>
                  </a:lnTo>
                  <a:lnTo>
                    <a:pt x="81934" y="107237"/>
                  </a:lnTo>
                  <a:lnTo>
                    <a:pt x="75311" y="103631"/>
                  </a:lnTo>
                  <a:lnTo>
                    <a:pt x="67794" y="102826"/>
                  </a:lnTo>
                  <a:close/>
                </a:path>
                <a:path w="420370" h="300990">
                  <a:moveTo>
                    <a:pt x="58941" y="219207"/>
                  </a:moveTo>
                  <a:lnTo>
                    <a:pt x="14732" y="247650"/>
                  </a:lnTo>
                  <a:lnTo>
                    <a:pt x="35387" y="279780"/>
                  </a:lnTo>
                  <a:lnTo>
                    <a:pt x="35108" y="279780"/>
                  </a:lnTo>
                  <a:lnTo>
                    <a:pt x="51295" y="269366"/>
                  </a:lnTo>
                  <a:lnTo>
                    <a:pt x="43179" y="269366"/>
                  </a:lnTo>
                  <a:lnTo>
                    <a:pt x="27304" y="244728"/>
                  </a:lnTo>
                  <a:lnTo>
                    <a:pt x="50922" y="244728"/>
                  </a:lnTo>
                  <a:lnTo>
                    <a:pt x="58941" y="219207"/>
                  </a:lnTo>
                  <a:close/>
                </a:path>
                <a:path w="420370" h="300990">
                  <a:moveTo>
                    <a:pt x="79539" y="251196"/>
                  </a:moveTo>
                  <a:lnTo>
                    <a:pt x="35108" y="279780"/>
                  </a:lnTo>
                  <a:lnTo>
                    <a:pt x="191205" y="279780"/>
                  </a:lnTo>
                  <a:lnTo>
                    <a:pt x="79539" y="251196"/>
                  </a:lnTo>
                  <a:close/>
                </a:path>
                <a:path w="420370" h="300990">
                  <a:moveTo>
                    <a:pt x="27304" y="244728"/>
                  </a:moveTo>
                  <a:lnTo>
                    <a:pt x="43179" y="269366"/>
                  </a:lnTo>
                  <a:lnTo>
                    <a:pt x="50004" y="247650"/>
                  </a:lnTo>
                  <a:lnTo>
                    <a:pt x="50896" y="247650"/>
                  </a:lnTo>
                  <a:lnTo>
                    <a:pt x="27304" y="244728"/>
                  </a:lnTo>
                  <a:close/>
                </a:path>
                <a:path w="420370" h="300990">
                  <a:moveTo>
                    <a:pt x="399669" y="0"/>
                  </a:moveTo>
                  <a:lnTo>
                    <a:pt x="58941" y="219207"/>
                  </a:lnTo>
                  <a:lnTo>
                    <a:pt x="43179" y="269366"/>
                  </a:lnTo>
                  <a:lnTo>
                    <a:pt x="51295" y="269366"/>
                  </a:lnTo>
                  <a:lnTo>
                    <a:pt x="79539" y="251196"/>
                  </a:lnTo>
                  <a:lnTo>
                    <a:pt x="50896" y="247650"/>
                  </a:lnTo>
                  <a:lnTo>
                    <a:pt x="85051" y="247650"/>
                  </a:lnTo>
                  <a:lnTo>
                    <a:pt x="420242" y="32003"/>
                  </a:lnTo>
                  <a:lnTo>
                    <a:pt x="399669" y="0"/>
                  </a:lnTo>
                  <a:close/>
                </a:path>
                <a:path w="420370" h="300990">
                  <a:moveTo>
                    <a:pt x="85051" y="247650"/>
                  </a:moveTo>
                  <a:lnTo>
                    <a:pt x="50896" y="247650"/>
                  </a:lnTo>
                  <a:lnTo>
                    <a:pt x="79539" y="251196"/>
                  </a:lnTo>
                  <a:lnTo>
                    <a:pt x="85051" y="247650"/>
                  </a:lnTo>
                  <a:close/>
                </a:path>
                <a:path w="420370" h="300990">
                  <a:moveTo>
                    <a:pt x="50922" y="244728"/>
                  </a:moveTo>
                  <a:lnTo>
                    <a:pt x="27304" y="244728"/>
                  </a:lnTo>
                  <a:lnTo>
                    <a:pt x="50896" y="247650"/>
                  </a:lnTo>
                  <a:lnTo>
                    <a:pt x="50004" y="247650"/>
                  </a:lnTo>
                  <a:lnTo>
                    <a:pt x="50922" y="244728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3379" y="3381374"/>
              <a:ext cx="228600" cy="386715"/>
            </a:xfrm>
            <a:custGeom>
              <a:avLst/>
              <a:gdLst/>
              <a:ahLst/>
              <a:cxnLst/>
              <a:rect l="l" t="t" r="r" b="b"/>
              <a:pathLst>
                <a:path w="228600" h="386714">
                  <a:moveTo>
                    <a:pt x="20701" y="223345"/>
                  </a:moveTo>
                  <a:lnTo>
                    <a:pt x="13448" y="224105"/>
                  </a:lnTo>
                  <a:lnTo>
                    <a:pt x="6778" y="227711"/>
                  </a:lnTo>
                  <a:lnTo>
                    <a:pt x="2026" y="233594"/>
                  </a:lnTo>
                  <a:lnTo>
                    <a:pt x="0" y="240585"/>
                  </a:lnTo>
                  <a:lnTo>
                    <a:pt x="760" y="247838"/>
                  </a:lnTo>
                  <a:lnTo>
                    <a:pt x="4365" y="254508"/>
                  </a:lnTo>
                  <a:lnTo>
                    <a:pt x="114220" y="386334"/>
                  </a:lnTo>
                  <a:lnTo>
                    <a:pt x="138985" y="356616"/>
                  </a:lnTo>
                  <a:lnTo>
                    <a:pt x="95170" y="356616"/>
                  </a:lnTo>
                  <a:lnTo>
                    <a:pt x="95170" y="304038"/>
                  </a:lnTo>
                  <a:lnTo>
                    <a:pt x="33575" y="230124"/>
                  </a:lnTo>
                  <a:lnTo>
                    <a:pt x="27691" y="225371"/>
                  </a:lnTo>
                  <a:lnTo>
                    <a:pt x="20701" y="223345"/>
                  </a:lnTo>
                  <a:close/>
                </a:path>
                <a:path w="228600" h="386714">
                  <a:moveTo>
                    <a:pt x="95170" y="304038"/>
                  </a:moveTo>
                  <a:lnTo>
                    <a:pt x="95170" y="356616"/>
                  </a:lnTo>
                  <a:lnTo>
                    <a:pt x="133270" y="356616"/>
                  </a:lnTo>
                  <a:lnTo>
                    <a:pt x="133270" y="344424"/>
                  </a:lnTo>
                  <a:lnTo>
                    <a:pt x="99615" y="344424"/>
                  </a:lnTo>
                  <a:lnTo>
                    <a:pt x="114220" y="326898"/>
                  </a:lnTo>
                  <a:lnTo>
                    <a:pt x="95170" y="304038"/>
                  </a:lnTo>
                  <a:close/>
                </a:path>
                <a:path w="228600" h="386714">
                  <a:moveTo>
                    <a:pt x="207740" y="223345"/>
                  </a:moveTo>
                  <a:lnTo>
                    <a:pt x="200749" y="225371"/>
                  </a:lnTo>
                  <a:lnTo>
                    <a:pt x="194865" y="230124"/>
                  </a:lnTo>
                  <a:lnTo>
                    <a:pt x="133270" y="304038"/>
                  </a:lnTo>
                  <a:lnTo>
                    <a:pt x="133270" y="356616"/>
                  </a:lnTo>
                  <a:lnTo>
                    <a:pt x="138985" y="356616"/>
                  </a:lnTo>
                  <a:lnTo>
                    <a:pt x="224075" y="254508"/>
                  </a:lnTo>
                  <a:lnTo>
                    <a:pt x="227681" y="247838"/>
                  </a:lnTo>
                  <a:lnTo>
                    <a:pt x="228441" y="240585"/>
                  </a:lnTo>
                  <a:lnTo>
                    <a:pt x="226415" y="233594"/>
                  </a:lnTo>
                  <a:lnTo>
                    <a:pt x="221662" y="227711"/>
                  </a:lnTo>
                  <a:lnTo>
                    <a:pt x="214993" y="224105"/>
                  </a:lnTo>
                  <a:lnTo>
                    <a:pt x="207740" y="223345"/>
                  </a:lnTo>
                  <a:close/>
                </a:path>
                <a:path w="228600" h="386714">
                  <a:moveTo>
                    <a:pt x="114220" y="326898"/>
                  </a:moveTo>
                  <a:lnTo>
                    <a:pt x="99615" y="344424"/>
                  </a:lnTo>
                  <a:lnTo>
                    <a:pt x="128825" y="344424"/>
                  </a:lnTo>
                  <a:lnTo>
                    <a:pt x="114220" y="326898"/>
                  </a:lnTo>
                  <a:close/>
                </a:path>
                <a:path w="228600" h="386714">
                  <a:moveTo>
                    <a:pt x="133270" y="304038"/>
                  </a:moveTo>
                  <a:lnTo>
                    <a:pt x="114220" y="326898"/>
                  </a:lnTo>
                  <a:lnTo>
                    <a:pt x="128825" y="344424"/>
                  </a:lnTo>
                  <a:lnTo>
                    <a:pt x="133270" y="344424"/>
                  </a:lnTo>
                  <a:lnTo>
                    <a:pt x="133270" y="304038"/>
                  </a:lnTo>
                  <a:close/>
                </a:path>
                <a:path w="228600" h="386714">
                  <a:moveTo>
                    <a:pt x="133270" y="0"/>
                  </a:moveTo>
                  <a:lnTo>
                    <a:pt x="95170" y="0"/>
                  </a:lnTo>
                  <a:lnTo>
                    <a:pt x="95170" y="304038"/>
                  </a:lnTo>
                  <a:lnTo>
                    <a:pt x="114220" y="326898"/>
                  </a:lnTo>
                  <a:lnTo>
                    <a:pt x="133270" y="304038"/>
                  </a:lnTo>
                  <a:lnTo>
                    <a:pt x="13327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52929" y="3381374"/>
              <a:ext cx="228600" cy="386715"/>
            </a:xfrm>
            <a:custGeom>
              <a:avLst/>
              <a:gdLst/>
              <a:ahLst/>
              <a:cxnLst/>
              <a:rect l="l" t="t" r="r" b="b"/>
              <a:pathLst>
                <a:path w="228600" h="386714">
                  <a:moveTo>
                    <a:pt x="20701" y="223345"/>
                  </a:moveTo>
                  <a:lnTo>
                    <a:pt x="13448" y="224105"/>
                  </a:lnTo>
                  <a:lnTo>
                    <a:pt x="6778" y="227711"/>
                  </a:lnTo>
                  <a:lnTo>
                    <a:pt x="2026" y="233594"/>
                  </a:lnTo>
                  <a:lnTo>
                    <a:pt x="0" y="240585"/>
                  </a:lnTo>
                  <a:lnTo>
                    <a:pt x="760" y="247838"/>
                  </a:lnTo>
                  <a:lnTo>
                    <a:pt x="4365" y="254508"/>
                  </a:lnTo>
                  <a:lnTo>
                    <a:pt x="114220" y="386334"/>
                  </a:lnTo>
                  <a:lnTo>
                    <a:pt x="138985" y="356616"/>
                  </a:lnTo>
                  <a:lnTo>
                    <a:pt x="95170" y="356616"/>
                  </a:lnTo>
                  <a:lnTo>
                    <a:pt x="95170" y="304038"/>
                  </a:lnTo>
                  <a:lnTo>
                    <a:pt x="33575" y="230124"/>
                  </a:lnTo>
                  <a:lnTo>
                    <a:pt x="27691" y="225371"/>
                  </a:lnTo>
                  <a:lnTo>
                    <a:pt x="20701" y="223345"/>
                  </a:lnTo>
                  <a:close/>
                </a:path>
                <a:path w="228600" h="386714">
                  <a:moveTo>
                    <a:pt x="95170" y="304038"/>
                  </a:moveTo>
                  <a:lnTo>
                    <a:pt x="95170" y="356616"/>
                  </a:lnTo>
                  <a:lnTo>
                    <a:pt x="133270" y="356616"/>
                  </a:lnTo>
                  <a:lnTo>
                    <a:pt x="133270" y="344424"/>
                  </a:lnTo>
                  <a:lnTo>
                    <a:pt x="99615" y="344424"/>
                  </a:lnTo>
                  <a:lnTo>
                    <a:pt x="114220" y="326898"/>
                  </a:lnTo>
                  <a:lnTo>
                    <a:pt x="95170" y="304038"/>
                  </a:lnTo>
                  <a:close/>
                </a:path>
                <a:path w="228600" h="386714">
                  <a:moveTo>
                    <a:pt x="207740" y="223345"/>
                  </a:moveTo>
                  <a:lnTo>
                    <a:pt x="200749" y="225371"/>
                  </a:lnTo>
                  <a:lnTo>
                    <a:pt x="194865" y="230124"/>
                  </a:lnTo>
                  <a:lnTo>
                    <a:pt x="133270" y="304038"/>
                  </a:lnTo>
                  <a:lnTo>
                    <a:pt x="133270" y="356616"/>
                  </a:lnTo>
                  <a:lnTo>
                    <a:pt x="138985" y="356616"/>
                  </a:lnTo>
                  <a:lnTo>
                    <a:pt x="224075" y="254508"/>
                  </a:lnTo>
                  <a:lnTo>
                    <a:pt x="227681" y="247838"/>
                  </a:lnTo>
                  <a:lnTo>
                    <a:pt x="228441" y="240585"/>
                  </a:lnTo>
                  <a:lnTo>
                    <a:pt x="226415" y="233594"/>
                  </a:lnTo>
                  <a:lnTo>
                    <a:pt x="221662" y="227711"/>
                  </a:lnTo>
                  <a:lnTo>
                    <a:pt x="214993" y="224105"/>
                  </a:lnTo>
                  <a:lnTo>
                    <a:pt x="207740" y="223345"/>
                  </a:lnTo>
                  <a:close/>
                </a:path>
                <a:path w="228600" h="386714">
                  <a:moveTo>
                    <a:pt x="114220" y="326898"/>
                  </a:moveTo>
                  <a:lnTo>
                    <a:pt x="99615" y="344424"/>
                  </a:lnTo>
                  <a:lnTo>
                    <a:pt x="128825" y="344424"/>
                  </a:lnTo>
                  <a:lnTo>
                    <a:pt x="114220" y="326898"/>
                  </a:lnTo>
                  <a:close/>
                </a:path>
                <a:path w="228600" h="386714">
                  <a:moveTo>
                    <a:pt x="133270" y="304038"/>
                  </a:moveTo>
                  <a:lnTo>
                    <a:pt x="114220" y="326898"/>
                  </a:lnTo>
                  <a:lnTo>
                    <a:pt x="128825" y="344424"/>
                  </a:lnTo>
                  <a:lnTo>
                    <a:pt x="133270" y="344424"/>
                  </a:lnTo>
                  <a:lnTo>
                    <a:pt x="133270" y="304038"/>
                  </a:lnTo>
                  <a:close/>
                </a:path>
                <a:path w="228600" h="386714">
                  <a:moveTo>
                    <a:pt x="133270" y="0"/>
                  </a:moveTo>
                  <a:lnTo>
                    <a:pt x="95170" y="0"/>
                  </a:lnTo>
                  <a:lnTo>
                    <a:pt x="95170" y="304038"/>
                  </a:lnTo>
                  <a:lnTo>
                    <a:pt x="114220" y="326898"/>
                  </a:lnTo>
                  <a:lnTo>
                    <a:pt x="133270" y="304038"/>
                  </a:lnTo>
                  <a:lnTo>
                    <a:pt x="133270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43429" y="3381374"/>
              <a:ext cx="228600" cy="386715"/>
            </a:xfrm>
            <a:custGeom>
              <a:avLst/>
              <a:gdLst/>
              <a:ahLst/>
              <a:cxnLst/>
              <a:rect l="l" t="t" r="r" b="b"/>
              <a:pathLst>
                <a:path w="228600" h="386714">
                  <a:moveTo>
                    <a:pt x="20701" y="223345"/>
                  </a:moveTo>
                  <a:lnTo>
                    <a:pt x="13448" y="224105"/>
                  </a:lnTo>
                  <a:lnTo>
                    <a:pt x="6778" y="227711"/>
                  </a:lnTo>
                  <a:lnTo>
                    <a:pt x="2026" y="233594"/>
                  </a:lnTo>
                  <a:lnTo>
                    <a:pt x="0" y="240585"/>
                  </a:lnTo>
                  <a:lnTo>
                    <a:pt x="760" y="247838"/>
                  </a:lnTo>
                  <a:lnTo>
                    <a:pt x="4365" y="254508"/>
                  </a:lnTo>
                  <a:lnTo>
                    <a:pt x="114220" y="386334"/>
                  </a:lnTo>
                  <a:lnTo>
                    <a:pt x="138985" y="356616"/>
                  </a:lnTo>
                  <a:lnTo>
                    <a:pt x="95170" y="356616"/>
                  </a:lnTo>
                  <a:lnTo>
                    <a:pt x="95170" y="304038"/>
                  </a:lnTo>
                  <a:lnTo>
                    <a:pt x="33575" y="230124"/>
                  </a:lnTo>
                  <a:lnTo>
                    <a:pt x="27691" y="225371"/>
                  </a:lnTo>
                  <a:lnTo>
                    <a:pt x="20701" y="223345"/>
                  </a:lnTo>
                  <a:close/>
                </a:path>
                <a:path w="228600" h="386714">
                  <a:moveTo>
                    <a:pt x="95170" y="304038"/>
                  </a:moveTo>
                  <a:lnTo>
                    <a:pt x="95170" y="356616"/>
                  </a:lnTo>
                  <a:lnTo>
                    <a:pt x="133270" y="356616"/>
                  </a:lnTo>
                  <a:lnTo>
                    <a:pt x="133270" y="344424"/>
                  </a:lnTo>
                  <a:lnTo>
                    <a:pt x="99615" y="344424"/>
                  </a:lnTo>
                  <a:lnTo>
                    <a:pt x="114220" y="326898"/>
                  </a:lnTo>
                  <a:lnTo>
                    <a:pt x="95170" y="304038"/>
                  </a:lnTo>
                  <a:close/>
                </a:path>
                <a:path w="228600" h="386714">
                  <a:moveTo>
                    <a:pt x="207740" y="223345"/>
                  </a:moveTo>
                  <a:lnTo>
                    <a:pt x="200749" y="225371"/>
                  </a:lnTo>
                  <a:lnTo>
                    <a:pt x="194865" y="230124"/>
                  </a:lnTo>
                  <a:lnTo>
                    <a:pt x="133270" y="304038"/>
                  </a:lnTo>
                  <a:lnTo>
                    <a:pt x="133270" y="356616"/>
                  </a:lnTo>
                  <a:lnTo>
                    <a:pt x="138985" y="356616"/>
                  </a:lnTo>
                  <a:lnTo>
                    <a:pt x="224075" y="254508"/>
                  </a:lnTo>
                  <a:lnTo>
                    <a:pt x="227681" y="247838"/>
                  </a:lnTo>
                  <a:lnTo>
                    <a:pt x="228441" y="240585"/>
                  </a:lnTo>
                  <a:lnTo>
                    <a:pt x="226415" y="233594"/>
                  </a:lnTo>
                  <a:lnTo>
                    <a:pt x="221662" y="227711"/>
                  </a:lnTo>
                  <a:lnTo>
                    <a:pt x="214993" y="224105"/>
                  </a:lnTo>
                  <a:lnTo>
                    <a:pt x="207740" y="223345"/>
                  </a:lnTo>
                  <a:close/>
                </a:path>
                <a:path w="228600" h="386714">
                  <a:moveTo>
                    <a:pt x="114220" y="326898"/>
                  </a:moveTo>
                  <a:lnTo>
                    <a:pt x="99615" y="344424"/>
                  </a:lnTo>
                  <a:lnTo>
                    <a:pt x="128825" y="344424"/>
                  </a:lnTo>
                  <a:lnTo>
                    <a:pt x="114220" y="326898"/>
                  </a:lnTo>
                  <a:close/>
                </a:path>
                <a:path w="228600" h="386714">
                  <a:moveTo>
                    <a:pt x="133270" y="304038"/>
                  </a:moveTo>
                  <a:lnTo>
                    <a:pt x="114220" y="326898"/>
                  </a:lnTo>
                  <a:lnTo>
                    <a:pt x="128825" y="344424"/>
                  </a:lnTo>
                  <a:lnTo>
                    <a:pt x="133270" y="344424"/>
                  </a:lnTo>
                  <a:lnTo>
                    <a:pt x="133270" y="304038"/>
                  </a:lnTo>
                  <a:close/>
                </a:path>
                <a:path w="228600" h="386714">
                  <a:moveTo>
                    <a:pt x="133270" y="0"/>
                  </a:moveTo>
                  <a:lnTo>
                    <a:pt x="95170" y="0"/>
                  </a:lnTo>
                  <a:lnTo>
                    <a:pt x="95170" y="304038"/>
                  </a:lnTo>
                  <a:lnTo>
                    <a:pt x="114220" y="326898"/>
                  </a:lnTo>
                  <a:lnTo>
                    <a:pt x="133270" y="304038"/>
                  </a:lnTo>
                  <a:lnTo>
                    <a:pt x="13327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24099" y="1582259"/>
              <a:ext cx="304165" cy="207645"/>
            </a:xfrm>
            <a:custGeom>
              <a:avLst/>
              <a:gdLst/>
              <a:ahLst/>
              <a:cxnLst/>
              <a:rect l="l" t="t" r="r" b="b"/>
              <a:pathLst>
                <a:path w="304164" h="207644">
                  <a:moveTo>
                    <a:pt x="84558" y="0"/>
                  </a:moveTo>
                  <a:lnTo>
                    <a:pt x="77406" y="1383"/>
                  </a:lnTo>
                  <a:lnTo>
                    <a:pt x="71302" y="5361"/>
                  </a:lnTo>
                  <a:lnTo>
                    <a:pt x="67056" y="11590"/>
                  </a:lnTo>
                  <a:lnTo>
                    <a:pt x="0" y="169578"/>
                  </a:lnTo>
                  <a:lnTo>
                    <a:pt x="167512" y="207043"/>
                  </a:lnTo>
                  <a:lnTo>
                    <a:pt x="175083" y="207192"/>
                  </a:lnTo>
                  <a:lnTo>
                    <a:pt x="181879" y="204519"/>
                  </a:lnTo>
                  <a:lnTo>
                    <a:pt x="187176" y="199489"/>
                  </a:lnTo>
                  <a:lnTo>
                    <a:pt x="190245" y="192565"/>
                  </a:lnTo>
                  <a:lnTo>
                    <a:pt x="190394" y="185048"/>
                  </a:lnTo>
                  <a:lnTo>
                    <a:pt x="187721" y="178246"/>
                  </a:lnTo>
                  <a:lnTo>
                    <a:pt x="182773" y="173007"/>
                  </a:lnTo>
                  <a:lnTo>
                    <a:pt x="35179" y="173007"/>
                  </a:lnTo>
                  <a:lnTo>
                    <a:pt x="17780" y="139098"/>
                  </a:lnTo>
                  <a:lnTo>
                    <a:pt x="64479" y="115097"/>
                  </a:lnTo>
                  <a:lnTo>
                    <a:pt x="102107" y="26449"/>
                  </a:lnTo>
                  <a:lnTo>
                    <a:pt x="103610" y="19059"/>
                  </a:lnTo>
                  <a:lnTo>
                    <a:pt x="102219" y="11908"/>
                  </a:lnTo>
                  <a:lnTo>
                    <a:pt x="98232" y="5804"/>
                  </a:lnTo>
                  <a:lnTo>
                    <a:pt x="91948" y="1557"/>
                  </a:lnTo>
                  <a:lnTo>
                    <a:pt x="84558" y="0"/>
                  </a:lnTo>
                  <a:close/>
                </a:path>
                <a:path w="304164" h="207644">
                  <a:moveTo>
                    <a:pt x="64479" y="115097"/>
                  </a:moveTo>
                  <a:lnTo>
                    <a:pt x="17780" y="139098"/>
                  </a:lnTo>
                  <a:lnTo>
                    <a:pt x="35179" y="173007"/>
                  </a:lnTo>
                  <a:lnTo>
                    <a:pt x="53694" y="163482"/>
                  </a:lnTo>
                  <a:lnTo>
                    <a:pt x="43942" y="163482"/>
                  </a:lnTo>
                  <a:lnTo>
                    <a:pt x="30606" y="137447"/>
                  </a:lnTo>
                  <a:lnTo>
                    <a:pt x="54993" y="137447"/>
                  </a:lnTo>
                  <a:lnTo>
                    <a:pt x="64479" y="115097"/>
                  </a:lnTo>
                  <a:close/>
                </a:path>
                <a:path w="304164" h="207644">
                  <a:moveTo>
                    <a:pt x="82011" y="148915"/>
                  </a:moveTo>
                  <a:lnTo>
                    <a:pt x="35179" y="173007"/>
                  </a:lnTo>
                  <a:lnTo>
                    <a:pt x="182887" y="173007"/>
                  </a:lnTo>
                  <a:lnTo>
                    <a:pt x="175768" y="169832"/>
                  </a:lnTo>
                  <a:lnTo>
                    <a:pt x="82011" y="148915"/>
                  </a:lnTo>
                  <a:close/>
                </a:path>
                <a:path w="304164" h="207644">
                  <a:moveTo>
                    <a:pt x="30606" y="137447"/>
                  </a:moveTo>
                  <a:lnTo>
                    <a:pt x="43942" y="163482"/>
                  </a:lnTo>
                  <a:lnTo>
                    <a:pt x="52883" y="142417"/>
                  </a:lnTo>
                  <a:lnTo>
                    <a:pt x="30606" y="137447"/>
                  </a:lnTo>
                  <a:close/>
                </a:path>
                <a:path w="304164" h="207644">
                  <a:moveTo>
                    <a:pt x="52883" y="142417"/>
                  </a:moveTo>
                  <a:lnTo>
                    <a:pt x="43942" y="163482"/>
                  </a:lnTo>
                  <a:lnTo>
                    <a:pt x="53694" y="163482"/>
                  </a:lnTo>
                  <a:lnTo>
                    <a:pt x="82011" y="148915"/>
                  </a:lnTo>
                  <a:lnTo>
                    <a:pt x="52883" y="142417"/>
                  </a:lnTo>
                  <a:close/>
                </a:path>
                <a:path w="304164" h="207644">
                  <a:moveTo>
                    <a:pt x="286385" y="1049"/>
                  </a:moveTo>
                  <a:lnTo>
                    <a:pt x="64479" y="115097"/>
                  </a:lnTo>
                  <a:lnTo>
                    <a:pt x="52883" y="142417"/>
                  </a:lnTo>
                  <a:lnTo>
                    <a:pt x="82011" y="148915"/>
                  </a:lnTo>
                  <a:lnTo>
                    <a:pt x="303783" y="34831"/>
                  </a:lnTo>
                  <a:lnTo>
                    <a:pt x="286385" y="1049"/>
                  </a:lnTo>
                  <a:close/>
                </a:path>
                <a:path w="304164" h="207644">
                  <a:moveTo>
                    <a:pt x="54993" y="137447"/>
                  </a:moveTo>
                  <a:lnTo>
                    <a:pt x="30606" y="137447"/>
                  </a:lnTo>
                  <a:lnTo>
                    <a:pt x="52883" y="142417"/>
                  </a:lnTo>
                  <a:lnTo>
                    <a:pt x="54993" y="137447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24099" y="1791809"/>
              <a:ext cx="304165" cy="207645"/>
            </a:xfrm>
            <a:custGeom>
              <a:avLst/>
              <a:gdLst/>
              <a:ahLst/>
              <a:cxnLst/>
              <a:rect l="l" t="t" r="r" b="b"/>
              <a:pathLst>
                <a:path w="304164" h="207644">
                  <a:moveTo>
                    <a:pt x="84558" y="0"/>
                  </a:moveTo>
                  <a:lnTo>
                    <a:pt x="77406" y="1383"/>
                  </a:lnTo>
                  <a:lnTo>
                    <a:pt x="71302" y="5361"/>
                  </a:lnTo>
                  <a:lnTo>
                    <a:pt x="67056" y="11590"/>
                  </a:lnTo>
                  <a:lnTo>
                    <a:pt x="0" y="169578"/>
                  </a:lnTo>
                  <a:lnTo>
                    <a:pt x="167512" y="207043"/>
                  </a:lnTo>
                  <a:lnTo>
                    <a:pt x="175083" y="207192"/>
                  </a:lnTo>
                  <a:lnTo>
                    <a:pt x="181879" y="204519"/>
                  </a:lnTo>
                  <a:lnTo>
                    <a:pt x="187176" y="199489"/>
                  </a:lnTo>
                  <a:lnTo>
                    <a:pt x="190245" y="192565"/>
                  </a:lnTo>
                  <a:lnTo>
                    <a:pt x="190394" y="185048"/>
                  </a:lnTo>
                  <a:lnTo>
                    <a:pt x="187721" y="178246"/>
                  </a:lnTo>
                  <a:lnTo>
                    <a:pt x="182773" y="173007"/>
                  </a:lnTo>
                  <a:lnTo>
                    <a:pt x="35179" y="173007"/>
                  </a:lnTo>
                  <a:lnTo>
                    <a:pt x="17780" y="139098"/>
                  </a:lnTo>
                  <a:lnTo>
                    <a:pt x="64479" y="115097"/>
                  </a:lnTo>
                  <a:lnTo>
                    <a:pt x="102107" y="26449"/>
                  </a:lnTo>
                  <a:lnTo>
                    <a:pt x="103610" y="19059"/>
                  </a:lnTo>
                  <a:lnTo>
                    <a:pt x="102219" y="11908"/>
                  </a:lnTo>
                  <a:lnTo>
                    <a:pt x="98232" y="5804"/>
                  </a:lnTo>
                  <a:lnTo>
                    <a:pt x="91948" y="1557"/>
                  </a:lnTo>
                  <a:lnTo>
                    <a:pt x="84558" y="0"/>
                  </a:lnTo>
                  <a:close/>
                </a:path>
                <a:path w="304164" h="207644">
                  <a:moveTo>
                    <a:pt x="64479" y="115097"/>
                  </a:moveTo>
                  <a:lnTo>
                    <a:pt x="17780" y="139098"/>
                  </a:lnTo>
                  <a:lnTo>
                    <a:pt x="35179" y="173007"/>
                  </a:lnTo>
                  <a:lnTo>
                    <a:pt x="53694" y="163482"/>
                  </a:lnTo>
                  <a:lnTo>
                    <a:pt x="43942" y="163482"/>
                  </a:lnTo>
                  <a:lnTo>
                    <a:pt x="30606" y="137447"/>
                  </a:lnTo>
                  <a:lnTo>
                    <a:pt x="54993" y="137447"/>
                  </a:lnTo>
                  <a:lnTo>
                    <a:pt x="64479" y="115097"/>
                  </a:lnTo>
                  <a:close/>
                </a:path>
                <a:path w="304164" h="207644">
                  <a:moveTo>
                    <a:pt x="82011" y="148915"/>
                  </a:moveTo>
                  <a:lnTo>
                    <a:pt x="35179" y="173007"/>
                  </a:lnTo>
                  <a:lnTo>
                    <a:pt x="182887" y="173007"/>
                  </a:lnTo>
                  <a:lnTo>
                    <a:pt x="175768" y="169832"/>
                  </a:lnTo>
                  <a:lnTo>
                    <a:pt x="82011" y="148915"/>
                  </a:lnTo>
                  <a:close/>
                </a:path>
                <a:path w="304164" h="207644">
                  <a:moveTo>
                    <a:pt x="30606" y="137447"/>
                  </a:moveTo>
                  <a:lnTo>
                    <a:pt x="43942" y="163482"/>
                  </a:lnTo>
                  <a:lnTo>
                    <a:pt x="52883" y="142417"/>
                  </a:lnTo>
                  <a:lnTo>
                    <a:pt x="30606" y="137447"/>
                  </a:lnTo>
                  <a:close/>
                </a:path>
                <a:path w="304164" h="207644">
                  <a:moveTo>
                    <a:pt x="52883" y="142417"/>
                  </a:moveTo>
                  <a:lnTo>
                    <a:pt x="43942" y="163482"/>
                  </a:lnTo>
                  <a:lnTo>
                    <a:pt x="53694" y="163482"/>
                  </a:lnTo>
                  <a:lnTo>
                    <a:pt x="82011" y="148915"/>
                  </a:lnTo>
                  <a:lnTo>
                    <a:pt x="52883" y="142417"/>
                  </a:lnTo>
                  <a:close/>
                </a:path>
                <a:path w="304164" h="207644">
                  <a:moveTo>
                    <a:pt x="286385" y="1049"/>
                  </a:moveTo>
                  <a:lnTo>
                    <a:pt x="64479" y="115097"/>
                  </a:lnTo>
                  <a:lnTo>
                    <a:pt x="52883" y="142417"/>
                  </a:lnTo>
                  <a:lnTo>
                    <a:pt x="82011" y="148915"/>
                  </a:lnTo>
                  <a:lnTo>
                    <a:pt x="303783" y="34831"/>
                  </a:lnTo>
                  <a:lnTo>
                    <a:pt x="286385" y="1049"/>
                  </a:lnTo>
                  <a:close/>
                </a:path>
                <a:path w="304164" h="207644">
                  <a:moveTo>
                    <a:pt x="54993" y="137447"/>
                  </a:moveTo>
                  <a:lnTo>
                    <a:pt x="30606" y="137447"/>
                  </a:lnTo>
                  <a:lnTo>
                    <a:pt x="52883" y="142417"/>
                  </a:lnTo>
                  <a:lnTo>
                    <a:pt x="54993" y="137447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24099" y="2010884"/>
              <a:ext cx="304165" cy="207645"/>
            </a:xfrm>
            <a:custGeom>
              <a:avLst/>
              <a:gdLst/>
              <a:ahLst/>
              <a:cxnLst/>
              <a:rect l="l" t="t" r="r" b="b"/>
              <a:pathLst>
                <a:path w="304164" h="207644">
                  <a:moveTo>
                    <a:pt x="84558" y="0"/>
                  </a:moveTo>
                  <a:lnTo>
                    <a:pt x="77406" y="1383"/>
                  </a:lnTo>
                  <a:lnTo>
                    <a:pt x="71302" y="5361"/>
                  </a:lnTo>
                  <a:lnTo>
                    <a:pt x="67056" y="11590"/>
                  </a:lnTo>
                  <a:lnTo>
                    <a:pt x="0" y="169578"/>
                  </a:lnTo>
                  <a:lnTo>
                    <a:pt x="167512" y="207043"/>
                  </a:lnTo>
                  <a:lnTo>
                    <a:pt x="175083" y="207192"/>
                  </a:lnTo>
                  <a:lnTo>
                    <a:pt x="181879" y="204519"/>
                  </a:lnTo>
                  <a:lnTo>
                    <a:pt x="187176" y="199489"/>
                  </a:lnTo>
                  <a:lnTo>
                    <a:pt x="190245" y="192565"/>
                  </a:lnTo>
                  <a:lnTo>
                    <a:pt x="190394" y="185048"/>
                  </a:lnTo>
                  <a:lnTo>
                    <a:pt x="187721" y="178246"/>
                  </a:lnTo>
                  <a:lnTo>
                    <a:pt x="182773" y="173007"/>
                  </a:lnTo>
                  <a:lnTo>
                    <a:pt x="35179" y="173007"/>
                  </a:lnTo>
                  <a:lnTo>
                    <a:pt x="17780" y="139098"/>
                  </a:lnTo>
                  <a:lnTo>
                    <a:pt x="64479" y="115097"/>
                  </a:lnTo>
                  <a:lnTo>
                    <a:pt x="102107" y="26449"/>
                  </a:lnTo>
                  <a:lnTo>
                    <a:pt x="103610" y="19059"/>
                  </a:lnTo>
                  <a:lnTo>
                    <a:pt x="102219" y="11908"/>
                  </a:lnTo>
                  <a:lnTo>
                    <a:pt x="98232" y="5804"/>
                  </a:lnTo>
                  <a:lnTo>
                    <a:pt x="91948" y="1557"/>
                  </a:lnTo>
                  <a:lnTo>
                    <a:pt x="84558" y="0"/>
                  </a:lnTo>
                  <a:close/>
                </a:path>
                <a:path w="304164" h="207644">
                  <a:moveTo>
                    <a:pt x="64479" y="115097"/>
                  </a:moveTo>
                  <a:lnTo>
                    <a:pt x="17780" y="139098"/>
                  </a:lnTo>
                  <a:lnTo>
                    <a:pt x="35179" y="173007"/>
                  </a:lnTo>
                  <a:lnTo>
                    <a:pt x="53694" y="163482"/>
                  </a:lnTo>
                  <a:lnTo>
                    <a:pt x="43942" y="163482"/>
                  </a:lnTo>
                  <a:lnTo>
                    <a:pt x="30606" y="137447"/>
                  </a:lnTo>
                  <a:lnTo>
                    <a:pt x="54993" y="137447"/>
                  </a:lnTo>
                  <a:lnTo>
                    <a:pt x="64479" y="115097"/>
                  </a:lnTo>
                  <a:close/>
                </a:path>
                <a:path w="304164" h="207644">
                  <a:moveTo>
                    <a:pt x="82011" y="148915"/>
                  </a:moveTo>
                  <a:lnTo>
                    <a:pt x="35179" y="173007"/>
                  </a:lnTo>
                  <a:lnTo>
                    <a:pt x="182887" y="173007"/>
                  </a:lnTo>
                  <a:lnTo>
                    <a:pt x="175768" y="169832"/>
                  </a:lnTo>
                  <a:lnTo>
                    <a:pt x="82011" y="148915"/>
                  </a:lnTo>
                  <a:close/>
                </a:path>
                <a:path w="304164" h="207644">
                  <a:moveTo>
                    <a:pt x="30606" y="137447"/>
                  </a:moveTo>
                  <a:lnTo>
                    <a:pt x="43942" y="163482"/>
                  </a:lnTo>
                  <a:lnTo>
                    <a:pt x="52883" y="142417"/>
                  </a:lnTo>
                  <a:lnTo>
                    <a:pt x="30606" y="137447"/>
                  </a:lnTo>
                  <a:close/>
                </a:path>
                <a:path w="304164" h="207644">
                  <a:moveTo>
                    <a:pt x="52883" y="142417"/>
                  </a:moveTo>
                  <a:lnTo>
                    <a:pt x="43942" y="163482"/>
                  </a:lnTo>
                  <a:lnTo>
                    <a:pt x="53694" y="163482"/>
                  </a:lnTo>
                  <a:lnTo>
                    <a:pt x="82011" y="148915"/>
                  </a:lnTo>
                  <a:lnTo>
                    <a:pt x="52883" y="142417"/>
                  </a:lnTo>
                  <a:close/>
                </a:path>
                <a:path w="304164" h="207644">
                  <a:moveTo>
                    <a:pt x="286385" y="1049"/>
                  </a:moveTo>
                  <a:lnTo>
                    <a:pt x="64479" y="115097"/>
                  </a:lnTo>
                  <a:lnTo>
                    <a:pt x="52883" y="142417"/>
                  </a:lnTo>
                  <a:lnTo>
                    <a:pt x="82011" y="148915"/>
                  </a:lnTo>
                  <a:lnTo>
                    <a:pt x="303783" y="34831"/>
                  </a:lnTo>
                  <a:lnTo>
                    <a:pt x="286385" y="1049"/>
                  </a:lnTo>
                  <a:close/>
                </a:path>
                <a:path w="304164" h="207644">
                  <a:moveTo>
                    <a:pt x="54993" y="137447"/>
                  </a:moveTo>
                  <a:lnTo>
                    <a:pt x="30606" y="137447"/>
                  </a:lnTo>
                  <a:lnTo>
                    <a:pt x="52883" y="142417"/>
                  </a:lnTo>
                  <a:lnTo>
                    <a:pt x="54993" y="137447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90950" y="157225"/>
              <a:ext cx="466725" cy="180975"/>
            </a:xfrm>
            <a:custGeom>
              <a:avLst/>
              <a:gdLst/>
              <a:ahLst/>
              <a:cxnLst/>
              <a:rect l="l" t="t" r="r" b="b"/>
              <a:pathLst>
                <a:path w="466725" h="180975">
                  <a:moveTo>
                    <a:pt x="46672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466725" y="180975"/>
                  </a:lnTo>
                  <a:lnTo>
                    <a:pt x="466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90950" y="157225"/>
              <a:ext cx="466725" cy="180975"/>
            </a:xfrm>
            <a:custGeom>
              <a:avLst/>
              <a:gdLst/>
              <a:ahLst/>
              <a:cxnLst/>
              <a:rect l="l" t="t" r="r" b="b"/>
              <a:pathLst>
                <a:path w="466725" h="180975">
                  <a:moveTo>
                    <a:pt x="0" y="180975"/>
                  </a:moveTo>
                  <a:lnTo>
                    <a:pt x="466725" y="180975"/>
                  </a:lnTo>
                  <a:lnTo>
                    <a:pt x="466725" y="0"/>
                  </a:lnTo>
                  <a:lnTo>
                    <a:pt x="0" y="0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24625" y="4825"/>
              <a:ext cx="457200" cy="180975"/>
            </a:xfrm>
            <a:custGeom>
              <a:avLst/>
              <a:gdLst/>
              <a:ahLst/>
              <a:cxnLst/>
              <a:rect l="l" t="t" r="r" b="b"/>
              <a:pathLst>
                <a:path w="457200" h="180975">
                  <a:moveTo>
                    <a:pt x="457200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457200" y="18097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24625" y="4825"/>
              <a:ext cx="457200" cy="180975"/>
            </a:xfrm>
            <a:custGeom>
              <a:avLst/>
              <a:gdLst/>
              <a:ahLst/>
              <a:cxnLst/>
              <a:rect l="l" t="t" r="r" b="b"/>
              <a:pathLst>
                <a:path w="457200" h="180975">
                  <a:moveTo>
                    <a:pt x="0" y="180975"/>
                  </a:moveTo>
                  <a:lnTo>
                    <a:pt x="457200" y="180975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2236" y="1153414"/>
              <a:ext cx="130937" cy="2235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7074" y="2438018"/>
              <a:ext cx="264617" cy="2184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19650" y="866711"/>
              <a:ext cx="223837" cy="22383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30825" y="1605787"/>
              <a:ext cx="744854" cy="16128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7246" y="1491106"/>
              <a:ext cx="238632" cy="2397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09849" y="2828861"/>
              <a:ext cx="223837" cy="22383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540480" y="3691644"/>
              <a:ext cx="794385" cy="791845"/>
            </a:xfrm>
            <a:custGeom>
              <a:avLst/>
              <a:gdLst/>
              <a:ahLst/>
              <a:cxnLst/>
              <a:rect l="l" t="t" r="r" b="b"/>
              <a:pathLst>
                <a:path w="794385" h="791845">
                  <a:moveTo>
                    <a:pt x="748494" y="0"/>
                  </a:moveTo>
                  <a:lnTo>
                    <a:pt x="747703" y="0"/>
                  </a:lnTo>
                  <a:lnTo>
                    <a:pt x="736745" y="1117"/>
                  </a:lnTo>
                  <a:lnTo>
                    <a:pt x="726317" y="4331"/>
                  </a:lnTo>
                  <a:lnTo>
                    <a:pt x="716717" y="9516"/>
                  </a:lnTo>
                  <a:lnTo>
                    <a:pt x="708241" y="16550"/>
                  </a:lnTo>
                  <a:lnTo>
                    <a:pt x="360077" y="364608"/>
                  </a:lnTo>
                  <a:lnTo>
                    <a:pt x="18888" y="687295"/>
                  </a:lnTo>
                  <a:lnTo>
                    <a:pt x="5055" y="706928"/>
                  </a:lnTo>
                  <a:lnTo>
                    <a:pt x="0" y="729555"/>
                  </a:lnTo>
                  <a:lnTo>
                    <a:pt x="3799" y="752426"/>
                  </a:lnTo>
                  <a:lnTo>
                    <a:pt x="36533" y="786769"/>
                  </a:lnTo>
                  <a:lnTo>
                    <a:pt x="60435" y="791702"/>
                  </a:lnTo>
                  <a:lnTo>
                    <a:pt x="72448" y="790442"/>
                  </a:lnTo>
                  <a:lnTo>
                    <a:pt x="72708" y="790442"/>
                  </a:lnTo>
                  <a:lnTo>
                    <a:pt x="84592" y="786641"/>
                  </a:lnTo>
                  <a:lnTo>
                    <a:pt x="95346" y="780579"/>
                  </a:lnTo>
                  <a:lnTo>
                    <a:pt x="104254" y="772792"/>
                  </a:lnTo>
                  <a:lnTo>
                    <a:pt x="62188" y="772792"/>
                  </a:lnTo>
                  <a:lnTo>
                    <a:pt x="46210" y="770276"/>
                  </a:lnTo>
                  <a:lnTo>
                    <a:pt x="32120" y="761635"/>
                  </a:lnTo>
                  <a:lnTo>
                    <a:pt x="22487" y="748205"/>
                  </a:lnTo>
                  <a:lnTo>
                    <a:pt x="18877" y="732663"/>
                  </a:lnTo>
                  <a:lnTo>
                    <a:pt x="21359" y="716902"/>
                  </a:lnTo>
                  <a:lnTo>
                    <a:pt x="30000" y="702815"/>
                  </a:lnTo>
                  <a:lnTo>
                    <a:pt x="31212" y="701545"/>
                  </a:lnTo>
                  <a:lnTo>
                    <a:pt x="373222" y="378155"/>
                  </a:lnTo>
                  <a:lnTo>
                    <a:pt x="721511" y="29883"/>
                  </a:lnTo>
                  <a:lnTo>
                    <a:pt x="727134" y="25201"/>
                  </a:lnTo>
                  <a:lnTo>
                    <a:pt x="733504" y="21746"/>
                  </a:lnTo>
                  <a:lnTo>
                    <a:pt x="740425" y="19602"/>
                  </a:lnTo>
                  <a:lnTo>
                    <a:pt x="747703" y="18850"/>
                  </a:lnTo>
                  <a:lnTo>
                    <a:pt x="784632" y="18850"/>
                  </a:lnTo>
                  <a:lnTo>
                    <a:pt x="784310" y="18309"/>
                  </a:lnTo>
                  <a:lnTo>
                    <a:pt x="777139" y="10696"/>
                  </a:lnTo>
                  <a:lnTo>
                    <a:pt x="768537" y="4984"/>
                  </a:lnTo>
                  <a:lnTo>
                    <a:pt x="758867" y="1356"/>
                  </a:lnTo>
                  <a:lnTo>
                    <a:pt x="748494" y="0"/>
                  </a:lnTo>
                  <a:close/>
                </a:path>
                <a:path w="794385" h="791845">
                  <a:moveTo>
                    <a:pt x="407379" y="418733"/>
                  </a:moveTo>
                  <a:lnTo>
                    <a:pt x="90949" y="759517"/>
                  </a:lnTo>
                  <a:lnTo>
                    <a:pt x="77517" y="769149"/>
                  </a:lnTo>
                  <a:lnTo>
                    <a:pt x="61828" y="772792"/>
                  </a:lnTo>
                  <a:lnTo>
                    <a:pt x="104254" y="772792"/>
                  </a:lnTo>
                  <a:lnTo>
                    <a:pt x="104735" y="772372"/>
                  </a:lnTo>
                  <a:lnTo>
                    <a:pt x="411866" y="441554"/>
                  </a:lnTo>
                  <a:lnTo>
                    <a:pt x="484781" y="441554"/>
                  </a:lnTo>
                  <a:lnTo>
                    <a:pt x="490042" y="435648"/>
                  </a:lnTo>
                  <a:lnTo>
                    <a:pt x="461319" y="435648"/>
                  </a:lnTo>
                  <a:lnTo>
                    <a:pt x="457071" y="435283"/>
                  </a:lnTo>
                  <a:lnTo>
                    <a:pt x="444224" y="433386"/>
                  </a:lnTo>
                  <a:lnTo>
                    <a:pt x="430331" y="428846"/>
                  </a:lnTo>
                  <a:lnTo>
                    <a:pt x="417385" y="423386"/>
                  </a:lnTo>
                  <a:lnTo>
                    <a:pt x="407379" y="418733"/>
                  </a:lnTo>
                  <a:close/>
                </a:path>
                <a:path w="794385" h="791845">
                  <a:moveTo>
                    <a:pt x="484781" y="441554"/>
                  </a:moveTo>
                  <a:lnTo>
                    <a:pt x="411866" y="441554"/>
                  </a:lnTo>
                  <a:lnTo>
                    <a:pt x="422664" y="446367"/>
                  </a:lnTo>
                  <a:lnTo>
                    <a:pt x="433851" y="450084"/>
                  </a:lnTo>
                  <a:lnTo>
                    <a:pt x="445347" y="452684"/>
                  </a:lnTo>
                  <a:lnTo>
                    <a:pt x="457071" y="454146"/>
                  </a:lnTo>
                  <a:lnTo>
                    <a:pt x="464138" y="453741"/>
                  </a:lnTo>
                  <a:lnTo>
                    <a:pt x="470884" y="451871"/>
                  </a:lnTo>
                  <a:lnTo>
                    <a:pt x="477086" y="448625"/>
                  </a:lnTo>
                  <a:lnTo>
                    <a:pt x="482520" y="444092"/>
                  </a:lnTo>
                  <a:lnTo>
                    <a:pt x="484781" y="441554"/>
                  </a:lnTo>
                  <a:close/>
                </a:path>
                <a:path w="794385" h="791845">
                  <a:moveTo>
                    <a:pt x="784632" y="18850"/>
                  </a:moveTo>
                  <a:lnTo>
                    <a:pt x="748217" y="18850"/>
                  </a:lnTo>
                  <a:lnTo>
                    <a:pt x="759058" y="21501"/>
                  </a:lnTo>
                  <a:lnTo>
                    <a:pt x="767740" y="27885"/>
                  </a:lnTo>
                  <a:lnTo>
                    <a:pt x="773397" y="37058"/>
                  </a:lnTo>
                  <a:lnTo>
                    <a:pt x="775161" y="48079"/>
                  </a:lnTo>
                  <a:lnTo>
                    <a:pt x="775074" y="50241"/>
                  </a:lnTo>
                  <a:lnTo>
                    <a:pt x="749771" y="104804"/>
                  </a:lnTo>
                  <a:lnTo>
                    <a:pt x="722133" y="143719"/>
                  </a:lnTo>
                  <a:lnTo>
                    <a:pt x="680605" y="193363"/>
                  </a:lnTo>
                  <a:lnTo>
                    <a:pt x="468646" y="431287"/>
                  </a:lnTo>
                  <a:lnTo>
                    <a:pt x="461319" y="435648"/>
                  </a:lnTo>
                  <a:lnTo>
                    <a:pt x="490042" y="435648"/>
                  </a:lnTo>
                  <a:lnTo>
                    <a:pt x="694669" y="205904"/>
                  </a:lnTo>
                  <a:lnTo>
                    <a:pt x="732014" y="161684"/>
                  </a:lnTo>
                  <a:lnTo>
                    <a:pt x="760803" y="122424"/>
                  </a:lnTo>
                  <a:lnTo>
                    <a:pt x="780950" y="88263"/>
                  </a:lnTo>
                  <a:lnTo>
                    <a:pt x="793977" y="48584"/>
                  </a:lnTo>
                  <a:lnTo>
                    <a:pt x="793117" y="37882"/>
                  </a:lnTo>
                  <a:lnTo>
                    <a:pt x="789942" y="27885"/>
                  </a:lnTo>
                  <a:lnTo>
                    <a:pt x="789867" y="27650"/>
                  </a:lnTo>
                  <a:lnTo>
                    <a:pt x="784632" y="188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10250" y="638111"/>
              <a:ext cx="233362" cy="2333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21907" y="1037462"/>
              <a:ext cx="430072" cy="20827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23989" y="876934"/>
              <a:ext cx="530235" cy="25082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9825" y="1038161"/>
              <a:ext cx="223837" cy="22383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05732" y="3350895"/>
              <a:ext cx="1535176" cy="109546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05677" y="4238053"/>
              <a:ext cx="43434" cy="20754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41821" y="4269714"/>
              <a:ext cx="114426" cy="18385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150102" y="4203166"/>
              <a:ext cx="52705" cy="235585"/>
            </a:xfrm>
            <a:custGeom>
              <a:avLst/>
              <a:gdLst/>
              <a:ahLst/>
              <a:cxnLst/>
              <a:rect l="l" t="t" r="r" b="b"/>
              <a:pathLst>
                <a:path w="52704" h="235585">
                  <a:moveTo>
                    <a:pt x="27482" y="39954"/>
                  </a:moveTo>
                  <a:lnTo>
                    <a:pt x="17780" y="39954"/>
                  </a:lnTo>
                  <a:lnTo>
                    <a:pt x="17513" y="39954"/>
                  </a:lnTo>
                  <a:lnTo>
                    <a:pt x="18173" y="41922"/>
                  </a:lnTo>
                  <a:lnTo>
                    <a:pt x="18288" y="42252"/>
                  </a:lnTo>
                  <a:lnTo>
                    <a:pt x="21209" y="43700"/>
                  </a:lnTo>
                  <a:lnTo>
                    <a:pt x="26543" y="41922"/>
                  </a:lnTo>
                  <a:lnTo>
                    <a:pt x="27482" y="39954"/>
                  </a:lnTo>
                  <a:close/>
                </a:path>
                <a:path w="52704" h="235585">
                  <a:moveTo>
                    <a:pt x="27940" y="39027"/>
                  </a:moveTo>
                  <a:lnTo>
                    <a:pt x="27762" y="38506"/>
                  </a:lnTo>
                  <a:lnTo>
                    <a:pt x="27051" y="36360"/>
                  </a:lnTo>
                  <a:lnTo>
                    <a:pt x="26670" y="35280"/>
                  </a:lnTo>
                  <a:lnTo>
                    <a:pt x="26212" y="34429"/>
                  </a:lnTo>
                  <a:lnTo>
                    <a:pt x="17145" y="34429"/>
                  </a:lnTo>
                  <a:lnTo>
                    <a:pt x="14935" y="34429"/>
                  </a:lnTo>
                  <a:lnTo>
                    <a:pt x="14084" y="34429"/>
                  </a:lnTo>
                  <a:lnTo>
                    <a:pt x="14503" y="35280"/>
                  </a:lnTo>
                  <a:lnTo>
                    <a:pt x="14859" y="35902"/>
                  </a:lnTo>
                  <a:lnTo>
                    <a:pt x="16700" y="38506"/>
                  </a:lnTo>
                  <a:lnTo>
                    <a:pt x="17462" y="39535"/>
                  </a:lnTo>
                  <a:lnTo>
                    <a:pt x="17437" y="39331"/>
                  </a:lnTo>
                  <a:lnTo>
                    <a:pt x="17233" y="39027"/>
                  </a:lnTo>
                  <a:lnTo>
                    <a:pt x="17018" y="38506"/>
                  </a:lnTo>
                  <a:lnTo>
                    <a:pt x="17437" y="39331"/>
                  </a:lnTo>
                  <a:lnTo>
                    <a:pt x="17551" y="39535"/>
                  </a:lnTo>
                  <a:lnTo>
                    <a:pt x="27686" y="39535"/>
                  </a:lnTo>
                  <a:lnTo>
                    <a:pt x="27940" y="39027"/>
                  </a:lnTo>
                  <a:close/>
                </a:path>
                <a:path w="52704" h="235585">
                  <a:moveTo>
                    <a:pt x="33782" y="15519"/>
                  </a:moveTo>
                  <a:lnTo>
                    <a:pt x="33362" y="8636"/>
                  </a:lnTo>
                  <a:lnTo>
                    <a:pt x="33274" y="7073"/>
                  </a:lnTo>
                  <a:lnTo>
                    <a:pt x="30607" y="3352"/>
                  </a:lnTo>
                  <a:lnTo>
                    <a:pt x="26670" y="1676"/>
                  </a:lnTo>
                  <a:lnTo>
                    <a:pt x="22860" y="0"/>
                  </a:lnTo>
                  <a:lnTo>
                    <a:pt x="21234" y="228"/>
                  </a:lnTo>
                  <a:lnTo>
                    <a:pt x="21234" y="16878"/>
                  </a:lnTo>
                  <a:lnTo>
                    <a:pt x="20497" y="19088"/>
                  </a:lnTo>
                  <a:lnTo>
                    <a:pt x="21183" y="16878"/>
                  </a:lnTo>
                  <a:lnTo>
                    <a:pt x="21234" y="228"/>
                  </a:lnTo>
                  <a:lnTo>
                    <a:pt x="18288" y="622"/>
                  </a:lnTo>
                  <a:lnTo>
                    <a:pt x="15062" y="3352"/>
                  </a:lnTo>
                  <a:lnTo>
                    <a:pt x="9271" y="8051"/>
                  </a:lnTo>
                  <a:lnTo>
                    <a:pt x="8636" y="8636"/>
                  </a:lnTo>
                  <a:lnTo>
                    <a:pt x="4191" y="12903"/>
                  </a:lnTo>
                  <a:lnTo>
                    <a:pt x="127" y="16878"/>
                  </a:lnTo>
                  <a:lnTo>
                    <a:pt x="0" y="23418"/>
                  </a:lnTo>
                  <a:lnTo>
                    <a:pt x="4064" y="27533"/>
                  </a:lnTo>
                  <a:lnTo>
                    <a:pt x="6400" y="29972"/>
                  </a:lnTo>
                  <a:lnTo>
                    <a:pt x="7861" y="31216"/>
                  </a:lnTo>
                  <a:lnTo>
                    <a:pt x="10287" y="32918"/>
                  </a:lnTo>
                  <a:lnTo>
                    <a:pt x="13919" y="34112"/>
                  </a:lnTo>
                  <a:lnTo>
                    <a:pt x="16637" y="34112"/>
                  </a:lnTo>
                  <a:lnTo>
                    <a:pt x="26047" y="34112"/>
                  </a:lnTo>
                  <a:lnTo>
                    <a:pt x="25908" y="33832"/>
                  </a:lnTo>
                  <a:lnTo>
                    <a:pt x="24307" y="31610"/>
                  </a:lnTo>
                  <a:lnTo>
                    <a:pt x="24015" y="31216"/>
                  </a:lnTo>
                  <a:lnTo>
                    <a:pt x="23634" y="30695"/>
                  </a:lnTo>
                  <a:lnTo>
                    <a:pt x="23253" y="29972"/>
                  </a:lnTo>
                  <a:lnTo>
                    <a:pt x="22834" y="29171"/>
                  </a:lnTo>
                  <a:lnTo>
                    <a:pt x="22440" y="29933"/>
                  </a:lnTo>
                  <a:lnTo>
                    <a:pt x="22733" y="29171"/>
                  </a:lnTo>
                  <a:lnTo>
                    <a:pt x="22745" y="29019"/>
                  </a:lnTo>
                  <a:lnTo>
                    <a:pt x="22923" y="27533"/>
                  </a:lnTo>
                  <a:lnTo>
                    <a:pt x="22974" y="27051"/>
                  </a:lnTo>
                  <a:lnTo>
                    <a:pt x="23139" y="25590"/>
                  </a:lnTo>
                  <a:lnTo>
                    <a:pt x="23241" y="24714"/>
                  </a:lnTo>
                  <a:lnTo>
                    <a:pt x="22606" y="25044"/>
                  </a:lnTo>
                  <a:lnTo>
                    <a:pt x="23152" y="24714"/>
                  </a:lnTo>
                  <a:lnTo>
                    <a:pt x="28067" y="21729"/>
                  </a:lnTo>
                  <a:lnTo>
                    <a:pt x="31750" y="19545"/>
                  </a:lnTo>
                  <a:lnTo>
                    <a:pt x="33083" y="16878"/>
                  </a:lnTo>
                  <a:lnTo>
                    <a:pt x="33782" y="15519"/>
                  </a:lnTo>
                  <a:close/>
                </a:path>
                <a:path w="52704" h="235585">
                  <a:moveTo>
                    <a:pt x="52197" y="217271"/>
                  </a:moveTo>
                  <a:lnTo>
                    <a:pt x="49530" y="211467"/>
                  </a:lnTo>
                  <a:lnTo>
                    <a:pt x="42037" y="208673"/>
                  </a:lnTo>
                  <a:lnTo>
                    <a:pt x="42037" y="217563"/>
                  </a:lnTo>
                  <a:lnTo>
                    <a:pt x="41668" y="217271"/>
                  </a:lnTo>
                  <a:lnTo>
                    <a:pt x="41008" y="216331"/>
                  </a:lnTo>
                  <a:lnTo>
                    <a:pt x="42037" y="217563"/>
                  </a:lnTo>
                  <a:lnTo>
                    <a:pt x="42037" y="208673"/>
                  </a:lnTo>
                  <a:lnTo>
                    <a:pt x="39700" y="207797"/>
                  </a:lnTo>
                  <a:lnTo>
                    <a:pt x="39700" y="214972"/>
                  </a:lnTo>
                  <a:lnTo>
                    <a:pt x="39585" y="214706"/>
                  </a:lnTo>
                  <a:lnTo>
                    <a:pt x="39497" y="214503"/>
                  </a:lnTo>
                  <a:lnTo>
                    <a:pt x="39662" y="214706"/>
                  </a:lnTo>
                  <a:lnTo>
                    <a:pt x="39700" y="214972"/>
                  </a:lnTo>
                  <a:lnTo>
                    <a:pt x="39700" y="207797"/>
                  </a:lnTo>
                  <a:lnTo>
                    <a:pt x="39382" y="207670"/>
                  </a:lnTo>
                  <a:lnTo>
                    <a:pt x="39382" y="214706"/>
                  </a:lnTo>
                  <a:lnTo>
                    <a:pt x="32740" y="214706"/>
                  </a:lnTo>
                  <a:lnTo>
                    <a:pt x="32981" y="214503"/>
                  </a:lnTo>
                  <a:lnTo>
                    <a:pt x="32639" y="214706"/>
                  </a:lnTo>
                  <a:lnTo>
                    <a:pt x="32448" y="214972"/>
                  </a:lnTo>
                  <a:lnTo>
                    <a:pt x="31597" y="216255"/>
                  </a:lnTo>
                  <a:lnTo>
                    <a:pt x="32448" y="214972"/>
                  </a:lnTo>
                  <a:lnTo>
                    <a:pt x="31559" y="215734"/>
                  </a:lnTo>
                  <a:lnTo>
                    <a:pt x="32423" y="214972"/>
                  </a:lnTo>
                  <a:lnTo>
                    <a:pt x="32639" y="214706"/>
                  </a:lnTo>
                  <a:lnTo>
                    <a:pt x="32270" y="214934"/>
                  </a:lnTo>
                  <a:lnTo>
                    <a:pt x="33401" y="214160"/>
                  </a:lnTo>
                  <a:lnTo>
                    <a:pt x="32981" y="214503"/>
                  </a:lnTo>
                  <a:lnTo>
                    <a:pt x="39255" y="214503"/>
                  </a:lnTo>
                  <a:lnTo>
                    <a:pt x="39382" y="214706"/>
                  </a:lnTo>
                  <a:lnTo>
                    <a:pt x="39382" y="207670"/>
                  </a:lnTo>
                  <a:lnTo>
                    <a:pt x="39116" y="207568"/>
                  </a:lnTo>
                  <a:lnTo>
                    <a:pt x="38696" y="207772"/>
                  </a:lnTo>
                  <a:lnTo>
                    <a:pt x="38696" y="212674"/>
                  </a:lnTo>
                  <a:lnTo>
                    <a:pt x="38100" y="211467"/>
                  </a:lnTo>
                  <a:lnTo>
                    <a:pt x="38608" y="212458"/>
                  </a:lnTo>
                  <a:lnTo>
                    <a:pt x="38696" y="212674"/>
                  </a:lnTo>
                  <a:lnTo>
                    <a:pt x="38696" y="207772"/>
                  </a:lnTo>
                  <a:lnTo>
                    <a:pt x="36893" y="208584"/>
                  </a:lnTo>
                  <a:lnTo>
                    <a:pt x="34226" y="202184"/>
                  </a:lnTo>
                  <a:lnTo>
                    <a:pt x="33934" y="201574"/>
                  </a:lnTo>
                  <a:lnTo>
                    <a:pt x="33782" y="201117"/>
                  </a:lnTo>
                  <a:lnTo>
                    <a:pt x="31889" y="194932"/>
                  </a:lnTo>
                  <a:lnTo>
                    <a:pt x="31089" y="191757"/>
                  </a:lnTo>
                  <a:lnTo>
                    <a:pt x="31089" y="216281"/>
                  </a:lnTo>
                  <a:lnTo>
                    <a:pt x="31089" y="191757"/>
                  </a:lnTo>
                  <a:lnTo>
                    <a:pt x="29895" y="187007"/>
                  </a:lnTo>
                  <a:lnTo>
                    <a:pt x="29667" y="186131"/>
                  </a:lnTo>
                  <a:lnTo>
                    <a:pt x="29718" y="187007"/>
                  </a:lnTo>
                  <a:lnTo>
                    <a:pt x="29337" y="184810"/>
                  </a:lnTo>
                  <a:lnTo>
                    <a:pt x="29667" y="186131"/>
                  </a:lnTo>
                  <a:lnTo>
                    <a:pt x="29591" y="184810"/>
                  </a:lnTo>
                  <a:lnTo>
                    <a:pt x="29400" y="181381"/>
                  </a:lnTo>
                  <a:lnTo>
                    <a:pt x="29337" y="160375"/>
                  </a:lnTo>
                  <a:lnTo>
                    <a:pt x="29464" y="159499"/>
                  </a:lnTo>
                  <a:lnTo>
                    <a:pt x="33147" y="134581"/>
                  </a:lnTo>
                  <a:lnTo>
                    <a:pt x="33147" y="134200"/>
                  </a:lnTo>
                  <a:lnTo>
                    <a:pt x="34086" y="125857"/>
                  </a:lnTo>
                  <a:lnTo>
                    <a:pt x="34188" y="124955"/>
                  </a:lnTo>
                  <a:lnTo>
                    <a:pt x="37973" y="103149"/>
                  </a:lnTo>
                  <a:lnTo>
                    <a:pt x="37757" y="99237"/>
                  </a:lnTo>
                  <a:lnTo>
                    <a:pt x="37719" y="98336"/>
                  </a:lnTo>
                  <a:lnTo>
                    <a:pt x="37592" y="97942"/>
                  </a:lnTo>
                  <a:lnTo>
                    <a:pt x="37465" y="97116"/>
                  </a:lnTo>
                  <a:lnTo>
                    <a:pt x="37084" y="96329"/>
                  </a:lnTo>
                  <a:lnTo>
                    <a:pt x="36703" y="95605"/>
                  </a:lnTo>
                  <a:lnTo>
                    <a:pt x="36449" y="95262"/>
                  </a:lnTo>
                  <a:lnTo>
                    <a:pt x="33909" y="91249"/>
                  </a:lnTo>
                  <a:lnTo>
                    <a:pt x="29210" y="89179"/>
                  </a:lnTo>
                  <a:lnTo>
                    <a:pt x="19939" y="90944"/>
                  </a:lnTo>
                  <a:lnTo>
                    <a:pt x="16383" y="94589"/>
                  </a:lnTo>
                  <a:lnTo>
                    <a:pt x="15621" y="99237"/>
                  </a:lnTo>
                  <a:lnTo>
                    <a:pt x="11557" y="121894"/>
                  </a:lnTo>
                  <a:lnTo>
                    <a:pt x="11430" y="122466"/>
                  </a:lnTo>
                  <a:lnTo>
                    <a:pt x="10528" y="129565"/>
                  </a:lnTo>
                  <a:lnTo>
                    <a:pt x="6350" y="157822"/>
                  </a:lnTo>
                  <a:lnTo>
                    <a:pt x="6223" y="181381"/>
                  </a:lnTo>
                  <a:lnTo>
                    <a:pt x="6350" y="184810"/>
                  </a:lnTo>
                  <a:lnTo>
                    <a:pt x="6477" y="188226"/>
                  </a:lnTo>
                  <a:lnTo>
                    <a:pt x="20828" y="225793"/>
                  </a:lnTo>
                  <a:lnTo>
                    <a:pt x="34544" y="235331"/>
                  </a:lnTo>
                  <a:lnTo>
                    <a:pt x="38354" y="235089"/>
                  </a:lnTo>
                  <a:lnTo>
                    <a:pt x="51816" y="218287"/>
                  </a:lnTo>
                  <a:lnTo>
                    <a:pt x="52082" y="217563"/>
                  </a:lnTo>
                  <a:lnTo>
                    <a:pt x="52197" y="217271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72178" y="4263555"/>
              <a:ext cx="422245" cy="22158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65163" y="4264685"/>
              <a:ext cx="374268" cy="2768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81850" y="3000374"/>
              <a:ext cx="1952625" cy="10953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91375" y="1371600"/>
              <a:ext cx="1952625" cy="11049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933950" y="180974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26574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2657475" y="180975"/>
                  </a:lnTo>
                  <a:lnTo>
                    <a:pt x="2657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7" name="object 3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620381" y="925067"/>
            <a:ext cx="680339" cy="210820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4983860" y="168909"/>
            <a:ext cx="2616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click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within</a:t>
            </a:r>
            <a:r>
              <a:rPr sz="1200" spc="-9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this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plot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to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add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points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647825" y="352425"/>
            <a:ext cx="190500" cy="1990725"/>
          </a:xfrm>
          <a:custGeom>
            <a:avLst/>
            <a:gdLst/>
            <a:ahLst/>
            <a:cxnLst/>
            <a:rect l="l" t="t" r="r" b="b"/>
            <a:pathLst>
              <a:path w="190500" h="1990725">
                <a:moveTo>
                  <a:pt x="190500" y="0"/>
                </a:moveTo>
                <a:lnTo>
                  <a:pt x="0" y="0"/>
                </a:lnTo>
                <a:lnTo>
                  <a:pt x="0" y="1990725"/>
                </a:lnTo>
                <a:lnTo>
                  <a:pt x="190500" y="1990725"/>
                </a:lnTo>
                <a:lnTo>
                  <a:pt x="190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352169" y="1106106"/>
            <a:ext cx="486409" cy="3276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latin typeface="Verdana"/>
                <a:cs typeface="Verdana"/>
              </a:rPr>
              <a:t>pric</a:t>
            </a:r>
            <a:r>
              <a:rPr sz="950" spc="-24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5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2752725" y="2387600"/>
          <a:ext cx="3086099" cy="368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355">
                <a:tc>
                  <a:txBody>
                    <a:bodyPr/>
                    <a:lstStyle/>
                    <a:p>
                      <a:pPr marL="260985">
                        <a:lnSpc>
                          <a:spcPts val="1105"/>
                        </a:lnSpc>
                        <a:spcBef>
                          <a:spcPts val="165"/>
                        </a:spcBef>
                      </a:pPr>
                      <a:r>
                        <a:rPr sz="950" dirty="0">
                          <a:latin typeface="Verdana"/>
                          <a:cs typeface="Verdana"/>
                        </a:rPr>
                        <a:t>size</a:t>
                      </a:r>
                      <a:r>
                        <a:rPr sz="95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950" spc="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10" dirty="0">
                          <a:latin typeface="Verdana"/>
                          <a:cs typeface="Verdana"/>
                        </a:rPr>
                        <a:t>feet</a:t>
                      </a:r>
                      <a:r>
                        <a:rPr sz="975" spc="-15" baseline="25641" dirty="0">
                          <a:latin typeface="Cambria Math"/>
                          <a:cs typeface="Cambria Math"/>
                        </a:rPr>
                        <a:t>2</a:t>
                      </a:r>
                      <a:endParaRPr sz="975" baseline="25641">
                        <a:latin typeface="Cambria Math"/>
                        <a:cs typeface="Cambria Math"/>
                      </a:endParaRPr>
                    </a:p>
                  </a:txBody>
                  <a:tcPr marL="0" marR="0" marT="2095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985">
                        <a:lnSpc>
                          <a:spcPts val="1345"/>
                        </a:lnSpc>
                        <a:spcBef>
                          <a:spcPts val="90"/>
                        </a:spcBef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you</a:t>
                      </a:r>
                      <a:r>
                        <a:rPr sz="12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2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rotate</a:t>
                      </a:r>
                      <a:r>
                        <a:rPr sz="12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this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figure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2225" marR="5080" indent="-9525">
              <a:lnSpc>
                <a:spcPts val="5710"/>
              </a:lnSpc>
              <a:spcBef>
                <a:spcPts val="259"/>
              </a:spcBef>
            </a:pPr>
            <a:r>
              <a:rPr sz="4800" dirty="0">
                <a:solidFill>
                  <a:srgbClr val="0070EA"/>
                </a:solidFill>
              </a:rPr>
              <a:t>Linear</a:t>
            </a:r>
            <a:r>
              <a:rPr sz="4800" spc="-6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Regression </a:t>
            </a:r>
            <a:r>
              <a:rPr sz="4800" dirty="0">
                <a:solidFill>
                  <a:srgbClr val="0070EA"/>
                </a:solidFill>
              </a:rPr>
              <a:t>with</a:t>
            </a:r>
            <a:r>
              <a:rPr sz="4800" spc="-45" dirty="0">
                <a:solidFill>
                  <a:srgbClr val="0070EA"/>
                </a:solidFill>
              </a:rPr>
              <a:t> </a:t>
            </a:r>
            <a:r>
              <a:rPr sz="4800" dirty="0">
                <a:solidFill>
                  <a:srgbClr val="0070EA"/>
                </a:solidFill>
              </a:rPr>
              <a:t>One</a:t>
            </a:r>
            <a:r>
              <a:rPr sz="4800" spc="-75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Variable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6846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30"/>
              </a:spcBef>
            </a:pPr>
            <a:r>
              <a:rPr sz="3800" dirty="0">
                <a:latin typeface="Verdana"/>
                <a:cs typeface="Verdana"/>
              </a:rPr>
              <a:t>Visualization</a:t>
            </a:r>
            <a:r>
              <a:rPr sz="3800" spc="-140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examples</a:t>
            </a:r>
            <a:endParaRPr sz="3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50"/>
            <a:ext cx="9144000" cy="5142230"/>
            <a:chOff x="0" y="1650"/>
            <a:chExt cx="9144000" cy="5142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2784" y="36609"/>
              <a:ext cx="5815949" cy="45029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9596" y="1547875"/>
              <a:ext cx="1840874" cy="2934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1383" y="613028"/>
              <a:ext cx="308863" cy="1879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8642" y="2016759"/>
              <a:ext cx="552323" cy="19938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81425" y="176275"/>
              <a:ext cx="457200" cy="171450"/>
            </a:xfrm>
            <a:custGeom>
              <a:avLst/>
              <a:gdLst/>
              <a:ahLst/>
              <a:cxnLst/>
              <a:rect l="l" t="t" r="r" b="b"/>
              <a:pathLst>
                <a:path w="457200" h="171450">
                  <a:moveTo>
                    <a:pt x="45720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457200" y="17145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81425" y="176275"/>
              <a:ext cx="457200" cy="171450"/>
            </a:xfrm>
            <a:custGeom>
              <a:avLst/>
              <a:gdLst/>
              <a:ahLst/>
              <a:cxnLst/>
              <a:rect l="l" t="t" r="r" b="b"/>
              <a:pathLst>
                <a:path w="457200" h="171450">
                  <a:moveTo>
                    <a:pt x="0" y="171450"/>
                  </a:moveTo>
                  <a:lnTo>
                    <a:pt x="457200" y="17145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53200" y="14350"/>
              <a:ext cx="466725" cy="171450"/>
            </a:xfrm>
            <a:custGeom>
              <a:avLst/>
              <a:gdLst/>
              <a:ahLst/>
              <a:cxnLst/>
              <a:rect l="l" t="t" r="r" b="b"/>
              <a:pathLst>
                <a:path w="466725" h="171450">
                  <a:moveTo>
                    <a:pt x="466725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466725" y="171450"/>
                  </a:lnTo>
                  <a:lnTo>
                    <a:pt x="466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53200" y="14350"/>
              <a:ext cx="466725" cy="171450"/>
            </a:xfrm>
            <a:custGeom>
              <a:avLst/>
              <a:gdLst/>
              <a:ahLst/>
              <a:cxnLst/>
              <a:rect l="l" t="t" r="r" b="b"/>
              <a:pathLst>
                <a:path w="466725" h="171450">
                  <a:moveTo>
                    <a:pt x="0" y="171450"/>
                  </a:moveTo>
                  <a:lnTo>
                    <a:pt x="466725" y="171450"/>
                  </a:lnTo>
                  <a:lnTo>
                    <a:pt x="466725" y="0"/>
                  </a:ln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72125" y="323786"/>
              <a:ext cx="223837" cy="2238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80233" y="534796"/>
              <a:ext cx="396902" cy="9017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43049" y="69215"/>
              <a:ext cx="544702" cy="32893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3101" y="73406"/>
              <a:ext cx="441515" cy="21856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54859" y="1818767"/>
              <a:ext cx="846326" cy="3590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62224" y="752411"/>
              <a:ext cx="223837" cy="23336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50003" y="685927"/>
              <a:ext cx="68453" cy="7924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8857" y="624585"/>
              <a:ext cx="32638" cy="52590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61917" y="637794"/>
              <a:ext cx="60452" cy="7188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06167" y="473328"/>
              <a:ext cx="65531" cy="94361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89625" y="512191"/>
              <a:ext cx="655447" cy="73152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38875" y="971486"/>
              <a:ext cx="223837" cy="22383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33950" y="180974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26574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2657475" y="180975"/>
                  </a:lnTo>
                  <a:lnTo>
                    <a:pt x="2657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83860" y="168909"/>
            <a:ext cx="2616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click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within</a:t>
            </a:r>
            <a:r>
              <a:rPr sz="1200" spc="-9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this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plot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to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add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points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47825" y="352425"/>
            <a:ext cx="190500" cy="1990725"/>
          </a:xfrm>
          <a:custGeom>
            <a:avLst/>
            <a:gdLst/>
            <a:ahLst/>
            <a:cxnLst/>
            <a:rect l="l" t="t" r="r" b="b"/>
            <a:pathLst>
              <a:path w="190500" h="1990725">
                <a:moveTo>
                  <a:pt x="190500" y="0"/>
                </a:moveTo>
                <a:lnTo>
                  <a:pt x="0" y="0"/>
                </a:lnTo>
                <a:lnTo>
                  <a:pt x="0" y="1990725"/>
                </a:lnTo>
                <a:lnTo>
                  <a:pt x="190500" y="1990725"/>
                </a:lnTo>
                <a:lnTo>
                  <a:pt x="190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352169" y="1106106"/>
            <a:ext cx="486409" cy="3276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latin typeface="Verdana"/>
                <a:cs typeface="Verdana"/>
              </a:rPr>
              <a:t>pric</a:t>
            </a:r>
            <a:r>
              <a:rPr sz="950" spc="-24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5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2752725" y="2387600"/>
          <a:ext cx="3086099" cy="368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7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50" dirty="0">
                          <a:latin typeface="Verdana"/>
                          <a:cs typeface="Verdana"/>
                        </a:rPr>
                        <a:t>size</a:t>
                      </a:r>
                      <a:r>
                        <a:rPr sz="95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950" spc="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10" dirty="0">
                          <a:latin typeface="Verdana"/>
                          <a:cs typeface="Verdana"/>
                        </a:rPr>
                        <a:t>feet</a:t>
                      </a:r>
                      <a:r>
                        <a:rPr sz="975" spc="-15" baseline="25641" dirty="0">
                          <a:latin typeface="Cambria Math"/>
                          <a:cs typeface="Cambria Math"/>
                        </a:rPr>
                        <a:t>2</a:t>
                      </a:r>
                      <a:endParaRPr sz="975" baseline="25641">
                        <a:latin typeface="Cambria Math"/>
                        <a:cs typeface="Cambria Math"/>
                      </a:endParaRPr>
                    </a:p>
                  </a:txBody>
                  <a:tcPr marL="0" marR="0" marT="2095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985">
                        <a:lnSpc>
                          <a:spcPts val="1345"/>
                        </a:lnSpc>
                        <a:spcBef>
                          <a:spcPts val="15"/>
                        </a:spcBef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you</a:t>
                      </a:r>
                      <a:r>
                        <a:rPr sz="12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2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rotate</a:t>
                      </a:r>
                      <a:r>
                        <a:rPr sz="12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this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figure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6400" y="-7874"/>
            <a:ext cx="5915025" cy="4511040"/>
            <a:chOff x="1676400" y="-7874"/>
            <a:chExt cx="5915025" cy="4511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6400" y="36609"/>
              <a:ext cx="5745082" cy="446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8130" y="1481328"/>
              <a:ext cx="841629" cy="2239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2182" y="1484503"/>
              <a:ext cx="549782" cy="1931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5151" y="742695"/>
              <a:ext cx="447548" cy="1986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36049" y="2002662"/>
              <a:ext cx="147732" cy="20193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81425" y="157225"/>
              <a:ext cx="457200" cy="180975"/>
            </a:xfrm>
            <a:custGeom>
              <a:avLst/>
              <a:gdLst/>
              <a:ahLst/>
              <a:cxnLst/>
              <a:rect l="l" t="t" r="r" b="b"/>
              <a:pathLst>
                <a:path w="457200" h="180975">
                  <a:moveTo>
                    <a:pt x="457200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457200" y="18097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81425" y="157225"/>
              <a:ext cx="457200" cy="180975"/>
            </a:xfrm>
            <a:custGeom>
              <a:avLst/>
              <a:gdLst/>
              <a:ahLst/>
              <a:cxnLst/>
              <a:rect l="l" t="t" r="r" b="b"/>
              <a:pathLst>
                <a:path w="457200" h="180975">
                  <a:moveTo>
                    <a:pt x="0" y="180975"/>
                  </a:moveTo>
                  <a:lnTo>
                    <a:pt x="457200" y="180975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15101" y="4825"/>
              <a:ext cx="466725" cy="171450"/>
            </a:xfrm>
            <a:custGeom>
              <a:avLst/>
              <a:gdLst/>
              <a:ahLst/>
              <a:cxnLst/>
              <a:rect l="l" t="t" r="r" b="b"/>
              <a:pathLst>
                <a:path w="466725" h="171450">
                  <a:moveTo>
                    <a:pt x="466725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466725" y="171450"/>
                  </a:lnTo>
                  <a:lnTo>
                    <a:pt x="466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15101" y="4825"/>
              <a:ext cx="466725" cy="171450"/>
            </a:xfrm>
            <a:custGeom>
              <a:avLst/>
              <a:gdLst/>
              <a:ahLst/>
              <a:cxnLst/>
              <a:rect l="l" t="t" r="r" b="b"/>
              <a:pathLst>
                <a:path w="466725" h="171450">
                  <a:moveTo>
                    <a:pt x="0" y="171450"/>
                  </a:moveTo>
                  <a:lnTo>
                    <a:pt x="466725" y="171450"/>
                  </a:lnTo>
                  <a:lnTo>
                    <a:pt x="466725" y="0"/>
                  </a:ln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36545" y="1090167"/>
              <a:ext cx="233680" cy="5397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05500" y="742886"/>
              <a:ext cx="223837" cy="2238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33950" y="171449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26574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2657475" y="180975"/>
                  </a:lnTo>
                  <a:lnTo>
                    <a:pt x="2657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983860" y="157797"/>
            <a:ext cx="26174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click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within</a:t>
            </a:r>
            <a:r>
              <a:rPr sz="1200" spc="-10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this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plot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to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add </a:t>
            </a:r>
            <a:r>
              <a:rPr sz="1200" spc="-10" dirty="0">
                <a:latin typeface="Verdana"/>
                <a:cs typeface="Verdana"/>
              </a:rPr>
              <a:t>points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47825" y="352425"/>
            <a:ext cx="190500" cy="1990725"/>
          </a:xfrm>
          <a:custGeom>
            <a:avLst/>
            <a:gdLst/>
            <a:ahLst/>
            <a:cxnLst/>
            <a:rect l="l" t="t" r="r" b="b"/>
            <a:pathLst>
              <a:path w="190500" h="1990725">
                <a:moveTo>
                  <a:pt x="190500" y="0"/>
                </a:moveTo>
                <a:lnTo>
                  <a:pt x="0" y="0"/>
                </a:lnTo>
                <a:lnTo>
                  <a:pt x="0" y="1990725"/>
                </a:lnTo>
                <a:lnTo>
                  <a:pt x="190500" y="1990725"/>
                </a:lnTo>
                <a:lnTo>
                  <a:pt x="190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52169" y="1106106"/>
            <a:ext cx="486409" cy="3276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latin typeface="Verdana"/>
                <a:cs typeface="Verdana"/>
              </a:rPr>
              <a:t>pric</a:t>
            </a:r>
            <a:r>
              <a:rPr sz="950" spc="-24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5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752725" y="2387600"/>
          <a:ext cx="3076574" cy="368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355">
                <a:tc>
                  <a:txBody>
                    <a:bodyPr/>
                    <a:lstStyle/>
                    <a:p>
                      <a:pPr marL="260985">
                        <a:lnSpc>
                          <a:spcPts val="1105"/>
                        </a:lnSpc>
                        <a:spcBef>
                          <a:spcPts val="165"/>
                        </a:spcBef>
                      </a:pPr>
                      <a:r>
                        <a:rPr sz="950" dirty="0">
                          <a:latin typeface="Verdana"/>
                          <a:cs typeface="Verdana"/>
                        </a:rPr>
                        <a:t>size</a:t>
                      </a:r>
                      <a:r>
                        <a:rPr sz="95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950" spc="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10" dirty="0">
                          <a:latin typeface="Verdana"/>
                          <a:cs typeface="Verdana"/>
                        </a:rPr>
                        <a:t>feet</a:t>
                      </a:r>
                      <a:r>
                        <a:rPr sz="975" spc="-15" baseline="25641" dirty="0">
                          <a:latin typeface="Cambria Math"/>
                          <a:cs typeface="Cambria Math"/>
                        </a:rPr>
                        <a:t>2</a:t>
                      </a:r>
                      <a:endParaRPr sz="975" baseline="25641">
                        <a:latin typeface="Cambria Math"/>
                        <a:cs typeface="Cambria Math"/>
                      </a:endParaRPr>
                    </a:p>
                  </a:txBody>
                  <a:tcPr marL="0" marR="0" marT="2095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350">
                        <a:lnSpc>
                          <a:spcPts val="1345"/>
                        </a:lnSpc>
                        <a:spcBef>
                          <a:spcPts val="90"/>
                        </a:spcBef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you</a:t>
                      </a:r>
                      <a:r>
                        <a:rPr sz="12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200" spc="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rotate</a:t>
                      </a:r>
                      <a:r>
                        <a:rPr sz="12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this</a:t>
                      </a:r>
                      <a:r>
                        <a:rPr sz="12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figure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7874"/>
            <a:ext cx="9144000" cy="5151755"/>
            <a:chOff x="0" y="-7874"/>
            <a:chExt cx="9144000" cy="51517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6804" y="0"/>
              <a:ext cx="5893269" cy="453959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9330" y="1883664"/>
              <a:ext cx="1709039" cy="2448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18400" y="873887"/>
              <a:ext cx="460796" cy="1957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4743" y="2001139"/>
              <a:ext cx="597497" cy="1955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81425" y="138175"/>
              <a:ext cx="466725" cy="180975"/>
            </a:xfrm>
            <a:custGeom>
              <a:avLst/>
              <a:gdLst/>
              <a:ahLst/>
              <a:cxnLst/>
              <a:rect l="l" t="t" r="r" b="b"/>
              <a:pathLst>
                <a:path w="466725" h="180975">
                  <a:moveTo>
                    <a:pt x="46672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466725" y="180975"/>
                  </a:lnTo>
                  <a:lnTo>
                    <a:pt x="466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81425" y="138175"/>
              <a:ext cx="466725" cy="180975"/>
            </a:xfrm>
            <a:custGeom>
              <a:avLst/>
              <a:gdLst/>
              <a:ahLst/>
              <a:cxnLst/>
              <a:rect l="l" t="t" r="r" b="b"/>
              <a:pathLst>
                <a:path w="466725" h="180975">
                  <a:moveTo>
                    <a:pt x="0" y="180975"/>
                  </a:moveTo>
                  <a:lnTo>
                    <a:pt x="466725" y="180975"/>
                  </a:lnTo>
                  <a:lnTo>
                    <a:pt x="466725" y="0"/>
                  </a:lnTo>
                  <a:lnTo>
                    <a:pt x="0" y="0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81775" y="4825"/>
              <a:ext cx="457200" cy="171450"/>
            </a:xfrm>
            <a:custGeom>
              <a:avLst/>
              <a:gdLst/>
              <a:ahLst/>
              <a:cxnLst/>
              <a:rect l="l" t="t" r="r" b="b"/>
              <a:pathLst>
                <a:path w="457200" h="171450">
                  <a:moveTo>
                    <a:pt x="45720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457200" y="17145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81775" y="4825"/>
              <a:ext cx="457200" cy="171450"/>
            </a:xfrm>
            <a:custGeom>
              <a:avLst/>
              <a:gdLst/>
              <a:ahLst/>
              <a:cxnLst/>
              <a:rect l="l" t="t" r="r" b="b"/>
              <a:pathLst>
                <a:path w="457200" h="171450">
                  <a:moveTo>
                    <a:pt x="0" y="171450"/>
                  </a:moveTo>
                  <a:lnTo>
                    <a:pt x="457200" y="17145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5550" y="1047686"/>
              <a:ext cx="223837" cy="22383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33950" y="152399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26574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2657475" y="180975"/>
                  </a:lnTo>
                  <a:lnTo>
                    <a:pt x="2657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83860" y="136461"/>
            <a:ext cx="26174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click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within</a:t>
            </a:r>
            <a:r>
              <a:rPr sz="1200" spc="-10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this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plot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to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add </a:t>
            </a:r>
            <a:r>
              <a:rPr sz="1200" spc="-10" dirty="0">
                <a:latin typeface="Verdana"/>
                <a:cs typeface="Verdana"/>
              </a:rPr>
              <a:t>points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47825" y="352425"/>
            <a:ext cx="190500" cy="1990725"/>
          </a:xfrm>
          <a:custGeom>
            <a:avLst/>
            <a:gdLst/>
            <a:ahLst/>
            <a:cxnLst/>
            <a:rect l="l" t="t" r="r" b="b"/>
            <a:pathLst>
              <a:path w="190500" h="1990725">
                <a:moveTo>
                  <a:pt x="190500" y="0"/>
                </a:moveTo>
                <a:lnTo>
                  <a:pt x="0" y="0"/>
                </a:lnTo>
                <a:lnTo>
                  <a:pt x="0" y="1990725"/>
                </a:lnTo>
                <a:lnTo>
                  <a:pt x="190500" y="1990725"/>
                </a:lnTo>
                <a:lnTo>
                  <a:pt x="190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52169" y="1106106"/>
            <a:ext cx="486409" cy="3276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latin typeface="Verdana"/>
                <a:cs typeface="Verdana"/>
              </a:rPr>
              <a:t>pric</a:t>
            </a:r>
            <a:r>
              <a:rPr sz="950" spc="-24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5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752725" y="2387600"/>
          <a:ext cx="3086099" cy="368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355">
                <a:tc>
                  <a:txBody>
                    <a:bodyPr/>
                    <a:lstStyle/>
                    <a:p>
                      <a:pPr marL="260985">
                        <a:lnSpc>
                          <a:spcPts val="1105"/>
                        </a:lnSpc>
                        <a:spcBef>
                          <a:spcPts val="165"/>
                        </a:spcBef>
                      </a:pPr>
                      <a:r>
                        <a:rPr sz="950" dirty="0">
                          <a:latin typeface="Verdana"/>
                          <a:cs typeface="Verdana"/>
                        </a:rPr>
                        <a:t>size</a:t>
                      </a:r>
                      <a:r>
                        <a:rPr sz="95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950" spc="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10" dirty="0">
                          <a:latin typeface="Verdana"/>
                          <a:cs typeface="Verdana"/>
                        </a:rPr>
                        <a:t>feet</a:t>
                      </a:r>
                      <a:r>
                        <a:rPr sz="975" spc="-15" baseline="25641" dirty="0">
                          <a:latin typeface="Cambria Math"/>
                          <a:cs typeface="Cambria Math"/>
                        </a:rPr>
                        <a:t>2</a:t>
                      </a:r>
                      <a:endParaRPr sz="975" baseline="25641">
                        <a:latin typeface="Cambria Math"/>
                        <a:cs typeface="Cambria Math"/>
                      </a:endParaRPr>
                    </a:p>
                  </a:txBody>
                  <a:tcPr marL="0" marR="0" marT="2095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985">
                        <a:lnSpc>
                          <a:spcPts val="1345"/>
                        </a:lnSpc>
                        <a:spcBef>
                          <a:spcPts val="90"/>
                        </a:spcBef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you</a:t>
                      </a:r>
                      <a:r>
                        <a:rPr sz="12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2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rotate</a:t>
                      </a:r>
                      <a:r>
                        <a:rPr sz="12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this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figure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7874"/>
            <a:ext cx="9144000" cy="5151755"/>
            <a:chOff x="0" y="-7874"/>
            <a:chExt cx="9144000" cy="51517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8774" y="0"/>
              <a:ext cx="5858631" cy="45624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25369" y="852423"/>
              <a:ext cx="737870" cy="417195"/>
            </a:xfrm>
            <a:custGeom>
              <a:avLst/>
              <a:gdLst/>
              <a:ahLst/>
              <a:cxnLst/>
              <a:rect l="l" t="t" r="r" b="b"/>
              <a:pathLst>
                <a:path w="737870" h="417194">
                  <a:moveTo>
                    <a:pt x="134112" y="114173"/>
                  </a:moveTo>
                  <a:lnTo>
                    <a:pt x="84848" y="28194"/>
                  </a:lnTo>
                  <a:lnTo>
                    <a:pt x="68707" y="0"/>
                  </a:lnTo>
                  <a:lnTo>
                    <a:pt x="5461" y="106426"/>
                  </a:lnTo>
                  <a:lnTo>
                    <a:pt x="1397" y="113157"/>
                  </a:lnTo>
                  <a:lnTo>
                    <a:pt x="3683" y="121920"/>
                  </a:lnTo>
                  <a:lnTo>
                    <a:pt x="10541" y="125984"/>
                  </a:lnTo>
                  <a:lnTo>
                    <a:pt x="17272" y="130048"/>
                  </a:lnTo>
                  <a:lnTo>
                    <a:pt x="26035" y="127762"/>
                  </a:lnTo>
                  <a:lnTo>
                    <a:pt x="30099" y="121031"/>
                  </a:lnTo>
                  <a:lnTo>
                    <a:pt x="53708" y="81267"/>
                  </a:lnTo>
                  <a:lnTo>
                    <a:pt x="51816" y="335711"/>
                  </a:lnTo>
                  <a:lnTo>
                    <a:pt x="24765" y="288544"/>
                  </a:lnTo>
                  <a:lnTo>
                    <a:pt x="16129" y="286131"/>
                  </a:lnTo>
                  <a:lnTo>
                    <a:pt x="2413" y="294005"/>
                  </a:lnTo>
                  <a:lnTo>
                    <a:pt x="0" y="302768"/>
                  </a:lnTo>
                  <a:lnTo>
                    <a:pt x="65532" y="416941"/>
                  </a:lnTo>
                  <a:lnTo>
                    <a:pt x="82245" y="388747"/>
                  </a:lnTo>
                  <a:lnTo>
                    <a:pt x="128651" y="310515"/>
                  </a:lnTo>
                  <a:lnTo>
                    <a:pt x="132715" y="303784"/>
                  </a:lnTo>
                  <a:lnTo>
                    <a:pt x="130429" y="295021"/>
                  </a:lnTo>
                  <a:lnTo>
                    <a:pt x="123698" y="290957"/>
                  </a:lnTo>
                  <a:lnTo>
                    <a:pt x="116840" y="286893"/>
                  </a:lnTo>
                  <a:lnTo>
                    <a:pt x="108077" y="289179"/>
                  </a:lnTo>
                  <a:lnTo>
                    <a:pt x="104013" y="295910"/>
                  </a:lnTo>
                  <a:lnTo>
                    <a:pt x="80391" y="335711"/>
                  </a:lnTo>
                  <a:lnTo>
                    <a:pt x="65849" y="360172"/>
                  </a:lnTo>
                  <a:lnTo>
                    <a:pt x="80378" y="335711"/>
                  </a:lnTo>
                  <a:lnTo>
                    <a:pt x="80581" y="310515"/>
                  </a:lnTo>
                  <a:lnTo>
                    <a:pt x="82283" y="81267"/>
                  </a:lnTo>
                  <a:lnTo>
                    <a:pt x="109347" y="128397"/>
                  </a:lnTo>
                  <a:lnTo>
                    <a:pt x="117983" y="130810"/>
                  </a:lnTo>
                  <a:lnTo>
                    <a:pt x="131699" y="122936"/>
                  </a:lnTo>
                  <a:lnTo>
                    <a:pt x="134112" y="114173"/>
                  </a:lnTo>
                  <a:close/>
                </a:path>
                <a:path w="737870" h="417194">
                  <a:moveTo>
                    <a:pt x="737362" y="182626"/>
                  </a:moveTo>
                  <a:lnTo>
                    <a:pt x="733679" y="175641"/>
                  </a:lnTo>
                  <a:lnTo>
                    <a:pt x="690067" y="94488"/>
                  </a:lnTo>
                  <a:lnTo>
                    <a:pt x="675132" y="66675"/>
                  </a:lnTo>
                  <a:lnTo>
                    <a:pt x="609092" y="171323"/>
                  </a:lnTo>
                  <a:lnTo>
                    <a:pt x="604774" y="178054"/>
                  </a:lnTo>
                  <a:lnTo>
                    <a:pt x="606742" y="186563"/>
                  </a:lnTo>
                  <a:lnTo>
                    <a:pt x="606806" y="186817"/>
                  </a:lnTo>
                  <a:lnTo>
                    <a:pt x="613537" y="191008"/>
                  </a:lnTo>
                  <a:lnTo>
                    <a:pt x="620141" y="195199"/>
                  </a:lnTo>
                  <a:lnTo>
                    <a:pt x="629031" y="193294"/>
                  </a:lnTo>
                  <a:lnTo>
                    <a:pt x="633222" y="186563"/>
                  </a:lnTo>
                  <a:lnTo>
                    <a:pt x="657936" y="147383"/>
                  </a:lnTo>
                  <a:lnTo>
                    <a:pt x="654088" y="259181"/>
                  </a:lnTo>
                  <a:lnTo>
                    <a:pt x="628396" y="211328"/>
                  </a:lnTo>
                  <a:lnTo>
                    <a:pt x="619760" y="208661"/>
                  </a:lnTo>
                  <a:lnTo>
                    <a:pt x="612775" y="212471"/>
                  </a:lnTo>
                  <a:lnTo>
                    <a:pt x="605790" y="216154"/>
                  </a:lnTo>
                  <a:lnTo>
                    <a:pt x="603250" y="224790"/>
                  </a:lnTo>
                  <a:lnTo>
                    <a:pt x="606933" y="231775"/>
                  </a:lnTo>
                  <a:lnTo>
                    <a:pt x="665480" y="340741"/>
                  </a:lnTo>
                  <a:lnTo>
                    <a:pt x="683031" y="312928"/>
                  </a:lnTo>
                  <a:lnTo>
                    <a:pt x="731520" y="236093"/>
                  </a:lnTo>
                  <a:lnTo>
                    <a:pt x="735838" y="229362"/>
                  </a:lnTo>
                  <a:lnTo>
                    <a:pt x="733856" y="220853"/>
                  </a:lnTo>
                  <a:lnTo>
                    <a:pt x="733806" y="220599"/>
                  </a:lnTo>
                  <a:lnTo>
                    <a:pt x="727075" y="216408"/>
                  </a:lnTo>
                  <a:lnTo>
                    <a:pt x="720471" y="212217"/>
                  </a:lnTo>
                  <a:lnTo>
                    <a:pt x="711581" y="214122"/>
                  </a:lnTo>
                  <a:lnTo>
                    <a:pt x="707390" y="220853"/>
                  </a:lnTo>
                  <a:lnTo>
                    <a:pt x="682663" y="260045"/>
                  </a:lnTo>
                  <a:lnTo>
                    <a:pt x="686511" y="148247"/>
                  </a:lnTo>
                  <a:lnTo>
                    <a:pt x="688086" y="102616"/>
                  </a:lnTo>
                  <a:lnTo>
                    <a:pt x="686549" y="147383"/>
                  </a:lnTo>
                  <a:lnTo>
                    <a:pt x="686511" y="148247"/>
                  </a:lnTo>
                  <a:lnTo>
                    <a:pt x="712216" y="196088"/>
                  </a:lnTo>
                  <a:lnTo>
                    <a:pt x="720852" y="198755"/>
                  </a:lnTo>
                  <a:lnTo>
                    <a:pt x="727837" y="194945"/>
                  </a:lnTo>
                  <a:lnTo>
                    <a:pt x="734822" y="191262"/>
                  </a:lnTo>
                  <a:lnTo>
                    <a:pt x="737362" y="182626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3775" y="452374"/>
              <a:ext cx="133223" cy="20739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7219" y="538099"/>
              <a:ext cx="134620" cy="274320"/>
            </a:xfrm>
            <a:custGeom>
              <a:avLst/>
              <a:gdLst/>
              <a:ahLst/>
              <a:cxnLst/>
              <a:rect l="l" t="t" r="r" b="b"/>
              <a:pathLst>
                <a:path w="134620" h="274320">
                  <a:moveTo>
                    <a:pt x="16509" y="141986"/>
                  </a:moveTo>
                  <a:lnTo>
                    <a:pt x="9525" y="145796"/>
                  </a:lnTo>
                  <a:lnTo>
                    <a:pt x="2539" y="149478"/>
                  </a:lnTo>
                  <a:lnTo>
                    <a:pt x="0" y="158114"/>
                  </a:lnTo>
                  <a:lnTo>
                    <a:pt x="3682" y="165100"/>
                  </a:lnTo>
                  <a:lnTo>
                    <a:pt x="62229" y="274065"/>
                  </a:lnTo>
                  <a:lnTo>
                    <a:pt x="79781" y="246252"/>
                  </a:lnTo>
                  <a:lnTo>
                    <a:pt x="77596" y="246252"/>
                  </a:lnTo>
                  <a:lnTo>
                    <a:pt x="49021" y="245237"/>
                  </a:lnTo>
                  <a:lnTo>
                    <a:pt x="50809" y="193362"/>
                  </a:lnTo>
                  <a:lnTo>
                    <a:pt x="50839" y="192498"/>
                  </a:lnTo>
                  <a:lnTo>
                    <a:pt x="25145" y="144652"/>
                  </a:lnTo>
                  <a:lnTo>
                    <a:pt x="16509" y="141986"/>
                  </a:lnTo>
                  <a:close/>
                </a:path>
                <a:path w="134620" h="274320">
                  <a:moveTo>
                    <a:pt x="50839" y="192498"/>
                  </a:moveTo>
                  <a:lnTo>
                    <a:pt x="49021" y="245237"/>
                  </a:lnTo>
                  <a:lnTo>
                    <a:pt x="77596" y="246252"/>
                  </a:lnTo>
                  <a:lnTo>
                    <a:pt x="77846" y="239013"/>
                  </a:lnTo>
                  <a:lnTo>
                    <a:pt x="75818" y="239013"/>
                  </a:lnTo>
                  <a:lnTo>
                    <a:pt x="51180" y="238125"/>
                  </a:lnTo>
                  <a:lnTo>
                    <a:pt x="64232" y="217437"/>
                  </a:lnTo>
                  <a:lnTo>
                    <a:pt x="50839" y="192498"/>
                  </a:lnTo>
                  <a:close/>
                </a:path>
                <a:path w="134620" h="274320">
                  <a:moveTo>
                    <a:pt x="117220" y="145541"/>
                  </a:moveTo>
                  <a:lnTo>
                    <a:pt x="108330" y="147447"/>
                  </a:lnTo>
                  <a:lnTo>
                    <a:pt x="104139" y="154177"/>
                  </a:lnTo>
                  <a:lnTo>
                    <a:pt x="79419" y="193362"/>
                  </a:lnTo>
                  <a:lnTo>
                    <a:pt x="77632" y="245237"/>
                  </a:lnTo>
                  <a:lnTo>
                    <a:pt x="77596" y="246252"/>
                  </a:lnTo>
                  <a:lnTo>
                    <a:pt x="79781" y="246252"/>
                  </a:lnTo>
                  <a:lnTo>
                    <a:pt x="128269" y="169417"/>
                  </a:lnTo>
                  <a:lnTo>
                    <a:pt x="132587" y="162687"/>
                  </a:lnTo>
                  <a:lnTo>
                    <a:pt x="130614" y="154177"/>
                  </a:lnTo>
                  <a:lnTo>
                    <a:pt x="130555" y="153924"/>
                  </a:lnTo>
                  <a:lnTo>
                    <a:pt x="123825" y="149733"/>
                  </a:lnTo>
                  <a:lnTo>
                    <a:pt x="117220" y="145541"/>
                  </a:lnTo>
                  <a:close/>
                </a:path>
                <a:path w="134620" h="274320">
                  <a:moveTo>
                    <a:pt x="64232" y="217437"/>
                  </a:moveTo>
                  <a:lnTo>
                    <a:pt x="51180" y="238125"/>
                  </a:lnTo>
                  <a:lnTo>
                    <a:pt x="75818" y="239013"/>
                  </a:lnTo>
                  <a:lnTo>
                    <a:pt x="64232" y="217437"/>
                  </a:lnTo>
                  <a:close/>
                </a:path>
                <a:path w="134620" h="274320">
                  <a:moveTo>
                    <a:pt x="79419" y="193362"/>
                  </a:moveTo>
                  <a:lnTo>
                    <a:pt x="64232" y="217437"/>
                  </a:lnTo>
                  <a:lnTo>
                    <a:pt x="75818" y="239013"/>
                  </a:lnTo>
                  <a:lnTo>
                    <a:pt x="77846" y="239013"/>
                  </a:lnTo>
                  <a:lnTo>
                    <a:pt x="79419" y="193362"/>
                  </a:lnTo>
                  <a:close/>
                </a:path>
                <a:path w="134620" h="274320">
                  <a:moveTo>
                    <a:pt x="69879" y="56628"/>
                  </a:moveTo>
                  <a:lnTo>
                    <a:pt x="54692" y="80703"/>
                  </a:lnTo>
                  <a:lnTo>
                    <a:pt x="50839" y="192498"/>
                  </a:lnTo>
                  <a:lnTo>
                    <a:pt x="64232" y="217437"/>
                  </a:lnTo>
                  <a:lnTo>
                    <a:pt x="79419" y="193362"/>
                  </a:lnTo>
                  <a:lnTo>
                    <a:pt x="83272" y="81567"/>
                  </a:lnTo>
                  <a:lnTo>
                    <a:pt x="69879" y="56628"/>
                  </a:lnTo>
                  <a:close/>
                </a:path>
                <a:path w="134620" h="274320">
                  <a:moveTo>
                    <a:pt x="86825" y="27812"/>
                  </a:moveTo>
                  <a:lnTo>
                    <a:pt x="56514" y="27812"/>
                  </a:lnTo>
                  <a:lnTo>
                    <a:pt x="85089" y="28828"/>
                  </a:lnTo>
                  <a:lnTo>
                    <a:pt x="83302" y="80703"/>
                  </a:lnTo>
                  <a:lnTo>
                    <a:pt x="83272" y="81567"/>
                  </a:lnTo>
                  <a:lnTo>
                    <a:pt x="108965" y="129412"/>
                  </a:lnTo>
                  <a:lnTo>
                    <a:pt x="117601" y="132079"/>
                  </a:lnTo>
                  <a:lnTo>
                    <a:pt x="124586" y="128270"/>
                  </a:lnTo>
                  <a:lnTo>
                    <a:pt x="131571" y="124587"/>
                  </a:lnTo>
                  <a:lnTo>
                    <a:pt x="134111" y="115950"/>
                  </a:lnTo>
                  <a:lnTo>
                    <a:pt x="130428" y="108965"/>
                  </a:lnTo>
                  <a:lnTo>
                    <a:pt x="86825" y="27812"/>
                  </a:lnTo>
                  <a:close/>
                </a:path>
                <a:path w="134620" h="274320">
                  <a:moveTo>
                    <a:pt x="71881" y="0"/>
                  </a:moveTo>
                  <a:lnTo>
                    <a:pt x="5841" y="104648"/>
                  </a:lnTo>
                  <a:lnTo>
                    <a:pt x="1650" y="111378"/>
                  </a:lnTo>
                  <a:lnTo>
                    <a:pt x="3500" y="119887"/>
                  </a:lnTo>
                  <a:lnTo>
                    <a:pt x="3555" y="120141"/>
                  </a:lnTo>
                  <a:lnTo>
                    <a:pt x="10286" y="124333"/>
                  </a:lnTo>
                  <a:lnTo>
                    <a:pt x="16890" y="128524"/>
                  </a:lnTo>
                  <a:lnTo>
                    <a:pt x="25780" y="126618"/>
                  </a:lnTo>
                  <a:lnTo>
                    <a:pt x="29971" y="119887"/>
                  </a:lnTo>
                  <a:lnTo>
                    <a:pt x="54692" y="80703"/>
                  </a:lnTo>
                  <a:lnTo>
                    <a:pt x="56479" y="28828"/>
                  </a:lnTo>
                  <a:lnTo>
                    <a:pt x="56514" y="27812"/>
                  </a:lnTo>
                  <a:lnTo>
                    <a:pt x="86825" y="27812"/>
                  </a:lnTo>
                  <a:lnTo>
                    <a:pt x="71881" y="0"/>
                  </a:lnTo>
                  <a:close/>
                </a:path>
                <a:path w="134620" h="274320">
                  <a:moveTo>
                    <a:pt x="84875" y="35051"/>
                  </a:moveTo>
                  <a:lnTo>
                    <a:pt x="58292" y="35051"/>
                  </a:lnTo>
                  <a:lnTo>
                    <a:pt x="82930" y="35940"/>
                  </a:lnTo>
                  <a:lnTo>
                    <a:pt x="69879" y="56628"/>
                  </a:lnTo>
                  <a:lnTo>
                    <a:pt x="83272" y="81567"/>
                  </a:lnTo>
                  <a:lnTo>
                    <a:pt x="84844" y="35940"/>
                  </a:lnTo>
                  <a:lnTo>
                    <a:pt x="84875" y="35051"/>
                  </a:lnTo>
                  <a:close/>
                </a:path>
                <a:path w="134620" h="274320">
                  <a:moveTo>
                    <a:pt x="56514" y="27812"/>
                  </a:moveTo>
                  <a:lnTo>
                    <a:pt x="54692" y="80703"/>
                  </a:lnTo>
                  <a:lnTo>
                    <a:pt x="69879" y="56628"/>
                  </a:lnTo>
                  <a:lnTo>
                    <a:pt x="58292" y="35051"/>
                  </a:lnTo>
                  <a:lnTo>
                    <a:pt x="84875" y="35051"/>
                  </a:lnTo>
                  <a:lnTo>
                    <a:pt x="85089" y="28828"/>
                  </a:lnTo>
                  <a:lnTo>
                    <a:pt x="56514" y="27812"/>
                  </a:lnTo>
                  <a:close/>
                </a:path>
                <a:path w="134620" h="274320">
                  <a:moveTo>
                    <a:pt x="58292" y="35051"/>
                  </a:moveTo>
                  <a:lnTo>
                    <a:pt x="69879" y="56628"/>
                  </a:lnTo>
                  <a:lnTo>
                    <a:pt x="82930" y="35940"/>
                  </a:lnTo>
                  <a:lnTo>
                    <a:pt x="58292" y="35051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4099" y="1766824"/>
              <a:ext cx="1493265" cy="2837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5057" y="1761236"/>
              <a:ext cx="215518" cy="22885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4648" y="1020204"/>
              <a:ext cx="146110" cy="1777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09819" y="1005586"/>
              <a:ext cx="45720" cy="196215"/>
            </a:xfrm>
            <a:custGeom>
              <a:avLst/>
              <a:gdLst/>
              <a:ahLst/>
              <a:cxnLst/>
              <a:rect l="l" t="t" r="r" b="b"/>
              <a:pathLst>
                <a:path w="45720" h="196215">
                  <a:moveTo>
                    <a:pt x="25069" y="192191"/>
                  </a:moveTo>
                  <a:lnTo>
                    <a:pt x="28709" y="195706"/>
                  </a:lnTo>
                  <a:lnTo>
                    <a:pt x="29606" y="195706"/>
                  </a:lnTo>
                  <a:lnTo>
                    <a:pt x="25069" y="192191"/>
                  </a:lnTo>
                  <a:close/>
                </a:path>
                <a:path w="45720" h="196215">
                  <a:moveTo>
                    <a:pt x="23113" y="175260"/>
                  </a:moveTo>
                  <a:lnTo>
                    <a:pt x="19303" y="179959"/>
                  </a:lnTo>
                  <a:lnTo>
                    <a:pt x="19395" y="181674"/>
                  </a:lnTo>
                  <a:lnTo>
                    <a:pt x="19479" y="183233"/>
                  </a:lnTo>
                  <a:lnTo>
                    <a:pt x="24202" y="191388"/>
                  </a:lnTo>
                  <a:lnTo>
                    <a:pt x="24574" y="191808"/>
                  </a:lnTo>
                  <a:lnTo>
                    <a:pt x="29606" y="195706"/>
                  </a:lnTo>
                  <a:lnTo>
                    <a:pt x="23241" y="195706"/>
                  </a:lnTo>
                  <a:lnTo>
                    <a:pt x="35755" y="195451"/>
                  </a:lnTo>
                  <a:lnTo>
                    <a:pt x="39518" y="192191"/>
                  </a:lnTo>
                  <a:lnTo>
                    <a:pt x="44233" y="187883"/>
                  </a:lnTo>
                  <a:lnTo>
                    <a:pt x="45087" y="183233"/>
                  </a:lnTo>
                  <a:lnTo>
                    <a:pt x="45211" y="181863"/>
                  </a:lnTo>
                  <a:lnTo>
                    <a:pt x="45229" y="181674"/>
                  </a:lnTo>
                  <a:lnTo>
                    <a:pt x="43647" y="178942"/>
                  </a:lnTo>
                  <a:lnTo>
                    <a:pt x="23113" y="178942"/>
                  </a:lnTo>
                  <a:lnTo>
                    <a:pt x="23113" y="175260"/>
                  </a:lnTo>
                  <a:close/>
                </a:path>
                <a:path w="45720" h="196215">
                  <a:moveTo>
                    <a:pt x="35847" y="195451"/>
                  </a:moveTo>
                  <a:lnTo>
                    <a:pt x="23241" y="195706"/>
                  </a:lnTo>
                  <a:lnTo>
                    <a:pt x="35559" y="195706"/>
                  </a:lnTo>
                  <a:lnTo>
                    <a:pt x="35847" y="195451"/>
                  </a:lnTo>
                  <a:close/>
                </a:path>
                <a:path w="45720" h="196215">
                  <a:moveTo>
                    <a:pt x="19593" y="185364"/>
                  </a:moveTo>
                  <a:lnTo>
                    <a:pt x="19684" y="187071"/>
                  </a:lnTo>
                  <a:lnTo>
                    <a:pt x="22624" y="189926"/>
                  </a:lnTo>
                  <a:lnTo>
                    <a:pt x="21119" y="187883"/>
                  </a:lnTo>
                  <a:lnTo>
                    <a:pt x="19938" y="186054"/>
                  </a:lnTo>
                  <a:lnTo>
                    <a:pt x="19593" y="185364"/>
                  </a:lnTo>
                  <a:close/>
                </a:path>
                <a:path w="45720" h="196215">
                  <a:moveTo>
                    <a:pt x="44233" y="187883"/>
                  </a:moveTo>
                  <a:lnTo>
                    <a:pt x="42004" y="189926"/>
                  </a:lnTo>
                  <a:lnTo>
                    <a:pt x="44195" y="188087"/>
                  </a:lnTo>
                  <a:lnTo>
                    <a:pt x="44233" y="187883"/>
                  </a:lnTo>
                  <a:close/>
                </a:path>
                <a:path w="45720" h="196215">
                  <a:moveTo>
                    <a:pt x="45087" y="183233"/>
                  </a:moveTo>
                  <a:lnTo>
                    <a:pt x="44382" y="187071"/>
                  </a:lnTo>
                  <a:lnTo>
                    <a:pt x="44312" y="187451"/>
                  </a:lnTo>
                  <a:lnTo>
                    <a:pt x="44233" y="187883"/>
                  </a:lnTo>
                  <a:lnTo>
                    <a:pt x="44703" y="187451"/>
                  </a:lnTo>
                  <a:lnTo>
                    <a:pt x="45087" y="183233"/>
                  </a:lnTo>
                  <a:close/>
                </a:path>
                <a:path w="45720" h="196215">
                  <a:moveTo>
                    <a:pt x="18033" y="0"/>
                  </a:moveTo>
                  <a:lnTo>
                    <a:pt x="5584" y="0"/>
                  </a:lnTo>
                  <a:lnTo>
                    <a:pt x="634" y="4825"/>
                  </a:lnTo>
                  <a:lnTo>
                    <a:pt x="629" y="5079"/>
                  </a:lnTo>
                  <a:lnTo>
                    <a:pt x="503" y="11175"/>
                  </a:lnTo>
                  <a:lnTo>
                    <a:pt x="0" y="41148"/>
                  </a:lnTo>
                  <a:lnTo>
                    <a:pt x="16" y="42417"/>
                  </a:lnTo>
                  <a:lnTo>
                    <a:pt x="1551" y="66039"/>
                  </a:lnTo>
                  <a:lnTo>
                    <a:pt x="1650" y="67817"/>
                  </a:lnTo>
                  <a:lnTo>
                    <a:pt x="2080" y="72891"/>
                  </a:lnTo>
                  <a:lnTo>
                    <a:pt x="2135" y="73536"/>
                  </a:lnTo>
                  <a:lnTo>
                    <a:pt x="2243" y="74806"/>
                  </a:lnTo>
                  <a:lnTo>
                    <a:pt x="2296" y="75438"/>
                  </a:lnTo>
                  <a:lnTo>
                    <a:pt x="2412" y="82296"/>
                  </a:lnTo>
                  <a:lnTo>
                    <a:pt x="2539" y="83058"/>
                  </a:lnTo>
                  <a:lnTo>
                    <a:pt x="3149" y="89852"/>
                  </a:lnTo>
                  <a:lnTo>
                    <a:pt x="3223" y="90717"/>
                  </a:lnTo>
                  <a:lnTo>
                    <a:pt x="3408" y="94234"/>
                  </a:lnTo>
                  <a:lnTo>
                    <a:pt x="3449" y="94996"/>
                  </a:lnTo>
                  <a:lnTo>
                    <a:pt x="3555" y="97027"/>
                  </a:lnTo>
                  <a:lnTo>
                    <a:pt x="3809" y="98551"/>
                  </a:lnTo>
                  <a:lnTo>
                    <a:pt x="5079" y="105410"/>
                  </a:lnTo>
                  <a:lnTo>
                    <a:pt x="6857" y="114553"/>
                  </a:lnTo>
                  <a:lnTo>
                    <a:pt x="6857" y="114808"/>
                  </a:lnTo>
                  <a:lnTo>
                    <a:pt x="9016" y="124840"/>
                  </a:lnTo>
                  <a:lnTo>
                    <a:pt x="8875" y="124840"/>
                  </a:lnTo>
                  <a:lnTo>
                    <a:pt x="10159" y="137922"/>
                  </a:lnTo>
                  <a:lnTo>
                    <a:pt x="10159" y="138556"/>
                  </a:lnTo>
                  <a:lnTo>
                    <a:pt x="11556" y="147954"/>
                  </a:lnTo>
                  <a:lnTo>
                    <a:pt x="13132" y="157199"/>
                  </a:lnTo>
                  <a:lnTo>
                    <a:pt x="14096" y="164591"/>
                  </a:lnTo>
                  <a:lnTo>
                    <a:pt x="19595" y="185364"/>
                  </a:lnTo>
                  <a:lnTo>
                    <a:pt x="19479" y="183233"/>
                  </a:lnTo>
                  <a:lnTo>
                    <a:pt x="19395" y="181674"/>
                  </a:lnTo>
                  <a:lnTo>
                    <a:pt x="19303" y="179959"/>
                  </a:lnTo>
                  <a:lnTo>
                    <a:pt x="23113" y="175260"/>
                  </a:lnTo>
                  <a:lnTo>
                    <a:pt x="23113" y="171576"/>
                  </a:lnTo>
                  <a:lnTo>
                    <a:pt x="27431" y="167259"/>
                  </a:lnTo>
                  <a:lnTo>
                    <a:pt x="38174" y="167259"/>
                  </a:lnTo>
                  <a:lnTo>
                    <a:pt x="37591" y="161671"/>
                  </a:lnTo>
                  <a:lnTo>
                    <a:pt x="37591" y="161543"/>
                  </a:lnTo>
                  <a:lnTo>
                    <a:pt x="36829" y="155828"/>
                  </a:lnTo>
                  <a:lnTo>
                    <a:pt x="36702" y="155448"/>
                  </a:lnTo>
                  <a:lnTo>
                    <a:pt x="34925" y="144272"/>
                  </a:lnTo>
                  <a:lnTo>
                    <a:pt x="33527" y="135000"/>
                  </a:lnTo>
                  <a:lnTo>
                    <a:pt x="33273" y="133730"/>
                  </a:lnTo>
                  <a:lnTo>
                    <a:pt x="30804" y="124840"/>
                  </a:lnTo>
                  <a:lnTo>
                    <a:pt x="9016" y="124840"/>
                  </a:lnTo>
                  <a:lnTo>
                    <a:pt x="8771" y="123698"/>
                  </a:lnTo>
                  <a:lnTo>
                    <a:pt x="30487" y="123698"/>
                  </a:lnTo>
                  <a:lnTo>
                    <a:pt x="29663" y="120734"/>
                  </a:lnTo>
                  <a:lnTo>
                    <a:pt x="27488" y="110605"/>
                  </a:lnTo>
                  <a:lnTo>
                    <a:pt x="27385" y="110372"/>
                  </a:lnTo>
                  <a:lnTo>
                    <a:pt x="25653" y="101346"/>
                  </a:lnTo>
                  <a:lnTo>
                    <a:pt x="25526" y="101091"/>
                  </a:lnTo>
                  <a:lnTo>
                    <a:pt x="24043" y="94478"/>
                  </a:lnTo>
                  <a:lnTo>
                    <a:pt x="23529" y="90717"/>
                  </a:lnTo>
                  <a:lnTo>
                    <a:pt x="23408" y="89852"/>
                  </a:lnTo>
                  <a:lnTo>
                    <a:pt x="22478" y="81025"/>
                  </a:lnTo>
                  <a:lnTo>
                    <a:pt x="22351" y="80390"/>
                  </a:lnTo>
                  <a:lnTo>
                    <a:pt x="21238" y="73818"/>
                  </a:lnTo>
                  <a:lnTo>
                    <a:pt x="20625" y="67817"/>
                  </a:lnTo>
                  <a:lnTo>
                    <a:pt x="20446" y="67817"/>
                  </a:lnTo>
                  <a:lnTo>
                    <a:pt x="20446" y="66039"/>
                  </a:lnTo>
                  <a:lnTo>
                    <a:pt x="20607" y="66039"/>
                  </a:lnTo>
                  <a:lnTo>
                    <a:pt x="22732" y="42417"/>
                  </a:lnTo>
                  <a:lnTo>
                    <a:pt x="22986" y="11175"/>
                  </a:lnTo>
                  <a:lnTo>
                    <a:pt x="22986" y="5079"/>
                  </a:lnTo>
                  <a:lnTo>
                    <a:pt x="18033" y="0"/>
                  </a:lnTo>
                  <a:close/>
                </a:path>
                <a:path w="45720" h="196215">
                  <a:moveTo>
                    <a:pt x="45229" y="181674"/>
                  </a:moveTo>
                  <a:lnTo>
                    <a:pt x="45211" y="181863"/>
                  </a:lnTo>
                  <a:lnTo>
                    <a:pt x="45087" y="183233"/>
                  </a:lnTo>
                  <a:lnTo>
                    <a:pt x="45338" y="181863"/>
                  </a:lnTo>
                  <a:lnTo>
                    <a:pt x="45229" y="181674"/>
                  </a:lnTo>
                  <a:close/>
                </a:path>
                <a:path w="45720" h="196215">
                  <a:moveTo>
                    <a:pt x="42598" y="176995"/>
                  </a:moveTo>
                  <a:lnTo>
                    <a:pt x="43059" y="177926"/>
                  </a:lnTo>
                  <a:lnTo>
                    <a:pt x="45229" y="181674"/>
                  </a:lnTo>
                  <a:lnTo>
                    <a:pt x="45338" y="180466"/>
                  </a:lnTo>
                  <a:lnTo>
                    <a:pt x="42598" y="176995"/>
                  </a:lnTo>
                  <a:close/>
                </a:path>
                <a:path w="45720" h="196215">
                  <a:moveTo>
                    <a:pt x="25400" y="172847"/>
                  </a:moveTo>
                  <a:lnTo>
                    <a:pt x="23695" y="174751"/>
                  </a:lnTo>
                  <a:lnTo>
                    <a:pt x="23113" y="175260"/>
                  </a:lnTo>
                  <a:lnTo>
                    <a:pt x="23113" y="178942"/>
                  </a:lnTo>
                  <a:lnTo>
                    <a:pt x="25400" y="172847"/>
                  </a:lnTo>
                  <a:close/>
                </a:path>
                <a:path w="45720" h="196215">
                  <a:moveTo>
                    <a:pt x="39663" y="172847"/>
                  </a:moveTo>
                  <a:lnTo>
                    <a:pt x="25400" y="172847"/>
                  </a:lnTo>
                  <a:lnTo>
                    <a:pt x="23113" y="178942"/>
                  </a:lnTo>
                  <a:lnTo>
                    <a:pt x="42163" y="178942"/>
                  </a:lnTo>
                  <a:lnTo>
                    <a:pt x="41305" y="175767"/>
                  </a:lnTo>
                  <a:lnTo>
                    <a:pt x="41006" y="175260"/>
                  </a:lnTo>
                  <a:lnTo>
                    <a:pt x="39623" y="173481"/>
                  </a:lnTo>
                  <a:lnTo>
                    <a:pt x="39856" y="173481"/>
                  </a:lnTo>
                  <a:lnTo>
                    <a:pt x="39663" y="172847"/>
                  </a:lnTo>
                  <a:close/>
                </a:path>
                <a:path w="45720" h="196215">
                  <a:moveTo>
                    <a:pt x="41243" y="175260"/>
                  </a:moveTo>
                  <a:lnTo>
                    <a:pt x="41097" y="175260"/>
                  </a:lnTo>
                  <a:lnTo>
                    <a:pt x="41305" y="175767"/>
                  </a:lnTo>
                  <a:lnTo>
                    <a:pt x="42163" y="178942"/>
                  </a:lnTo>
                  <a:lnTo>
                    <a:pt x="42163" y="176625"/>
                  </a:lnTo>
                  <a:lnTo>
                    <a:pt x="42306" y="176625"/>
                  </a:lnTo>
                  <a:lnTo>
                    <a:pt x="41243" y="175260"/>
                  </a:lnTo>
                  <a:close/>
                </a:path>
                <a:path w="45720" h="196215">
                  <a:moveTo>
                    <a:pt x="42306" y="176625"/>
                  </a:moveTo>
                  <a:lnTo>
                    <a:pt x="42163" y="176625"/>
                  </a:lnTo>
                  <a:lnTo>
                    <a:pt x="42163" y="178942"/>
                  </a:lnTo>
                  <a:lnTo>
                    <a:pt x="43647" y="178942"/>
                  </a:lnTo>
                  <a:lnTo>
                    <a:pt x="42306" y="176625"/>
                  </a:lnTo>
                  <a:close/>
                </a:path>
                <a:path w="45720" h="196215">
                  <a:moveTo>
                    <a:pt x="40893" y="174243"/>
                  </a:moveTo>
                  <a:lnTo>
                    <a:pt x="41031" y="174751"/>
                  </a:lnTo>
                  <a:lnTo>
                    <a:pt x="41243" y="175260"/>
                  </a:lnTo>
                  <a:lnTo>
                    <a:pt x="42306" y="176625"/>
                  </a:lnTo>
                  <a:lnTo>
                    <a:pt x="41838" y="175767"/>
                  </a:lnTo>
                  <a:lnTo>
                    <a:pt x="40893" y="174243"/>
                  </a:lnTo>
                  <a:close/>
                </a:path>
                <a:path w="45720" h="196215">
                  <a:moveTo>
                    <a:pt x="42163" y="174243"/>
                  </a:moveTo>
                  <a:lnTo>
                    <a:pt x="40893" y="174243"/>
                  </a:lnTo>
                  <a:lnTo>
                    <a:pt x="42369" y="176625"/>
                  </a:lnTo>
                  <a:lnTo>
                    <a:pt x="42163" y="176625"/>
                  </a:lnTo>
                  <a:lnTo>
                    <a:pt x="42163" y="174243"/>
                  </a:lnTo>
                  <a:close/>
                </a:path>
                <a:path w="45720" h="196215">
                  <a:moveTo>
                    <a:pt x="39623" y="173481"/>
                  </a:moveTo>
                  <a:lnTo>
                    <a:pt x="41401" y="175767"/>
                  </a:lnTo>
                  <a:lnTo>
                    <a:pt x="41168" y="175260"/>
                  </a:lnTo>
                  <a:lnTo>
                    <a:pt x="40792" y="174751"/>
                  </a:lnTo>
                  <a:lnTo>
                    <a:pt x="40476" y="174243"/>
                  </a:lnTo>
                  <a:lnTo>
                    <a:pt x="39623" y="173481"/>
                  </a:lnTo>
                  <a:close/>
                </a:path>
                <a:path w="45720" h="196215">
                  <a:moveTo>
                    <a:pt x="37845" y="167259"/>
                  </a:moveTo>
                  <a:lnTo>
                    <a:pt x="27431" y="167259"/>
                  </a:lnTo>
                  <a:lnTo>
                    <a:pt x="23113" y="171576"/>
                  </a:lnTo>
                  <a:lnTo>
                    <a:pt x="23113" y="175260"/>
                  </a:lnTo>
                  <a:lnTo>
                    <a:pt x="23695" y="174751"/>
                  </a:lnTo>
                  <a:lnTo>
                    <a:pt x="25400" y="172847"/>
                  </a:lnTo>
                  <a:lnTo>
                    <a:pt x="39663" y="172847"/>
                  </a:lnTo>
                  <a:lnTo>
                    <a:pt x="39354" y="171830"/>
                  </a:lnTo>
                  <a:lnTo>
                    <a:pt x="38978" y="170691"/>
                  </a:lnTo>
                  <a:lnTo>
                    <a:pt x="38734" y="169799"/>
                  </a:lnTo>
                  <a:lnTo>
                    <a:pt x="38380" y="167793"/>
                  </a:lnTo>
                  <a:lnTo>
                    <a:pt x="38229" y="167793"/>
                  </a:lnTo>
                  <a:lnTo>
                    <a:pt x="38212" y="167625"/>
                  </a:lnTo>
                  <a:lnTo>
                    <a:pt x="37845" y="167259"/>
                  </a:lnTo>
                  <a:close/>
                </a:path>
                <a:path w="45720" h="196215">
                  <a:moveTo>
                    <a:pt x="40821" y="174751"/>
                  </a:moveTo>
                  <a:lnTo>
                    <a:pt x="41097" y="175260"/>
                  </a:lnTo>
                  <a:lnTo>
                    <a:pt x="41256" y="175260"/>
                  </a:lnTo>
                  <a:lnTo>
                    <a:pt x="40821" y="174751"/>
                  </a:lnTo>
                  <a:close/>
                </a:path>
                <a:path w="45720" h="196215">
                  <a:moveTo>
                    <a:pt x="39856" y="173481"/>
                  </a:moveTo>
                  <a:lnTo>
                    <a:pt x="39623" y="173481"/>
                  </a:lnTo>
                  <a:lnTo>
                    <a:pt x="40385" y="174243"/>
                  </a:lnTo>
                  <a:lnTo>
                    <a:pt x="41256" y="175260"/>
                  </a:lnTo>
                  <a:lnTo>
                    <a:pt x="41031" y="174751"/>
                  </a:lnTo>
                  <a:lnTo>
                    <a:pt x="40893" y="174243"/>
                  </a:lnTo>
                  <a:lnTo>
                    <a:pt x="40089" y="174243"/>
                  </a:lnTo>
                  <a:lnTo>
                    <a:pt x="39856" y="173481"/>
                  </a:lnTo>
                  <a:close/>
                </a:path>
                <a:path w="45720" h="196215">
                  <a:moveTo>
                    <a:pt x="39964" y="173481"/>
                  </a:moveTo>
                  <a:lnTo>
                    <a:pt x="40089" y="174243"/>
                  </a:lnTo>
                  <a:lnTo>
                    <a:pt x="40274" y="174243"/>
                  </a:lnTo>
                  <a:lnTo>
                    <a:pt x="39964" y="173481"/>
                  </a:lnTo>
                  <a:close/>
                </a:path>
                <a:path w="45720" h="196215">
                  <a:moveTo>
                    <a:pt x="40041" y="173481"/>
                  </a:moveTo>
                  <a:lnTo>
                    <a:pt x="40274" y="174243"/>
                  </a:lnTo>
                  <a:lnTo>
                    <a:pt x="40476" y="174243"/>
                  </a:lnTo>
                  <a:lnTo>
                    <a:pt x="40041" y="173481"/>
                  </a:lnTo>
                  <a:close/>
                </a:path>
                <a:path w="45720" h="196215">
                  <a:moveTo>
                    <a:pt x="38380" y="167793"/>
                  </a:moveTo>
                  <a:lnTo>
                    <a:pt x="38978" y="170561"/>
                  </a:lnTo>
                  <a:lnTo>
                    <a:pt x="39534" y="172424"/>
                  </a:lnTo>
                  <a:lnTo>
                    <a:pt x="40498" y="174243"/>
                  </a:lnTo>
                  <a:lnTo>
                    <a:pt x="42163" y="174243"/>
                  </a:lnTo>
                  <a:lnTo>
                    <a:pt x="42163" y="171576"/>
                  </a:lnTo>
                  <a:lnTo>
                    <a:pt x="38380" y="167793"/>
                  </a:lnTo>
                  <a:close/>
                </a:path>
                <a:path w="45720" h="196215">
                  <a:moveTo>
                    <a:pt x="39758" y="172847"/>
                  </a:moveTo>
                  <a:lnTo>
                    <a:pt x="39964" y="173481"/>
                  </a:lnTo>
                  <a:lnTo>
                    <a:pt x="40094" y="173481"/>
                  </a:lnTo>
                  <a:lnTo>
                    <a:pt x="39758" y="172847"/>
                  </a:lnTo>
                  <a:close/>
                </a:path>
                <a:path w="45720" h="196215">
                  <a:moveTo>
                    <a:pt x="38212" y="167625"/>
                  </a:moveTo>
                  <a:lnTo>
                    <a:pt x="38229" y="167793"/>
                  </a:lnTo>
                  <a:lnTo>
                    <a:pt x="38380" y="167793"/>
                  </a:lnTo>
                  <a:lnTo>
                    <a:pt x="38212" y="167625"/>
                  </a:lnTo>
                  <a:close/>
                </a:path>
                <a:path w="45720" h="196215">
                  <a:moveTo>
                    <a:pt x="38264" y="167259"/>
                  </a:moveTo>
                  <a:lnTo>
                    <a:pt x="38212" y="167625"/>
                  </a:lnTo>
                  <a:lnTo>
                    <a:pt x="38380" y="167793"/>
                  </a:lnTo>
                  <a:lnTo>
                    <a:pt x="38264" y="167259"/>
                  </a:lnTo>
                  <a:close/>
                </a:path>
                <a:path w="45720" h="196215">
                  <a:moveTo>
                    <a:pt x="38174" y="167259"/>
                  </a:moveTo>
                  <a:lnTo>
                    <a:pt x="37845" y="167259"/>
                  </a:lnTo>
                  <a:lnTo>
                    <a:pt x="38212" y="167625"/>
                  </a:lnTo>
                  <a:lnTo>
                    <a:pt x="38174" y="167259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15683" y="2009140"/>
              <a:ext cx="413004" cy="17398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62375" y="138175"/>
              <a:ext cx="466725" cy="180975"/>
            </a:xfrm>
            <a:custGeom>
              <a:avLst/>
              <a:gdLst/>
              <a:ahLst/>
              <a:cxnLst/>
              <a:rect l="l" t="t" r="r" b="b"/>
              <a:pathLst>
                <a:path w="466725" h="180975">
                  <a:moveTo>
                    <a:pt x="46672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466725" y="180975"/>
                  </a:lnTo>
                  <a:lnTo>
                    <a:pt x="466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62375" y="138175"/>
              <a:ext cx="466725" cy="180975"/>
            </a:xfrm>
            <a:custGeom>
              <a:avLst/>
              <a:gdLst/>
              <a:ahLst/>
              <a:cxnLst/>
              <a:rect l="l" t="t" r="r" b="b"/>
              <a:pathLst>
                <a:path w="466725" h="180975">
                  <a:moveTo>
                    <a:pt x="0" y="180975"/>
                  </a:moveTo>
                  <a:lnTo>
                    <a:pt x="466725" y="180975"/>
                  </a:lnTo>
                  <a:lnTo>
                    <a:pt x="466725" y="0"/>
                  </a:lnTo>
                  <a:lnTo>
                    <a:pt x="0" y="0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62725" y="4825"/>
              <a:ext cx="457200" cy="171450"/>
            </a:xfrm>
            <a:custGeom>
              <a:avLst/>
              <a:gdLst/>
              <a:ahLst/>
              <a:cxnLst/>
              <a:rect l="l" t="t" r="r" b="b"/>
              <a:pathLst>
                <a:path w="457200" h="171450">
                  <a:moveTo>
                    <a:pt x="45720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457200" y="17145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62725" y="4825"/>
              <a:ext cx="457200" cy="171450"/>
            </a:xfrm>
            <a:custGeom>
              <a:avLst/>
              <a:gdLst/>
              <a:ahLst/>
              <a:cxnLst/>
              <a:rect l="l" t="t" r="r" b="b"/>
              <a:pathLst>
                <a:path w="457200" h="171450">
                  <a:moveTo>
                    <a:pt x="0" y="171450"/>
                  </a:moveTo>
                  <a:lnTo>
                    <a:pt x="457200" y="17145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05550" y="1047686"/>
              <a:ext cx="223837" cy="22383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5024" y="1381061"/>
              <a:ext cx="223837" cy="2238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5898" y="883284"/>
              <a:ext cx="681101" cy="1828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60641" y="985520"/>
              <a:ext cx="895096" cy="2616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29905" y="836897"/>
              <a:ext cx="1029843" cy="23041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933950" y="161924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26574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2657475" y="180975"/>
                  </a:lnTo>
                  <a:lnTo>
                    <a:pt x="2657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83860" y="147002"/>
            <a:ext cx="26174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click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within</a:t>
            </a:r>
            <a:r>
              <a:rPr sz="1200" spc="-10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this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plot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to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add </a:t>
            </a:r>
            <a:r>
              <a:rPr sz="1200" spc="-10" dirty="0">
                <a:latin typeface="Verdana"/>
                <a:cs typeface="Verdana"/>
              </a:rPr>
              <a:t>points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47825" y="352425"/>
            <a:ext cx="190500" cy="1990725"/>
          </a:xfrm>
          <a:custGeom>
            <a:avLst/>
            <a:gdLst/>
            <a:ahLst/>
            <a:cxnLst/>
            <a:rect l="l" t="t" r="r" b="b"/>
            <a:pathLst>
              <a:path w="190500" h="1990725">
                <a:moveTo>
                  <a:pt x="190500" y="0"/>
                </a:moveTo>
                <a:lnTo>
                  <a:pt x="0" y="0"/>
                </a:lnTo>
                <a:lnTo>
                  <a:pt x="0" y="1990725"/>
                </a:lnTo>
                <a:lnTo>
                  <a:pt x="190500" y="1990725"/>
                </a:lnTo>
                <a:lnTo>
                  <a:pt x="190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352169" y="1106106"/>
            <a:ext cx="486409" cy="3276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latin typeface="Verdana"/>
                <a:cs typeface="Verdana"/>
              </a:rPr>
              <a:t>pric</a:t>
            </a:r>
            <a:r>
              <a:rPr sz="950" spc="-24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5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2752725" y="2387600"/>
          <a:ext cx="3067049" cy="382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7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435"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50" dirty="0">
                          <a:latin typeface="Verdana"/>
                          <a:cs typeface="Verdana"/>
                        </a:rPr>
                        <a:t>size</a:t>
                      </a:r>
                      <a:r>
                        <a:rPr sz="95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950" spc="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10" dirty="0">
                          <a:latin typeface="Verdana"/>
                          <a:cs typeface="Verdana"/>
                        </a:rPr>
                        <a:t>feet</a:t>
                      </a:r>
                      <a:r>
                        <a:rPr sz="975" spc="-15" baseline="25641" dirty="0">
                          <a:latin typeface="Cambria Math"/>
                          <a:cs typeface="Cambria Math"/>
                        </a:rPr>
                        <a:t>2</a:t>
                      </a:r>
                      <a:endParaRPr sz="975" baseline="25641">
                        <a:latin typeface="Cambria Math"/>
                        <a:cs typeface="Cambria Math"/>
                      </a:endParaRPr>
                    </a:p>
                  </a:txBody>
                  <a:tcPr marL="0" marR="0" marT="1587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445">
                        <a:lnSpc>
                          <a:spcPts val="1330"/>
                        </a:lnSpc>
                        <a:spcBef>
                          <a:spcPts val="180"/>
                        </a:spcBef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you</a:t>
                      </a:r>
                      <a:r>
                        <a:rPr sz="1200" spc="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200" spc="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rotate</a:t>
                      </a:r>
                      <a:r>
                        <a:rPr sz="12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this</a:t>
                      </a:r>
                      <a:r>
                        <a:rPr sz="12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figure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061085" marR="5080" indent="-619760">
              <a:lnSpc>
                <a:spcPts val="5710"/>
              </a:lnSpc>
              <a:spcBef>
                <a:spcPts val="259"/>
              </a:spcBef>
            </a:pPr>
            <a:r>
              <a:rPr sz="4800" dirty="0">
                <a:solidFill>
                  <a:srgbClr val="0070EA"/>
                </a:solidFill>
              </a:rPr>
              <a:t>Training</a:t>
            </a:r>
            <a:r>
              <a:rPr sz="4800" spc="-9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Linear Regression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376745" rIns="0" bIns="0" rtlCol="0">
            <a:spAutoFit/>
          </a:bodyPr>
          <a:lstStyle/>
          <a:p>
            <a:pPr marL="593725">
              <a:lnSpc>
                <a:spcPct val="100000"/>
              </a:lnSpc>
              <a:spcBef>
                <a:spcPts val="130"/>
              </a:spcBef>
            </a:pPr>
            <a:r>
              <a:rPr sz="3950" dirty="0">
                <a:latin typeface="Verdana"/>
                <a:cs typeface="Verdana"/>
              </a:rPr>
              <a:t>Gradient</a:t>
            </a:r>
            <a:r>
              <a:rPr sz="3950" spc="45" dirty="0">
                <a:latin typeface="Verdana"/>
                <a:cs typeface="Verdana"/>
              </a:rPr>
              <a:t> </a:t>
            </a:r>
            <a:r>
              <a:rPr sz="3950" spc="-10" dirty="0">
                <a:latin typeface="Verdana"/>
                <a:cs typeface="Verdana"/>
              </a:rPr>
              <a:t>Descent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2152" y="648080"/>
            <a:ext cx="306641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Verdana"/>
                <a:cs typeface="Verdana"/>
              </a:rPr>
              <a:t>Have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some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function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57217" y="714883"/>
            <a:ext cx="720725" cy="282575"/>
          </a:xfrm>
          <a:custGeom>
            <a:avLst/>
            <a:gdLst/>
            <a:ahLst/>
            <a:cxnLst/>
            <a:rect l="l" t="t" r="r" b="b"/>
            <a:pathLst>
              <a:path w="720725" h="282575">
                <a:moveTo>
                  <a:pt x="630555" y="0"/>
                </a:moveTo>
                <a:lnTo>
                  <a:pt x="626618" y="11429"/>
                </a:lnTo>
                <a:lnTo>
                  <a:pt x="642925" y="18504"/>
                </a:lnTo>
                <a:lnTo>
                  <a:pt x="656971" y="28305"/>
                </a:lnTo>
                <a:lnTo>
                  <a:pt x="685494" y="73852"/>
                </a:lnTo>
                <a:lnTo>
                  <a:pt x="693749" y="115339"/>
                </a:lnTo>
                <a:lnTo>
                  <a:pt x="694817" y="139700"/>
                </a:lnTo>
                <a:lnTo>
                  <a:pt x="693771" y="164580"/>
                </a:lnTo>
                <a:lnTo>
                  <a:pt x="685440" y="207529"/>
                </a:lnTo>
                <a:lnTo>
                  <a:pt x="657018" y="253730"/>
                </a:lnTo>
                <a:lnTo>
                  <a:pt x="626999" y="270763"/>
                </a:lnTo>
                <a:lnTo>
                  <a:pt x="630555" y="282320"/>
                </a:lnTo>
                <a:lnTo>
                  <a:pt x="669051" y="264191"/>
                </a:lnTo>
                <a:lnTo>
                  <a:pt x="697357" y="232917"/>
                </a:lnTo>
                <a:lnTo>
                  <a:pt x="714787" y="191023"/>
                </a:lnTo>
                <a:lnTo>
                  <a:pt x="720598" y="141224"/>
                </a:lnTo>
                <a:lnTo>
                  <a:pt x="719161" y="115623"/>
                </a:lnTo>
                <a:lnTo>
                  <a:pt x="707524" y="69429"/>
                </a:lnTo>
                <a:lnTo>
                  <a:pt x="684401" y="32093"/>
                </a:lnTo>
                <a:lnTo>
                  <a:pt x="651011" y="7379"/>
                </a:lnTo>
                <a:lnTo>
                  <a:pt x="630555" y="0"/>
                </a:lnTo>
                <a:close/>
              </a:path>
              <a:path w="72072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845" y="141224"/>
                </a:lnTo>
                <a:lnTo>
                  <a:pt x="25781" y="139700"/>
                </a:lnTo>
                <a:lnTo>
                  <a:pt x="29972" y="93678"/>
                </a:lnTo>
                <a:lnTo>
                  <a:pt x="42545" y="56133"/>
                </a:lnTo>
                <a:lnTo>
                  <a:pt x="77799" y="18504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997959" y="622935"/>
            <a:ext cx="79121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0350" algn="l"/>
              </a:tabLst>
            </a:pPr>
            <a:r>
              <a:rPr sz="2400" spc="125" dirty="0">
                <a:latin typeface="Cambria Math"/>
                <a:cs typeface="Cambria Math"/>
              </a:rPr>
              <a:t>J</a:t>
            </a:r>
            <a:r>
              <a:rPr sz="2400" dirty="0">
                <a:latin typeface="Cambria Math"/>
                <a:cs typeface="Cambria Math"/>
              </a:rPr>
              <a:t>	w,</a:t>
            </a:r>
            <a:r>
              <a:rPr sz="2400" spc="-114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b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2152" y="1179449"/>
            <a:ext cx="82296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0" dirty="0">
                <a:latin typeface="Verdana"/>
                <a:cs typeface="Verdana"/>
              </a:rPr>
              <a:t>Want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2152" y="1942972"/>
            <a:ext cx="3626485" cy="97091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2359025" algn="ctr">
              <a:lnSpc>
                <a:spcPct val="100000"/>
              </a:lnSpc>
              <a:spcBef>
                <a:spcPts val="940"/>
              </a:spcBef>
            </a:pPr>
            <a:r>
              <a:rPr sz="2400" spc="-10" dirty="0">
                <a:latin typeface="Verdana"/>
                <a:cs typeface="Verdana"/>
              </a:rPr>
              <a:t>Outline:</a:t>
            </a:r>
            <a:endParaRPr sz="2400">
              <a:latin typeface="Verdana"/>
              <a:cs typeface="Verdana"/>
            </a:endParaRPr>
          </a:p>
          <a:p>
            <a:pPr marL="527685" algn="ctr">
              <a:lnSpc>
                <a:spcPct val="100000"/>
              </a:lnSpc>
              <a:spcBef>
                <a:spcPts val="840"/>
              </a:spcBef>
            </a:pPr>
            <a:r>
              <a:rPr sz="2400" dirty="0">
                <a:latin typeface="Verdana"/>
                <a:cs typeface="Verdana"/>
              </a:rPr>
              <a:t>Start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with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some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Cambria Math"/>
                <a:cs typeface="Cambria Math"/>
              </a:rPr>
              <a:t>w,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b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9260" y="1270761"/>
            <a:ext cx="738132" cy="35801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55139" y="1180528"/>
            <a:ext cx="1344295" cy="55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05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min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spc="175" dirty="0">
                <a:latin typeface="Cambria Math"/>
                <a:cs typeface="Cambria Math"/>
              </a:rPr>
              <a:t>J</a:t>
            </a:r>
            <a:r>
              <a:rPr sz="2400" spc="4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w,</a:t>
            </a:r>
            <a:r>
              <a:rPr sz="2400" spc="-114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b</a:t>
            </a:r>
            <a:endParaRPr sz="2400">
              <a:latin typeface="Cambria Math"/>
              <a:cs typeface="Cambria Math"/>
            </a:endParaRPr>
          </a:p>
          <a:p>
            <a:pPr marL="79375">
              <a:lnSpc>
                <a:spcPts val="1664"/>
              </a:lnSpc>
            </a:pPr>
            <a:r>
              <a:rPr sz="1700" spc="70" dirty="0">
                <a:latin typeface="Cambria Math"/>
                <a:cs typeface="Cambria Math"/>
              </a:rPr>
              <a:t>w,b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45885" y="3102864"/>
            <a:ext cx="711200" cy="282575"/>
          </a:xfrm>
          <a:custGeom>
            <a:avLst/>
            <a:gdLst/>
            <a:ahLst/>
            <a:cxnLst/>
            <a:rect l="l" t="t" r="r" b="b"/>
            <a:pathLst>
              <a:path w="711200" h="282575">
                <a:moveTo>
                  <a:pt x="621030" y="0"/>
                </a:moveTo>
                <a:lnTo>
                  <a:pt x="617092" y="11430"/>
                </a:lnTo>
                <a:lnTo>
                  <a:pt x="633400" y="18504"/>
                </a:lnTo>
                <a:lnTo>
                  <a:pt x="647445" y="28305"/>
                </a:lnTo>
                <a:lnTo>
                  <a:pt x="675969" y="73852"/>
                </a:lnTo>
                <a:lnTo>
                  <a:pt x="684224" y="115339"/>
                </a:lnTo>
                <a:lnTo>
                  <a:pt x="684264" y="115623"/>
                </a:lnTo>
                <a:lnTo>
                  <a:pt x="684246" y="164580"/>
                </a:lnTo>
                <a:lnTo>
                  <a:pt x="675915" y="207529"/>
                </a:lnTo>
                <a:lnTo>
                  <a:pt x="647493" y="253730"/>
                </a:lnTo>
                <a:lnTo>
                  <a:pt x="617473" y="270763"/>
                </a:lnTo>
                <a:lnTo>
                  <a:pt x="621030" y="282321"/>
                </a:lnTo>
                <a:lnTo>
                  <a:pt x="659526" y="264191"/>
                </a:lnTo>
                <a:lnTo>
                  <a:pt x="687832" y="232918"/>
                </a:lnTo>
                <a:lnTo>
                  <a:pt x="705262" y="191023"/>
                </a:lnTo>
                <a:lnTo>
                  <a:pt x="711072" y="141224"/>
                </a:lnTo>
                <a:lnTo>
                  <a:pt x="709636" y="115623"/>
                </a:lnTo>
                <a:lnTo>
                  <a:pt x="709620" y="115339"/>
                </a:lnTo>
                <a:lnTo>
                  <a:pt x="697999" y="69429"/>
                </a:lnTo>
                <a:lnTo>
                  <a:pt x="674876" y="32093"/>
                </a:lnTo>
                <a:lnTo>
                  <a:pt x="641486" y="7379"/>
                </a:lnTo>
                <a:lnTo>
                  <a:pt x="621030" y="0"/>
                </a:lnTo>
                <a:close/>
              </a:path>
              <a:path w="711200" h="282575">
                <a:moveTo>
                  <a:pt x="90042" y="0"/>
                </a:moveTo>
                <a:lnTo>
                  <a:pt x="51641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2" y="282321"/>
                </a:lnTo>
                <a:lnTo>
                  <a:pt x="93599" y="270763"/>
                </a:lnTo>
                <a:lnTo>
                  <a:pt x="77529" y="263646"/>
                </a:lnTo>
                <a:lnTo>
                  <a:pt x="63626" y="253730"/>
                </a:lnTo>
                <a:lnTo>
                  <a:pt x="35157" y="207529"/>
                </a:lnTo>
                <a:lnTo>
                  <a:pt x="26826" y="164580"/>
                </a:lnTo>
                <a:lnTo>
                  <a:pt x="25780" y="139700"/>
                </a:lnTo>
                <a:lnTo>
                  <a:pt x="26826" y="115623"/>
                </a:lnTo>
                <a:lnTo>
                  <a:pt x="35157" y="73852"/>
                </a:lnTo>
                <a:lnTo>
                  <a:pt x="63738" y="28305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33805" y="2889250"/>
            <a:ext cx="5692775" cy="101091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95"/>
              </a:spcBef>
              <a:tabLst>
                <a:tab pos="4815205" algn="l"/>
              </a:tabLst>
            </a:pPr>
            <a:r>
              <a:rPr sz="2400" dirty="0">
                <a:latin typeface="Verdana"/>
                <a:cs typeface="Verdana"/>
              </a:rPr>
              <a:t>Keep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changing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35" dirty="0">
                <a:latin typeface="Cambria Math"/>
                <a:cs typeface="Cambria Math"/>
              </a:rPr>
              <a:t>w,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b</a:t>
            </a:r>
            <a:r>
              <a:rPr sz="2400" spc="370" dirty="0">
                <a:latin typeface="Cambria Math"/>
                <a:cs typeface="Cambria Math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reduce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125" dirty="0">
                <a:latin typeface="Cambria Math"/>
                <a:cs typeface="Cambria Math"/>
              </a:rPr>
              <a:t>J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35" dirty="0">
                <a:latin typeface="Cambria Math"/>
                <a:cs typeface="Cambria Math"/>
              </a:rPr>
              <a:t>w,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b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latin typeface="Verdana"/>
                <a:cs typeface="Verdana"/>
              </a:rPr>
              <a:t>Until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settle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near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10" dirty="0">
                <a:latin typeface="Verdana"/>
                <a:cs typeface="Verdana"/>
              </a:rPr>
              <a:t>minimum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79164" y="908430"/>
            <a:ext cx="1019175" cy="205740"/>
            <a:chOff x="3979164" y="908430"/>
            <a:chExt cx="1019175" cy="2057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79164" y="1030985"/>
              <a:ext cx="1019175" cy="830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59325" y="9084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5">
                  <a:moveTo>
                    <a:pt x="6223" y="0"/>
                  </a:moveTo>
                  <a:lnTo>
                    <a:pt x="1777" y="0"/>
                  </a:lnTo>
                  <a:lnTo>
                    <a:pt x="0" y="1778"/>
                  </a:lnTo>
                  <a:lnTo>
                    <a:pt x="0" y="6096"/>
                  </a:lnTo>
                  <a:lnTo>
                    <a:pt x="1777" y="7874"/>
                  </a:lnTo>
                  <a:lnTo>
                    <a:pt x="6223" y="7874"/>
                  </a:lnTo>
                  <a:lnTo>
                    <a:pt x="7874" y="6096"/>
                  </a:lnTo>
                  <a:lnTo>
                    <a:pt x="7874" y="3937"/>
                  </a:lnTo>
                  <a:lnTo>
                    <a:pt x="7874" y="1778"/>
                  </a:lnTo>
                  <a:lnTo>
                    <a:pt x="6223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9551" y="1709547"/>
            <a:ext cx="1768348" cy="135889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3754501" y="2895345"/>
            <a:ext cx="789940" cy="60325"/>
          </a:xfrm>
          <a:custGeom>
            <a:avLst/>
            <a:gdLst/>
            <a:ahLst/>
            <a:cxnLst/>
            <a:rect l="l" t="t" r="r" b="b"/>
            <a:pathLst>
              <a:path w="789939" h="60325">
                <a:moveTo>
                  <a:pt x="32893" y="59562"/>
                </a:moveTo>
                <a:lnTo>
                  <a:pt x="0" y="59562"/>
                </a:lnTo>
                <a:lnTo>
                  <a:pt x="78232" y="59817"/>
                </a:lnTo>
                <a:lnTo>
                  <a:pt x="45339" y="59817"/>
                </a:lnTo>
                <a:lnTo>
                  <a:pt x="32893" y="59562"/>
                </a:lnTo>
                <a:close/>
              </a:path>
              <a:path w="789939" h="60325">
                <a:moveTo>
                  <a:pt x="87376" y="59562"/>
                </a:moveTo>
                <a:lnTo>
                  <a:pt x="32893" y="59562"/>
                </a:lnTo>
                <a:lnTo>
                  <a:pt x="45339" y="59817"/>
                </a:lnTo>
                <a:lnTo>
                  <a:pt x="78232" y="59817"/>
                </a:lnTo>
                <a:lnTo>
                  <a:pt x="87376" y="59562"/>
                </a:lnTo>
                <a:close/>
              </a:path>
              <a:path w="789939" h="60325">
                <a:moveTo>
                  <a:pt x="763651" y="21843"/>
                </a:moveTo>
                <a:lnTo>
                  <a:pt x="368115" y="21843"/>
                </a:lnTo>
                <a:lnTo>
                  <a:pt x="347853" y="22987"/>
                </a:lnTo>
                <a:lnTo>
                  <a:pt x="347472" y="23114"/>
                </a:lnTo>
                <a:lnTo>
                  <a:pt x="318796" y="25709"/>
                </a:lnTo>
                <a:lnTo>
                  <a:pt x="295201" y="27475"/>
                </a:lnTo>
                <a:lnTo>
                  <a:pt x="270714" y="28582"/>
                </a:lnTo>
                <a:lnTo>
                  <a:pt x="242062" y="29337"/>
                </a:lnTo>
                <a:lnTo>
                  <a:pt x="246507" y="29337"/>
                </a:lnTo>
                <a:lnTo>
                  <a:pt x="223393" y="31115"/>
                </a:lnTo>
                <a:lnTo>
                  <a:pt x="199910" y="33332"/>
                </a:lnTo>
                <a:lnTo>
                  <a:pt x="176628" y="34543"/>
                </a:lnTo>
                <a:lnTo>
                  <a:pt x="175662" y="34543"/>
                </a:lnTo>
                <a:lnTo>
                  <a:pt x="139192" y="35941"/>
                </a:lnTo>
                <a:lnTo>
                  <a:pt x="138938" y="35941"/>
                </a:lnTo>
                <a:lnTo>
                  <a:pt x="122428" y="37084"/>
                </a:lnTo>
                <a:lnTo>
                  <a:pt x="121920" y="37084"/>
                </a:lnTo>
                <a:lnTo>
                  <a:pt x="105049" y="39076"/>
                </a:lnTo>
                <a:lnTo>
                  <a:pt x="91430" y="40448"/>
                </a:lnTo>
                <a:lnTo>
                  <a:pt x="89196" y="40448"/>
                </a:lnTo>
                <a:lnTo>
                  <a:pt x="73152" y="40893"/>
                </a:lnTo>
                <a:lnTo>
                  <a:pt x="4318" y="41275"/>
                </a:lnTo>
                <a:lnTo>
                  <a:pt x="21209" y="41275"/>
                </a:lnTo>
                <a:lnTo>
                  <a:pt x="15494" y="41656"/>
                </a:lnTo>
                <a:lnTo>
                  <a:pt x="10922" y="42037"/>
                </a:lnTo>
                <a:lnTo>
                  <a:pt x="7493" y="45720"/>
                </a:lnTo>
                <a:lnTo>
                  <a:pt x="7493" y="54864"/>
                </a:lnTo>
                <a:lnTo>
                  <a:pt x="10922" y="58674"/>
                </a:lnTo>
                <a:lnTo>
                  <a:pt x="15494" y="58928"/>
                </a:lnTo>
                <a:lnTo>
                  <a:pt x="22637" y="59562"/>
                </a:lnTo>
                <a:lnTo>
                  <a:pt x="91209" y="59562"/>
                </a:lnTo>
                <a:lnTo>
                  <a:pt x="107696" y="58039"/>
                </a:lnTo>
                <a:lnTo>
                  <a:pt x="123156" y="56361"/>
                </a:lnTo>
                <a:lnTo>
                  <a:pt x="122786" y="56361"/>
                </a:lnTo>
                <a:lnTo>
                  <a:pt x="135498" y="55546"/>
                </a:lnTo>
                <a:lnTo>
                  <a:pt x="135834" y="55546"/>
                </a:lnTo>
                <a:lnTo>
                  <a:pt x="138593" y="55361"/>
                </a:lnTo>
                <a:lnTo>
                  <a:pt x="137007" y="55361"/>
                </a:lnTo>
                <a:lnTo>
                  <a:pt x="179832" y="53975"/>
                </a:lnTo>
                <a:lnTo>
                  <a:pt x="202057" y="52959"/>
                </a:lnTo>
                <a:lnTo>
                  <a:pt x="202438" y="52959"/>
                </a:lnTo>
                <a:lnTo>
                  <a:pt x="224919" y="50823"/>
                </a:lnTo>
                <a:lnTo>
                  <a:pt x="224606" y="50823"/>
                </a:lnTo>
                <a:lnTo>
                  <a:pt x="247522" y="49060"/>
                </a:lnTo>
                <a:lnTo>
                  <a:pt x="246046" y="49060"/>
                </a:lnTo>
                <a:lnTo>
                  <a:pt x="271653" y="48387"/>
                </a:lnTo>
                <a:lnTo>
                  <a:pt x="296926" y="47243"/>
                </a:lnTo>
                <a:lnTo>
                  <a:pt x="297307" y="47243"/>
                </a:lnTo>
                <a:lnTo>
                  <a:pt x="321056" y="45466"/>
                </a:lnTo>
                <a:lnTo>
                  <a:pt x="348997" y="43074"/>
                </a:lnTo>
                <a:lnTo>
                  <a:pt x="348613" y="43074"/>
                </a:lnTo>
                <a:lnTo>
                  <a:pt x="373761" y="41656"/>
                </a:lnTo>
                <a:lnTo>
                  <a:pt x="399924" y="39895"/>
                </a:lnTo>
                <a:lnTo>
                  <a:pt x="399465" y="39895"/>
                </a:lnTo>
                <a:lnTo>
                  <a:pt x="427228" y="38862"/>
                </a:lnTo>
                <a:lnTo>
                  <a:pt x="427736" y="38862"/>
                </a:lnTo>
                <a:lnTo>
                  <a:pt x="455297" y="36345"/>
                </a:lnTo>
                <a:lnTo>
                  <a:pt x="454931" y="36345"/>
                </a:lnTo>
                <a:lnTo>
                  <a:pt x="483362" y="34543"/>
                </a:lnTo>
                <a:lnTo>
                  <a:pt x="510794" y="32512"/>
                </a:lnTo>
                <a:lnTo>
                  <a:pt x="511048" y="32512"/>
                </a:lnTo>
                <a:lnTo>
                  <a:pt x="537337" y="30099"/>
                </a:lnTo>
                <a:lnTo>
                  <a:pt x="536448" y="30099"/>
                </a:lnTo>
                <a:lnTo>
                  <a:pt x="563753" y="29845"/>
                </a:lnTo>
                <a:lnTo>
                  <a:pt x="588137" y="28067"/>
                </a:lnTo>
                <a:lnTo>
                  <a:pt x="611759" y="26797"/>
                </a:lnTo>
                <a:lnTo>
                  <a:pt x="610244" y="26797"/>
                </a:lnTo>
                <a:lnTo>
                  <a:pt x="634620" y="25046"/>
                </a:lnTo>
                <a:lnTo>
                  <a:pt x="633742" y="25046"/>
                </a:lnTo>
                <a:lnTo>
                  <a:pt x="655066" y="24384"/>
                </a:lnTo>
                <a:lnTo>
                  <a:pt x="655701" y="24384"/>
                </a:lnTo>
                <a:lnTo>
                  <a:pt x="674627" y="22775"/>
                </a:lnTo>
                <a:lnTo>
                  <a:pt x="673406" y="22775"/>
                </a:lnTo>
                <a:lnTo>
                  <a:pt x="692658" y="22098"/>
                </a:lnTo>
                <a:lnTo>
                  <a:pt x="747649" y="22098"/>
                </a:lnTo>
                <a:lnTo>
                  <a:pt x="763651" y="21843"/>
                </a:lnTo>
                <a:close/>
              </a:path>
              <a:path w="789939" h="60325">
                <a:moveTo>
                  <a:pt x="124085" y="56361"/>
                </a:moveTo>
                <a:lnTo>
                  <a:pt x="123248" y="56361"/>
                </a:lnTo>
                <a:lnTo>
                  <a:pt x="121518" y="56538"/>
                </a:lnTo>
                <a:lnTo>
                  <a:pt x="124085" y="56361"/>
                </a:lnTo>
                <a:close/>
              </a:path>
              <a:path w="789939" h="60325">
                <a:moveTo>
                  <a:pt x="140212" y="55361"/>
                </a:moveTo>
                <a:lnTo>
                  <a:pt x="138520" y="55361"/>
                </a:lnTo>
                <a:lnTo>
                  <a:pt x="135849" y="55546"/>
                </a:lnTo>
                <a:lnTo>
                  <a:pt x="135498" y="55546"/>
                </a:lnTo>
                <a:lnTo>
                  <a:pt x="140212" y="55361"/>
                </a:lnTo>
                <a:close/>
              </a:path>
              <a:path w="789939" h="60325">
                <a:moveTo>
                  <a:pt x="769620" y="889"/>
                </a:moveTo>
                <a:lnTo>
                  <a:pt x="673100" y="889"/>
                </a:lnTo>
                <a:lnTo>
                  <a:pt x="652373" y="2921"/>
                </a:lnTo>
                <a:lnTo>
                  <a:pt x="650896" y="2921"/>
                </a:lnTo>
                <a:lnTo>
                  <a:pt x="633857" y="3556"/>
                </a:lnTo>
                <a:lnTo>
                  <a:pt x="633349" y="3556"/>
                </a:lnTo>
                <a:lnTo>
                  <a:pt x="608829" y="5587"/>
                </a:lnTo>
                <a:lnTo>
                  <a:pt x="608393" y="5587"/>
                </a:lnTo>
                <a:lnTo>
                  <a:pt x="584771" y="7112"/>
                </a:lnTo>
                <a:lnTo>
                  <a:pt x="585097" y="7112"/>
                </a:lnTo>
                <a:lnTo>
                  <a:pt x="561957" y="8901"/>
                </a:lnTo>
                <a:lnTo>
                  <a:pt x="527346" y="9398"/>
                </a:lnTo>
                <a:lnTo>
                  <a:pt x="535305" y="9398"/>
                </a:lnTo>
                <a:lnTo>
                  <a:pt x="508191" y="12017"/>
                </a:lnTo>
                <a:lnTo>
                  <a:pt x="481838" y="14224"/>
                </a:lnTo>
                <a:lnTo>
                  <a:pt x="451902" y="16129"/>
                </a:lnTo>
                <a:lnTo>
                  <a:pt x="452325" y="16129"/>
                </a:lnTo>
                <a:lnTo>
                  <a:pt x="426321" y="18633"/>
                </a:lnTo>
                <a:lnTo>
                  <a:pt x="399161" y="19685"/>
                </a:lnTo>
                <a:lnTo>
                  <a:pt x="398780" y="19685"/>
                </a:lnTo>
                <a:lnTo>
                  <a:pt x="368985" y="21843"/>
                </a:lnTo>
                <a:lnTo>
                  <a:pt x="763111" y="21843"/>
                </a:lnTo>
                <a:lnTo>
                  <a:pt x="770255" y="21209"/>
                </a:lnTo>
                <a:lnTo>
                  <a:pt x="769620" y="21209"/>
                </a:lnTo>
                <a:lnTo>
                  <a:pt x="775081" y="20955"/>
                </a:lnTo>
                <a:lnTo>
                  <a:pt x="775970" y="20955"/>
                </a:lnTo>
                <a:lnTo>
                  <a:pt x="779145" y="20574"/>
                </a:lnTo>
                <a:lnTo>
                  <a:pt x="778552" y="20574"/>
                </a:lnTo>
                <a:lnTo>
                  <a:pt x="781092" y="20193"/>
                </a:lnTo>
                <a:lnTo>
                  <a:pt x="747268" y="20193"/>
                </a:lnTo>
                <a:lnTo>
                  <a:pt x="743204" y="16129"/>
                </a:lnTo>
                <a:lnTo>
                  <a:pt x="743204" y="6096"/>
                </a:lnTo>
                <a:lnTo>
                  <a:pt x="747268" y="1905"/>
                </a:lnTo>
                <a:lnTo>
                  <a:pt x="781939" y="1905"/>
                </a:lnTo>
                <a:lnTo>
                  <a:pt x="779399" y="1651"/>
                </a:lnTo>
                <a:lnTo>
                  <a:pt x="779145" y="1651"/>
                </a:lnTo>
                <a:lnTo>
                  <a:pt x="775970" y="1143"/>
                </a:lnTo>
                <a:lnTo>
                  <a:pt x="775081" y="1143"/>
                </a:lnTo>
                <a:lnTo>
                  <a:pt x="769620" y="889"/>
                </a:lnTo>
                <a:close/>
              </a:path>
              <a:path w="789939" h="60325">
                <a:moveTo>
                  <a:pt x="781267" y="1905"/>
                </a:moveTo>
                <a:lnTo>
                  <a:pt x="747268" y="1905"/>
                </a:lnTo>
                <a:lnTo>
                  <a:pt x="743204" y="6096"/>
                </a:lnTo>
                <a:lnTo>
                  <a:pt x="743204" y="16129"/>
                </a:lnTo>
                <a:lnTo>
                  <a:pt x="747268" y="20193"/>
                </a:lnTo>
                <a:lnTo>
                  <a:pt x="781155" y="20193"/>
                </a:lnTo>
                <a:lnTo>
                  <a:pt x="785918" y="19440"/>
                </a:lnTo>
                <a:lnTo>
                  <a:pt x="788079" y="17418"/>
                </a:lnTo>
                <a:lnTo>
                  <a:pt x="789065" y="16129"/>
                </a:lnTo>
                <a:lnTo>
                  <a:pt x="789415" y="12017"/>
                </a:lnTo>
                <a:lnTo>
                  <a:pt x="789319" y="8901"/>
                </a:lnTo>
                <a:lnTo>
                  <a:pt x="786200" y="2921"/>
                </a:lnTo>
                <a:lnTo>
                  <a:pt x="786638" y="2921"/>
                </a:lnTo>
                <a:lnTo>
                  <a:pt x="781267" y="1905"/>
                </a:lnTo>
                <a:close/>
              </a:path>
              <a:path w="789939" h="60325">
                <a:moveTo>
                  <a:pt x="785918" y="19440"/>
                </a:moveTo>
                <a:lnTo>
                  <a:pt x="781155" y="20193"/>
                </a:lnTo>
                <a:lnTo>
                  <a:pt x="785114" y="20193"/>
                </a:lnTo>
                <a:lnTo>
                  <a:pt x="785918" y="19440"/>
                </a:lnTo>
                <a:close/>
              </a:path>
              <a:path w="789939" h="60325">
                <a:moveTo>
                  <a:pt x="788079" y="17418"/>
                </a:moveTo>
                <a:lnTo>
                  <a:pt x="785918" y="19440"/>
                </a:lnTo>
                <a:lnTo>
                  <a:pt x="786638" y="19304"/>
                </a:lnTo>
                <a:lnTo>
                  <a:pt x="788079" y="17418"/>
                </a:lnTo>
                <a:close/>
              </a:path>
              <a:path w="789939" h="60325">
                <a:moveTo>
                  <a:pt x="789081" y="16129"/>
                </a:moveTo>
                <a:lnTo>
                  <a:pt x="788079" y="17418"/>
                </a:lnTo>
                <a:lnTo>
                  <a:pt x="789051" y="16510"/>
                </a:lnTo>
                <a:lnTo>
                  <a:pt x="789081" y="16129"/>
                </a:lnTo>
                <a:close/>
              </a:path>
              <a:path w="789939" h="60325">
                <a:moveTo>
                  <a:pt x="789514" y="11049"/>
                </a:moveTo>
                <a:lnTo>
                  <a:pt x="789415" y="12017"/>
                </a:lnTo>
                <a:lnTo>
                  <a:pt x="789236" y="14224"/>
                </a:lnTo>
                <a:lnTo>
                  <a:pt x="789174" y="14986"/>
                </a:lnTo>
                <a:lnTo>
                  <a:pt x="789081" y="16129"/>
                </a:lnTo>
                <a:lnTo>
                  <a:pt x="789940" y="14986"/>
                </a:lnTo>
                <a:lnTo>
                  <a:pt x="789619" y="12017"/>
                </a:lnTo>
                <a:lnTo>
                  <a:pt x="789514" y="11049"/>
                </a:lnTo>
                <a:close/>
              </a:path>
              <a:path w="789939" h="60325">
                <a:moveTo>
                  <a:pt x="789139" y="6096"/>
                </a:moveTo>
                <a:lnTo>
                  <a:pt x="789174" y="7112"/>
                </a:lnTo>
                <a:lnTo>
                  <a:pt x="789319" y="8901"/>
                </a:lnTo>
                <a:lnTo>
                  <a:pt x="789432" y="10287"/>
                </a:lnTo>
                <a:lnTo>
                  <a:pt x="789514" y="11049"/>
                </a:lnTo>
                <a:lnTo>
                  <a:pt x="789940" y="7112"/>
                </a:lnTo>
                <a:lnTo>
                  <a:pt x="789139" y="6096"/>
                </a:lnTo>
                <a:close/>
              </a:path>
              <a:path w="789939" h="60325">
                <a:moveTo>
                  <a:pt x="787865" y="4478"/>
                </a:moveTo>
                <a:lnTo>
                  <a:pt x="789139" y="6096"/>
                </a:lnTo>
                <a:lnTo>
                  <a:pt x="789051" y="5587"/>
                </a:lnTo>
                <a:lnTo>
                  <a:pt x="787865" y="4478"/>
                </a:lnTo>
                <a:close/>
              </a:path>
              <a:path w="789939" h="60325">
                <a:moveTo>
                  <a:pt x="786638" y="2921"/>
                </a:moveTo>
                <a:lnTo>
                  <a:pt x="786200" y="2921"/>
                </a:lnTo>
                <a:lnTo>
                  <a:pt x="787865" y="4478"/>
                </a:lnTo>
                <a:lnTo>
                  <a:pt x="786638" y="2921"/>
                </a:lnTo>
                <a:close/>
              </a:path>
              <a:path w="789939" h="60325">
                <a:moveTo>
                  <a:pt x="785114" y="1905"/>
                </a:moveTo>
                <a:lnTo>
                  <a:pt x="781267" y="1905"/>
                </a:lnTo>
                <a:lnTo>
                  <a:pt x="786638" y="2921"/>
                </a:lnTo>
                <a:lnTo>
                  <a:pt x="786200" y="2921"/>
                </a:lnTo>
                <a:lnTo>
                  <a:pt x="785114" y="1905"/>
                </a:lnTo>
                <a:close/>
              </a:path>
              <a:path w="789939" h="60325">
                <a:moveTo>
                  <a:pt x="737108" y="0"/>
                </a:moveTo>
                <a:lnTo>
                  <a:pt x="694774" y="0"/>
                </a:lnTo>
                <a:lnTo>
                  <a:pt x="673735" y="889"/>
                </a:lnTo>
                <a:lnTo>
                  <a:pt x="770255" y="889"/>
                </a:lnTo>
                <a:lnTo>
                  <a:pt x="764540" y="381"/>
                </a:lnTo>
                <a:lnTo>
                  <a:pt x="764921" y="381"/>
                </a:lnTo>
                <a:lnTo>
                  <a:pt x="73710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15102" y="3910050"/>
            <a:ext cx="1434465" cy="52705"/>
          </a:xfrm>
          <a:custGeom>
            <a:avLst/>
            <a:gdLst/>
            <a:ahLst/>
            <a:cxnLst/>
            <a:rect l="l" t="t" r="r" b="b"/>
            <a:pathLst>
              <a:path w="1434465" h="52704">
                <a:moveTo>
                  <a:pt x="1409642" y="35661"/>
                </a:moveTo>
                <a:lnTo>
                  <a:pt x="1385189" y="43192"/>
                </a:lnTo>
                <a:lnTo>
                  <a:pt x="1376806" y="45529"/>
                </a:lnTo>
                <a:lnTo>
                  <a:pt x="1375664" y="47561"/>
                </a:lnTo>
                <a:lnTo>
                  <a:pt x="1376299" y="49517"/>
                </a:lnTo>
                <a:lnTo>
                  <a:pt x="1376767" y="51308"/>
                </a:lnTo>
                <a:lnTo>
                  <a:pt x="1376806" y="51460"/>
                </a:lnTo>
                <a:lnTo>
                  <a:pt x="1378839" y="52590"/>
                </a:lnTo>
                <a:lnTo>
                  <a:pt x="1383283" y="51308"/>
                </a:lnTo>
                <a:lnTo>
                  <a:pt x="1387221" y="50241"/>
                </a:lnTo>
                <a:lnTo>
                  <a:pt x="1411527" y="42748"/>
                </a:lnTo>
                <a:lnTo>
                  <a:pt x="1428444" y="39420"/>
                </a:lnTo>
                <a:lnTo>
                  <a:pt x="1423543" y="39420"/>
                </a:lnTo>
                <a:lnTo>
                  <a:pt x="1413271" y="36385"/>
                </a:lnTo>
                <a:lnTo>
                  <a:pt x="1413891" y="36385"/>
                </a:lnTo>
                <a:lnTo>
                  <a:pt x="1410915" y="36080"/>
                </a:lnTo>
                <a:lnTo>
                  <a:pt x="1408696" y="36080"/>
                </a:lnTo>
                <a:lnTo>
                  <a:pt x="1409642" y="35661"/>
                </a:lnTo>
                <a:close/>
              </a:path>
              <a:path w="1434465" h="52704">
                <a:moveTo>
                  <a:pt x="1412240" y="36080"/>
                </a:moveTo>
                <a:lnTo>
                  <a:pt x="1423543" y="39420"/>
                </a:lnTo>
                <a:lnTo>
                  <a:pt x="1420720" y="36385"/>
                </a:lnTo>
                <a:lnTo>
                  <a:pt x="1413891" y="36385"/>
                </a:lnTo>
                <a:lnTo>
                  <a:pt x="1412240" y="36080"/>
                </a:lnTo>
                <a:close/>
              </a:path>
              <a:path w="1434465" h="52704">
                <a:moveTo>
                  <a:pt x="13405" y="698"/>
                </a:moveTo>
                <a:lnTo>
                  <a:pt x="13516" y="901"/>
                </a:lnTo>
                <a:lnTo>
                  <a:pt x="15450" y="3063"/>
                </a:lnTo>
                <a:lnTo>
                  <a:pt x="16763" y="3822"/>
                </a:lnTo>
                <a:lnTo>
                  <a:pt x="17419" y="4279"/>
                </a:lnTo>
                <a:lnTo>
                  <a:pt x="17892" y="4572"/>
                </a:lnTo>
                <a:lnTo>
                  <a:pt x="19742" y="5404"/>
                </a:lnTo>
                <a:lnTo>
                  <a:pt x="77513" y="16002"/>
                </a:lnTo>
                <a:lnTo>
                  <a:pt x="77034" y="16002"/>
                </a:lnTo>
                <a:lnTo>
                  <a:pt x="79756" y="19799"/>
                </a:lnTo>
                <a:lnTo>
                  <a:pt x="78979" y="23964"/>
                </a:lnTo>
                <a:lnTo>
                  <a:pt x="78890" y="24442"/>
                </a:lnTo>
                <a:lnTo>
                  <a:pt x="119380" y="26631"/>
                </a:lnTo>
                <a:lnTo>
                  <a:pt x="154050" y="27774"/>
                </a:lnTo>
                <a:lnTo>
                  <a:pt x="191087" y="28486"/>
                </a:lnTo>
                <a:lnTo>
                  <a:pt x="1421080" y="28486"/>
                </a:lnTo>
                <a:lnTo>
                  <a:pt x="1418830" y="33629"/>
                </a:lnTo>
                <a:lnTo>
                  <a:pt x="1418731" y="33858"/>
                </a:lnTo>
                <a:lnTo>
                  <a:pt x="1418615" y="34121"/>
                </a:lnTo>
                <a:lnTo>
                  <a:pt x="1423543" y="39420"/>
                </a:lnTo>
                <a:lnTo>
                  <a:pt x="1428444" y="39420"/>
                </a:lnTo>
                <a:lnTo>
                  <a:pt x="1431036" y="38938"/>
                </a:lnTo>
                <a:lnTo>
                  <a:pt x="1434338" y="28486"/>
                </a:lnTo>
                <a:lnTo>
                  <a:pt x="1432094" y="25133"/>
                </a:lnTo>
                <a:lnTo>
                  <a:pt x="1432237" y="25133"/>
                </a:lnTo>
                <a:lnTo>
                  <a:pt x="1421057" y="21259"/>
                </a:lnTo>
                <a:lnTo>
                  <a:pt x="697229" y="21259"/>
                </a:lnTo>
                <a:lnTo>
                  <a:pt x="619760" y="20485"/>
                </a:lnTo>
                <a:lnTo>
                  <a:pt x="588137" y="20485"/>
                </a:lnTo>
                <a:lnTo>
                  <a:pt x="538966" y="19799"/>
                </a:lnTo>
                <a:lnTo>
                  <a:pt x="535731" y="19799"/>
                </a:lnTo>
                <a:lnTo>
                  <a:pt x="497677" y="18707"/>
                </a:lnTo>
                <a:lnTo>
                  <a:pt x="488338" y="18707"/>
                </a:lnTo>
                <a:lnTo>
                  <a:pt x="470915" y="18516"/>
                </a:lnTo>
                <a:lnTo>
                  <a:pt x="442508" y="17881"/>
                </a:lnTo>
                <a:lnTo>
                  <a:pt x="441991" y="17881"/>
                </a:lnTo>
                <a:lnTo>
                  <a:pt x="411976" y="17110"/>
                </a:lnTo>
                <a:lnTo>
                  <a:pt x="412808" y="17110"/>
                </a:lnTo>
                <a:lnTo>
                  <a:pt x="391961" y="16802"/>
                </a:lnTo>
                <a:lnTo>
                  <a:pt x="389143" y="16802"/>
                </a:lnTo>
                <a:lnTo>
                  <a:pt x="361569" y="16002"/>
                </a:lnTo>
                <a:lnTo>
                  <a:pt x="219120" y="12827"/>
                </a:lnTo>
                <a:lnTo>
                  <a:pt x="189611" y="11684"/>
                </a:lnTo>
                <a:lnTo>
                  <a:pt x="158581" y="10998"/>
                </a:lnTo>
                <a:lnTo>
                  <a:pt x="157544" y="10998"/>
                </a:lnTo>
                <a:lnTo>
                  <a:pt x="120441" y="9893"/>
                </a:lnTo>
                <a:lnTo>
                  <a:pt x="70485" y="7505"/>
                </a:lnTo>
                <a:lnTo>
                  <a:pt x="53721" y="6515"/>
                </a:lnTo>
                <a:lnTo>
                  <a:pt x="32847" y="4876"/>
                </a:lnTo>
                <a:lnTo>
                  <a:pt x="32708" y="4876"/>
                </a:lnTo>
                <a:lnTo>
                  <a:pt x="24384" y="2425"/>
                </a:lnTo>
                <a:lnTo>
                  <a:pt x="22981" y="2133"/>
                </a:lnTo>
                <a:lnTo>
                  <a:pt x="18303" y="1601"/>
                </a:lnTo>
                <a:lnTo>
                  <a:pt x="17980" y="1601"/>
                </a:lnTo>
                <a:lnTo>
                  <a:pt x="13405" y="698"/>
                </a:lnTo>
                <a:close/>
              </a:path>
              <a:path w="1434465" h="52704">
                <a:moveTo>
                  <a:pt x="871370" y="36385"/>
                </a:moveTo>
                <a:lnTo>
                  <a:pt x="541747" y="36385"/>
                </a:lnTo>
                <a:lnTo>
                  <a:pt x="567378" y="36639"/>
                </a:lnTo>
                <a:lnTo>
                  <a:pt x="565548" y="36639"/>
                </a:lnTo>
                <a:lnTo>
                  <a:pt x="588010" y="36931"/>
                </a:lnTo>
                <a:lnTo>
                  <a:pt x="618363" y="36931"/>
                </a:lnTo>
                <a:lnTo>
                  <a:pt x="690838" y="37680"/>
                </a:lnTo>
                <a:lnTo>
                  <a:pt x="749808" y="37680"/>
                </a:lnTo>
                <a:lnTo>
                  <a:pt x="777936" y="37350"/>
                </a:lnTo>
                <a:lnTo>
                  <a:pt x="809751" y="37350"/>
                </a:lnTo>
                <a:lnTo>
                  <a:pt x="845312" y="36639"/>
                </a:lnTo>
                <a:lnTo>
                  <a:pt x="871370" y="36385"/>
                </a:lnTo>
                <a:close/>
              </a:path>
              <a:path w="1434465" h="52704">
                <a:moveTo>
                  <a:pt x="990672" y="35318"/>
                </a:moveTo>
                <a:lnTo>
                  <a:pt x="472895" y="35318"/>
                </a:lnTo>
                <a:lnTo>
                  <a:pt x="503047" y="35661"/>
                </a:lnTo>
                <a:lnTo>
                  <a:pt x="536139" y="36385"/>
                </a:lnTo>
                <a:lnTo>
                  <a:pt x="937580" y="36385"/>
                </a:lnTo>
                <a:lnTo>
                  <a:pt x="965266" y="35661"/>
                </a:lnTo>
                <a:lnTo>
                  <a:pt x="963730" y="35661"/>
                </a:lnTo>
                <a:lnTo>
                  <a:pt x="990672" y="35318"/>
                </a:lnTo>
                <a:close/>
              </a:path>
              <a:path w="1434465" h="52704">
                <a:moveTo>
                  <a:pt x="1421080" y="28486"/>
                </a:moveTo>
                <a:lnTo>
                  <a:pt x="1420946" y="28486"/>
                </a:lnTo>
                <a:lnTo>
                  <a:pt x="1409403" y="35661"/>
                </a:lnTo>
                <a:lnTo>
                  <a:pt x="1409113" y="35896"/>
                </a:lnTo>
                <a:lnTo>
                  <a:pt x="1413891" y="36385"/>
                </a:lnTo>
                <a:lnTo>
                  <a:pt x="1413271" y="36385"/>
                </a:lnTo>
                <a:lnTo>
                  <a:pt x="1412240" y="36080"/>
                </a:lnTo>
                <a:lnTo>
                  <a:pt x="1420437" y="36080"/>
                </a:lnTo>
                <a:lnTo>
                  <a:pt x="1420265" y="35896"/>
                </a:lnTo>
                <a:lnTo>
                  <a:pt x="1408852" y="35896"/>
                </a:lnTo>
                <a:lnTo>
                  <a:pt x="1409617" y="35661"/>
                </a:lnTo>
                <a:lnTo>
                  <a:pt x="1420047" y="35661"/>
                </a:lnTo>
                <a:lnTo>
                  <a:pt x="1419481" y="35052"/>
                </a:lnTo>
                <a:lnTo>
                  <a:pt x="1418208" y="35052"/>
                </a:lnTo>
                <a:lnTo>
                  <a:pt x="1418105" y="34569"/>
                </a:lnTo>
                <a:lnTo>
                  <a:pt x="1418009" y="34121"/>
                </a:lnTo>
                <a:lnTo>
                  <a:pt x="1417904" y="33629"/>
                </a:lnTo>
                <a:lnTo>
                  <a:pt x="1417827" y="33274"/>
                </a:lnTo>
                <a:lnTo>
                  <a:pt x="1418986" y="33274"/>
                </a:lnTo>
                <a:lnTo>
                  <a:pt x="1421080" y="28486"/>
                </a:lnTo>
                <a:close/>
              </a:path>
              <a:path w="1434465" h="52704">
                <a:moveTo>
                  <a:pt x="1420437" y="36080"/>
                </a:moveTo>
                <a:lnTo>
                  <a:pt x="1412240" y="36080"/>
                </a:lnTo>
                <a:lnTo>
                  <a:pt x="1413891" y="36385"/>
                </a:lnTo>
                <a:lnTo>
                  <a:pt x="1420720" y="36385"/>
                </a:lnTo>
                <a:lnTo>
                  <a:pt x="1420437" y="36080"/>
                </a:lnTo>
                <a:close/>
              </a:path>
              <a:path w="1434465" h="52704">
                <a:moveTo>
                  <a:pt x="1409113" y="35896"/>
                </a:moveTo>
                <a:lnTo>
                  <a:pt x="1408729" y="36080"/>
                </a:lnTo>
                <a:lnTo>
                  <a:pt x="1410915" y="36080"/>
                </a:lnTo>
                <a:lnTo>
                  <a:pt x="1409113" y="35896"/>
                </a:lnTo>
                <a:close/>
              </a:path>
              <a:path w="1434465" h="52704">
                <a:moveTo>
                  <a:pt x="1417003" y="30937"/>
                </a:moveTo>
                <a:lnTo>
                  <a:pt x="1273088" y="30937"/>
                </a:lnTo>
                <a:lnTo>
                  <a:pt x="1307746" y="31280"/>
                </a:lnTo>
                <a:lnTo>
                  <a:pt x="1306399" y="31280"/>
                </a:lnTo>
                <a:lnTo>
                  <a:pt x="1363743" y="32626"/>
                </a:lnTo>
                <a:lnTo>
                  <a:pt x="1384333" y="33629"/>
                </a:lnTo>
                <a:lnTo>
                  <a:pt x="1403477" y="35318"/>
                </a:lnTo>
                <a:lnTo>
                  <a:pt x="1409113" y="35896"/>
                </a:lnTo>
                <a:lnTo>
                  <a:pt x="1409403" y="35661"/>
                </a:lnTo>
                <a:lnTo>
                  <a:pt x="1417003" y="30937"/>
                </a:lnTo>
                <a:close/>
              </a:path>
              <a:path w="1434465" h="52704">
                <a:moveTo>
                  <a:pt x="1420047" y="35661"/>
                </a:moveTo>
                <a:lnTo>
                  <a:pt x="1409642" y="35661"/>
                </a:lnTo>
                <a:lnTo>
                  <a:pt x="1409113" y="35896"/>
                </a:lnTo>
                <a:lnTo>
                  <a:pt x="1420265" y="35896"/>
                </a:lnTo>
                <a:lnTo>
                  <a:pt x="1420047" y="35661"/>
                </a:lnTo>
                <a:close/>
              </a:path>
              <a:path w="1434465" h="52704">
                <a:moveTo>
                  <a:pt x="1054070" y="33629"/>
                </a:moveTo>
                <a:lnTo>
                  <a:pt x="395061" y="33629"/>
                </a:lnTo>
                <a:lnTo>
                  <a:pt x="471802" y="35318"/>
                </a:lnTo>
                <a:lnTo>
                  <a:pt x="992382" y="35318"/>
                </a:lnTo>
                <a:lnTo>
                  <a:pt x="1026035" y="34569"/>
                </a:lnTo>
                <a:lnTo>
                  <a:pt x="1026428" y="34569"/>
                </a:lnTo>
                <a:lnTo>
                  <a:pt x="1054070" y="33629"/>
                </a:lnTo>
                <a:close/>
              </a:path>
              <a:path w="1434465" h="52704">
                <a:moveTo>
                  <a:pt x="1417827" y="33274"/>
                </a:moveTo>
                <a:lnTo>
                  <a:pt x="1417904" y="33629"/>
                </a:lnTo>
                <a:lnTo>
                  <a:pt x="1418009" y="34121"/>
                </a:lnTo>
                <a:lnTo>
                  <a:pt x="1418105" y="34569"/>
                </a:lnTo>
                <a:lnTo>
                  <a:pt x="1418208" y="35052"/>
                </a:lnTo>
                <a:lnTo>
                  <a:pt x="1418615" y="34121"/>
                </a:lnTo>
                <a:lnTo>
                  <a:pt x="1417827" y="33274"/>
                </a:lnTo>
                <a:close/>
              </a:path>
              <a:path w="1434465" h="52704">
                <a:moveTo>
                  <a:pt x="1418615" y="34121"/>
                </a:moveTo>
                <a:lnTo>
                  <a:pt x="1418208" y="35052"/>
                </a:lnTo>
                <a:lnTo>
                  <a:pt x="1419481" y="35052"/>
                </a:lnTo>
                <a:lnTo>
                  <a:pt x="1418615" y="34121"/>
                </a:lnTo>
                <a:close/>
              </a:path>
              <a:path w="1434465" h="52704">
                <a:moveTo>
                  <a:pt x="1418986" y="33274"/>
                </a:moveTo>
                <a:lnTo>
                  <a:pt x="1417827" y="33274"/>
                </a:lnTo>
                <a:lnTo>
                  <a:pt x="1418615" y="34121"/>
                </a:lnTo>
                <a:lnTo>
                  <a:pt x="1418986" y="33274"/>
                </a:lnTo>
                <a:close/>
              </a:path>
              <a:path w="1434465" h="52704">
                <a:moveTo>
                  <a:pt x="1420946" y="28486"/>
                </a:moveTo>
                <a:lnTo>
                  <a:pt x="190180" y="28486"/>
                </a:lnTo>
                <a:lnTo>
                  <a:pt x="218186" y="29476"/>
                </a:lnTo>
                <a:lnTo>
                  <a:pt x="335534" y="32397"/>
                </a:lnTo>
                <a:lnTo>
                  <a:pt x="361188" y="32766"/>
                </a:lnTo>
                <a:lnTo>
                  <a:pt x="390277" y="33629"/>
                </a:lnTo>
                <a:lnTo>
                  <a:pt x="1046307" y="33629"/>
                </a:lnTo>
                <a:lnTo>
                  <a:pt x="1132699" y="32397"/>
                </a:lnTo>
                <a:lnTo>
                  <a:pt x="1166114" y="31648"/>
                </a:lnTo>
                <a:lnTo>
                  <a:pt x="1230170" y="30937"/>
                </a:lnTo>
                <a:lnTo>
                  <a:pt x="1417003" y="30937"/>
                </a:lnTo>
                <a:lnTo>
                  <a:pt x="1420946" y="28486"/>
                </a:lnTo>
                <a:close/>
              </a:path>
              <a:path w="1434465" h="52704">
                <a:moveTo>
                  <a:pt x="10796" y="18267"/>
                </a:moveTo>
                <a:lnTo>
                  <a:pt x="7991" y="18707"/>
                </a:lnTo>
                <a:lnTo>
                  <a:pt x="10978" y="19799"/>
                </a:lnTo>
                <a:lnTo>
                  <a:pt x="11811" y="20129"/>
                </a:lnTo>
                <a:lnTo>
                  <a:pt x="14859" y="21018"/>
                </a:lnTo>
                <a:lnTo>
                  <a:pt x="15875" y="21259"/>
                </a:lnTo>
                <a:lnTo>
                  <a:pt x="40386" y="25400"/>
                </a:lnTo>
                <a:lnTo>
                  <a:pt x="48084" y="26352"/>
                </a:lnTo>
                <a:lnTo>
                  <a:pt x="74422" y="30721"/>
                </a:lnTo>
                <a:lnTo>
                  <a:pt x="78232" y="27978"/>
                </a:lnTo>
                <a:lnTo>
                  <a:pt x="78890" y="24442"/>
                </a:lnTo>
                <a:lnTo>
                  <a:pt x="69596" y="23964"/>
                </a:lnTo>
                <a:lnTo>
                  <a:pt x="52450" y="22796"/>
                </a:lnTo>
                <a:lnTo>
                  <a:pt x="22066" y="20129"/>
                </a:lnTo>
                <a:lnTo>
                  <a:pt x="21571" y="20129"/>
                </a:lnTo>
                <a:lnTo>
                  <a:pt x="14859" y="19189"/>
                </a:lnTo>
                <a:lnTo>
                  <a:pt x="14097" y="19037"/>
                </a:lnTo>
                <a:lnTo>
                  <a:pt x="10796" y="18267"/>
                </a:lnTo>
                <a:close/>
              </a:path>
              <a:path w="1434465" h="52704">
                <a:moveTo>
                  <a:pt x="78381" y="17881"/>
                </a:moveTo>
                <a:lnTo>
                  <a:pt x="9144" y="17881"/>
                </a:lnTo>
                <a:lnTo>
                  <a:pt x="12446" y="18008"/>
                </a:lnTo>
                <a:lnTo>
                  <a:pt x="10796" y="18267"/>
                </a:lnTo>
                <a:lnTo>
                  <a:pt x="14097" y="19037"/>
                </a:lnTo>
                <a:lnTo>
                  <a:pt x="14859" y="19189"/>
                </a:lnTo>
                <a:lnTo>
                  <a:pt x="21571" y="20129"/>
                </a:lnTo>
                <a:lnTo>
                  <a:pt x="22066" y="20129"/>
                </a:lnTo>
                <a:lnTo>
                  <a:pt x="52450" y="22796"/>
                </a:lnTo>
                <a:lnTo>
                  <a:pt x="69596" y="23964"/>
                </a:lnTo>
                <a:lnTo>
                  <a:pt x="78890" y="24442"/>
                </a:lnTo>
                <a:lnTo>
                  <a:pt x="79483" y="21259"/>
                </a:lnTo>
                <a:lnTo>
                  <a:pt x="79571" y="20789"/>
                </a:lnTo>
                <a:lnTo>
                  <a:pt x="79694" y="20129"/>
                </a:lnTo>
                <a:lnTo>
                  <a:pt x="79756" y="19799"/>
                </a:lnTo>
                <a:lnTo>
                  <a:pt x="78472" y="18008"/>
                </a:lnTo>
                <a:lnTo>
                  <a:pt x="78381" y="17881"/>
                </a:lnTo>
                <a:close/>
              </a:path>
              <a:path w="1434465" h="52704">
                <a:moveTo>
                  <a:pt x="1416694" y="19799"/>
                </a:moveTo>
                <a:lnTo>
                  <a:pt x="868106" y="19799"/>
                </a:lnTo>
                <a:lnTo>
                  <a:pt x="836566" y="20129"/>
                </a:lnTo>
                <a:lnTo>
                  <a:pt x="840750" y="20129"/>
                </a:lnTo>
                <a:lnTo>
                  <a:pt x="808755" y="20789"/>
                </a:lnTo>
                <a:lnTo>
                  <a:pt x="778890" y="20789"/>
                </a:lnTo>
                <a:lnTo>
                  <a:pt x="741623" y="21259"/>
                </a:lnTo>
                <a:lnTo>
                  <a:pt x="1421057" y="21259"/>
                </a:lnTo>
                <a:lnTo>
                  <a:pt x="1417811" y="20129"/>
                </a:lnTo>
                <a:lnTo>
                  <a:pt x="1416694" y="19799"/>
                </a:lnTo>
                <a:close/>
              </a:path>
              <a:path w="1434465" h="52704">
                <a:moveTo>
                  <a:pt x="1269365" y="12827"/>
                </a:moveTo>
                <a:lnTo>
                  <a:pt x="1231060" y="12827"/>
                </a:lnTo>
                <a:lnTo>
                  <a:pt x="1199360" y="13195"/>
                </a:lnTo>
                <a:lnTo>
                  <a:pt x="1164538" y="13525"/>
                </a:lnTo>
                <a:lnTo>
                  <a:pt x="1165302" y="13525"/>
                </a:lnTo>
                <a:lnTo>
                  <a:pt x="1058545" y="15303"/>
                </a:lnTo>
                <a:lnTo>
                  <a:pt x="1026668" y="16383"/>
                </a:lnTo>
                <a:lnTo>
                  <a:pt x="966343" y="17462"/>
                </a:lnTo>
                <a:lnTo>
                  <a:pt x="906089" y="19037"/>
                </a:lnTo>
                <a:lnTo>
                  <a:pt x="875113" y="19799"/>
                </a:lnTo>
                <a:lnTo>
                  <a:pt x="1416983" y="19799"/>
                </a:lnTo>
                <a:lnTo>
                  <a:pt x="1405909" y="17881"/>
                </a:lnTo>
                <a:lnTo>
                  <a:pt x="1406309" y="17881"/>
                </a:lnTo>
                <a:lnTo>
                  <a:pt x="1386878" y="16002"/>
                </a:lnTo>
                <a:lnTo>
                  <a:pt x="1387771" y="16002"/>
                </a:lnTo>
                <a:lnTo>
                  <a:pt x="1364488" y="14719"/>
                </a:lnTo>
                <a:lnTo>
                  <a:pt x="1339723" y="13919"/>
                </a:lnTo>
                <a:lnTo>
                  <a:pt x="1305432" y="13195"/>
                </a:lnTo>
                <a:lnTo>
                  <a:pt x="1269365" y="12827"/>
                </a:lnTo>
                <a:close/>
              </a:path>
              <a:path w="1434465" h="52704">
                <a:moveTo>
                  <a:pt x="2247" y="14719"/>
                </a:moveTo>
                <a:lnTo>
                  <a:pt x="2309" y="14947"/>
                </a:lnTo>
                <a:lnTo>
                  <a:pt x="2866" y="16383"/>
                </a:lnTo>
                <a:lnTo>
                  <a:pt x="2921" y="16522"/>
                </a:lnTo>
                <a:lnTo>
                  <a:pt x="7112" y="19037"/>
                </a:lnTo>
                <a:lnTo>
                  <a:pt x="5886" y="19037"/>
                </a:lnTo>
                <a:lnTo>
                  <a:pt x="7991" y="18707"/>
                </a:lnTo>
                <a:lnTo>
                  <a:pt x="7470" y="18516"/>
                </a:lnTo>
                <a:lnTo>
                  <a:pt x="7013" y="18267"/>
                </a:lnTo>
                <a:lnTo>
                  <a:pt x="4572" y="16802"/>
                </a:lnTo>
                <a:lnTo>
                  <a:pt x="2247" y="14719"/>
                </a:lnTo>
                <a:close/>
              </a:path>
              <a:path w="1434465" h="52704">
                <a:moveTo>
                  <a:pt x="13335" y="698"/>
                </a:moveTo>
                <a:lnTo>
                  <a:pt x="11135" y="698"/>
                </a:lnTo>
                <a:lnTo>
                  <a:pt x="8127" y="901"/>
                </a:lnTo>
                <a:lnTo>
                  <a:pt x="1143" y="7912"/>
                </a:lnTo>
                <a:lnTo>
                  <a:pt x="764" y="9715"/>
                </a:lnTo>
                <a:lnTo>
                  <a:pt x="726" y="9893"/>
                </a:lnTo>
                <a:lnTo>
                  <a:pt x="619" y="10406"/>
                </a:lnTo>
                <a:lnTo>
                  <a:pt x="1397" y="12598"/>
                </a:lnTo>
                <a:lnTo>
                  <a:pt x="7991" y="18707"/>
                </a:lnTo>
                <a:lnTo>
                  <a:pt x="10796" y="18267"/>
                </a:lnTo>
                <a:lnTo>
                  <a:pt x="9144" y="17881"/>
                </a:lnTo>
                <a:lnTo>
                  <a:pt x="78381" y="17881"/>
                </a:lnTo>
                <a:lnTo>
                  <a:pt x="77034" y="16002"/>
                </a:lnTo>
                <a:lnTo>
                  <a:pt x="77513" y="16002"/>
                </a:lnTo>
                <a:lnTo>
                  <a:pt x="21776" y="5778"/>
                </a:lnTo>
                <a:lnTo>
                  <a:pt x="20574" y="5778"/>
                </a:lnTo>
                <a:lnTo>
                  <a:pt x="19568" y="5404"/>
                </a:lnTo>
                <a:lnTo>
                  <a:pt x="19032" y="5404"/>
                </a:lnTo>
                <a:lnTo>
                  <a:pt x="17838" y="4572"/>
                </a:lnTo>
                <a:lnTo>
                  <a:pt x="16763" y="4572"/>
                </a:lnTo>
                <a:lnTo>
                  <a:pt x="13877" y="2425"/>
                </a:lnTo>
                <a:lnTo>
                  <a:pt x="14879" y="2425"/>
                </a:lnTo>
                <a:lnTo>
                  <a:pt x="13335" y="698"/>
                </a:lnTo>
                <a:close/>
              </a:path>
              <a:path w="1434465" h="52704">
                <a:moveTo>
                  <a:pt x="9144" y="17881"/>
                </a:moveTo>
                <a:lnTo>
                  <a:pt x="10796" y="18267"/>
                </a:lnTo>
                <a:lnTo>
                  <a:pt x="12446" y="18008"/>
                </a:lnTo>
                <a:lnTo>
                  <a:pt x="9144" y="17881"/>
                </a:lnTo>
                <a:close/>
              </a:path>
              <a:path w="1434465" h="52704">
                <a:moveTo>
                  <a:pt x="619" y="10406"/>
                </a:moveTo>
                <a:lnTo>
                  <a:pt x="528" y="10998"/>
                </a:lnTo>
                <a:lnTo>
                  <a:pt x="1474" y="13919"/>
                </a:lnTo>
                <a:lnTo>
                  <a:pt x="1524" y="14071"/>
                </a:lnTo>
                <a:lnTo>
                  <a:pt x="2247" y="14719"/>
                </a:lnTo>
                <a:lnTo>
                  <a:pt x="2033" y="14236"/>
                </a:lnTo>
                <a:lnTo>
                  <a:pt x="1485" y="12827"/>
                </a:lnTo>
                <a:lnTo>
                  <a:pt x="619" y="10406"/>
                </a:lnTo>
                <a:close/>
              </a:path>
              <a:path w="1434465" h="52704">
                <a:moveTo>
                  <a:pt x="2827" y="3520"/>
                </a:moveTo>
                <a:lnTo>
                  <a:pt x="1524" y="4279"/>
                </a:lnTo>
                <a:lnTo>
                  <a:pt x="53" y="8509"/>
                </a:lnTo>
                <a:lnTo>
                  <a:pt x="0" y="8661"/>
                </a:lnTo>
                <a:lnTo>
                  <a:pt x="619" y="10406"/>
                </a:lnTo>
                <a:lnTo>
                  <a:pt x="985" y="8661"/>
                </a:lnTo>
                <a:lnTo>
                  <a:pt x="1017" y="8509"/>
                </a:lnTo>
                <a:lnTo>
                  <a:pt x="1143" y="7912"/>
                </a:lnTo>
                <a:lnTo>
                  <a:pt x="1376" y="6515"/>
                </a:lnTo>
                <a:lnTo>
                  <a:pt x="1500" y="5778"/>
                </a:lnTo>
                <a:lnTo>
                  <a:pt x="1562" y="5404"/>
                </a:lnTo>
                <a:lnTo>
                  <a:pt x="1650" y="4876"/>
                </a:lnTo>
                <a:lnTo>
                  <a:pt x="2827" y="3520"/>
                </a:lnTo>
                <a:close/>
              </a:path>
              <a:path w="1434465" h="52704">
                <a:moveTo>
                  <a:pt x="17864" y="4572"/>
                </a:moveTo>
                <a:lnTo>
                  <a:pt x="18149" y="4876"/>
                </a:lnTo>
                <a:lnTo>
                  <a:pt x="20574" y="5778"/>
                </a:lnTo>
                <a:lnTo>
                  <a:pt x="19742" y="5404"/>
                </a:lnTo>
                <a:lnTo>
                  <a:pt x="19252" y="5404"/>
                </a:lnTo>
                <a:lnTo>
                  <a:pt x="17864" y="4572"/>
                </a:lnTo>
                <a:close/>
              </a:path>
              <a:path w="1434465" h="52704">
                <a:moveTo>
                  <a:pt x="19742" y="5404"/>
                </a:moveTo>
                <a:lnTo>
                  <a:pt x="20574" y="5778"/>
                </a:lnTo>
                <a:lnTo>
                  <a:pt x="21776" y="5778"/>
                </a:lnTo>
                <a:lnTo>
                  <a:pt x="19742" y="5404"/>
                </a:lnTo>
                <a:close/>
              </a:path>
              <a:path w="1434465" h="52704">
                <a:moveTo>
                  <a:pt x="18149" y="4876"/>
                </a:moveTo>
                <a:lnTo>
                  <a:pt x="19032" y="5404"/>
                </a:lnTo>
                <a:lnTo>
                  <a:pt x="19568" y="5404"/>
                </a:lnTo>
                <a:lnTo>
                  <a:pt x="18149" y="4876"/>
                </a:lnTo>
                <a:close/>
              </a:path>
              <a:path w="1434465" h="52704">
                <a:moveTo>
                  <a:pt x="17892" y="4572"/>
                </a:moveTo>
                <a:lnTo>
                  <a:pt x="19252" y="5404"/>
                </a:lnTo>
                <a:lnTo>
                  <a:pt x="19742" y="5404"/>
                </a:lnTo>
                <a:lnTo>
                  <a:pt x="17892" y="4572"/>
                </a:lnTo>
                <a:close/>
              </a:path>
              <a:path w="1434465" h="52704">
                <a:moveTo>
                  <a:pt x="13897" y="2425"/>
                </a:moveTo>
                <a:lnTo>
                  <a:pt x="16763" y="4572"/>
                </a:lnTo>
                <a:lnTo>
                  <a:pt x="15575" y="3203"/>
                </a:lnTo>
                <a:lnTo>
                  <a:pt x="13897" y="2425"/>
                </a:lnTo>
                <a:close/>
              </a:path>
              <a:path w="1434465" h="52704">
                <a:moveTo>
                  <a:pt x="15692" y="3203"/>
                </a:moveTo>
                <a:lnTo>
                  <a:pt x="15858" y="3520"/>
                </a:lnTo>
                <a:lnTo>
                  <a:pt x="16763" y="4572"/>
                </a:lnTo>
                <a:lnTo>
                  <a:pt x="17838" y="4572"/>
                </a:lnTo>
                <a:lnTo>
                  <a:pt x="16763" y="3822"/>
                </a:lnTo>
                <a:lnTo>
                  <a:pt x="15692" y="3203"/>
                </a:lnTo>
                <a:close/>
              </a:path>
              <a:path w="1434465" h="52704">
                <a:moveTo>
                  <a:pt x="6093" y="1601"/>
                </a:moveTo>
                <a:lnTo>
                  <a:pt x="4548" y="2133"/>
                </a:lnTo>
                <a:lnTo>
                  <a:pt x="3776" y="2425"/>
                </a:lnTo>
                <a:lnTo>
                  <a:pt x="2827" y="3520"/>
                </a:lnTo>
                <a:lnTo>
                  <a:pt x="6093" y="1601"/>
                </a:lnTo>
                <a:close/>
              </a:path>
              <a:path w="1434465" h="52704">
                <a:moveTo>
                  <a:pt x="14879" y="2425"/>
                </a:moveTo>
                <a:lnTo>
                  <a:pt x="13897" y="2425"/>
                </a:lnTo>
                <a:lnTo>
                  <a:pt x="15575" y="3203"/>
                </a:lnTo>
                <a:lnTo>
                  <a:pt x="14879" y="2425"/>
                </a:lnTo>
                <a:close/>
              </a:path>
              <a:path w="1434465" h="52704">
                <a:moveTo>
                  <a:pt x="8762" y="0"/>
                </a:moveTo>
                <a:lnTo>
                  <a:pt x="6093" y="1601"/>
                </a:lnTo>
                <a:lnTo>
                  <a:pt x="8127" y="901"/>
                </a:lnTo>
                <a:lnTo>
                  <a:pt x="11135" y="698"/>
                </a:lnTo>
                <a:lnTo>
                  <a:pt x="13335" y="698"/>
                </a:lnTo>
                <a:lnTo>
                  <a:pt x="8762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91884" y="1240027"/>
            <a:ext cx="2178050" cy="282575"/>
          </a:xfrm>
          <a:custGeom>
            <a:avLst/>
            <a:gdLst/>
            <a:ahLst/>
            <a:cxnLst/>
            <a:rect l="l" t="t" r="r" b="b"/>
            <a:pathLst>
              <a:path w="2178050" h="282575">
                <a:moveTo>
                  <a:pt x="2087880" y="0"/>
                </a:moveTo>
                <a:lnTo>
                  <a:pt x="2083942" y="11430"/>
                </a:lnTo>
                <a:lnTo>
                  <a:pt x="2100250" y="18504"/>
                </a:lnTo>
                <a:lnTo>
                  <a:pt x="2114295" y="28305"/>
                </a:lnTo>
                <a:lnTo>
                  <a:pt x="2142839" y="73852"/>
                </a:lnTo>
                <a:lnTo>
                  <a:pt x="2151180" y="115339"/>
                </a:lnTo>
                <a:lnTo>
                  <a:pt x="2152268" y="139700"/>
                </a:lnTo>
                <a:lnTo>
                  <a:pt x="2151221" y="164580"/>
                </a:lnTo>
                <a:lnTo>
                  <a:pt x="2142839" y="207529"/>
                </a:lnTo>
                <a:lnTo>
                  <a:pt x="2114343" y="253730"/>
                </a:lnTo>
                <a:lnTo>
                  <a:pt x="2084323" y="270763"/>
                </a:lnTo>
                <a:lnTo>
                  <a:pt x="2087880" y="282321"/>
                </a:lnTo>
                <a:lnTo>
                  <a:pt x="2126440" y="264191"/>
                </a:lnTo>
                <a:lnTo>
                  <a:pt x="2154809" y="232918"/>
                </a:lnTo>
                <a:lnTo>
                  <a:pt x="2172128" y="191071"/>
                </a:lnTo>
                <a:lnTo>
                  <a:pt x="2177922" y="141224"/>
                </a:lnTo>
                <a:lnTo>
                  <a:pt x="2176486" y="115623"/>
                </a:lnTo>
                <a:lnTo>
                  <a:pt x="2176470" y="115339"/>
                </a:lnTo>
                <a:lnTo>
                  <a:pt x="2164849" y="69429"/>
                </a:lnTo>
                <a:lnTo>
                  <a:pt x="2141797" y="32093"/>
                </a:lnTo>
                <a:lnTo>
                  <a:pt x="2108408" y="7379"/>
                </a:lnTo>
                <a:lnTo>
                  <a:pt x="2087880" y="0"/>
                </a:lnTo>
                <a:close/>
              </a:path>
              <a:path w="2178050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2" y="282321"/>
                </a:lnTo>
                <a:lnTo>
                  <a:pt x="93599" y="270763"/>
                </a:lnTo>
                <a:lnTo>
                  <a:pt x="77549" y="263646"/>
                </a:lnTo>
                <a:lnTo>
                  <a:pt x="63690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845" y="141224"/>
                </a:lnTo>
                <a:lnTo>
                  <a:pt x="25780" y="139700"/>
                </a:lnTo>
                <a:lnTo>
                  <a:pt x="29971" y="93678"/>
                </a:lnTo>
                <a:lnTo>
                  <a:pt x="42544" y="56134"/>
                </a:lnTo>
                <a:lnTo>
                  <a:pt x="77817" y="18504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09259" y="1148968"/>
            <a:ext cx="230060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95275" algn="l"/>
              </a:tabLst>
            </a:pPr>
            <a:r>
              <a:rPr sz="2400" spc="125" dirty="0">
                <a:solidFill>
                  <a:srgbClr val="0096FF"/>
                </a:solidFill>
                <a:latin typeface="Cambria Math"/>
                <a:cs typeface="Cambria Math"/>
              </a:rPr>
              <a:t>J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sz="2400" spc="-4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550" spc="-60" baseline="-17973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400" spc="-40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400" spc="-10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550" baseline="-17973" dirty="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400" spc="-18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spc="1315" dirty="0">
                <a:solidFill>
                  <a:srgbClr val="0096FF"/>
                </a:solidFill>
                <a:latin typeface="Cambria Math"/>
                <a:cs typeface="Cambria Math"/>
              </a:rPr>
              <a:t>.</a:t>
            </a:r>
            <a:r>
              <a:rPr sz="2400" spc="-6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400" spc="-10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550" baseline="-17973" dirty="0">
                <a:solidFill>
                  <a:srgbClr val="0096FF"/>
                </a:solidFill>
                <a:latin typeface="Cambria Math"/>
                <a:cs typeface="Cambria Math"/>
              </a:rPr>
              <a:t>n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400" spc="-11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25619" y="1080135"/>
            <a:ext cx="1180465" cy="556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505"/>
              </a:lnSpc>
              <a:spcBef>
                <a:spcPts val="105"/>
              </a:spcBef>
            </a:pPr>
            <a:r>
              <a:rPr sz="2400" spc="-25" dirty="0">
                <a:solidFill>
                  <a:srgbClr val="0096FF"/>
                </a:solidFill>
                <a:latin typeface="Cambria Math"/>
                <a:cs typeface="Cambria Math"/>
              </a:rPr>
              <a:t>min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ts val="1664"/>
              </a:lnSpc>
            </a:pPr>
            <a:r>
              <a:rPr sz="1700" spc="75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spc="112" baseline="-15873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1700" spc="75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1700" spc="2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1700" spc="240" dirty="0">
                <a:solidFill>
                  <a:srgbClr val="0096FF"/>
                </a:solidFill>
                <a:latin typeface="Cambria Math"/>
                <a:cs typeface="Cambria Math"/>
              </a:rPr>
              <a:t>.,w</a:t>
            </a:r>
            <a:r>
              <a:rPr sz="2100" spc="359" baseline="-15873" dirty="0">
                <a:solidFill>
                  <a:srgbClr val="0096FF"/>
                </a:solidFill>
                <a:latin typeface="Cambria Math"/>
                <a:cs typeface="Cambria Math"/>
              </a:rPr>
              <a:t>n</a:t>
            </a:r>
            <a:r>
              <a:rPr sz="1700" spc="240" dirty="0">
                <a:solidFill>
                  <a:srgbClr val="0096FF"/>
                </a:solidFill>
                <a:latin typeface="Cambria Math"/>
                <a:cs typeface="Cambria Math"/>
              </a:rPr>
              <a:t>,b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22444" y="2456814"/>
            <a:ext cx="225298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0096FF"/>
                </a:solidFill>
                <a:latin typeface="Verdana"/>
                <a:cs typeface="Verdana"/>
              </a:rPr>
              <a:t>(set</a:t>
            </a:r>
            <a:r>
              <a:rPr sz="2400" spc="-30" dirty="0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w=0</a:t>
            </a:r>
            <a:r>
              <a:rPr sz="2400" dirty="0">
                <a:solidFill>
                  <a:srgbClr val="0096FF"/>
                </a:solidFill>
                <a:latin typeface="Verdana"/>
                <a:cs typeface="Verdana"/>
              </a:rPr>
              <a:t>,</a:t>
            </a:r>
            <a:r>
              <a:rPr sz="2400" spc="-350" dirty="0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096FF"/>
                </a:solidFill>
                <a:latin typeface="Cambria Math"/>
                <a:cs typeface="Cambria Math"/>
              </a:rPr>
              <a:t>b=0</a:t>
            </a:r>
            <a:r>
              <a:rPr sz="2400" spc="-20" dirty="0">
                <a:solidFill>
                  <a:srgbClr val="0096FF"/>
                </a:solidFill>
                <a:latin typeface="Verdana"/>
                <a:cs typeface="Verdana"/>
              </a:rPr>
              <a:t>)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29278" y="4052354"/>
            <a:ext cx="490149" cy="26224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90059" y="4035044"/>
            <a:ext cx="529336" cy="1959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78386" y="4067009"/>
            <a:ext cx="349465" cy="17887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89903" y="4113288"/>
            <a:ext cx="188341" cy="14350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56263" y="4050881"/>
            <a:ext cx="207731" cy="18282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30164" y="4045254"/>
            <a:ext cx="823211" cy="22289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04638" y="578993"/>
            <a:ext cx="388365" cy="175387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5587872" y="539495"/>
            <a:ext cx="1802130" cy="479425"/>
            <a:chOff x="5587872" y="539495"/>
            <a:chExt cx="1802130" cy="479425"/>
          </a:xfrm>
        </p:grpSpPr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87872" y="539495"/>
              <a:ext cx="722218" cy="18821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78703" y="560196"/>
              <a:ext cx="503806" cy="14820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56400" y="581913"/>
              <a:ext cx="1133221" cy="437007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48677" y="532511"/>
            <a:ext cx="407289" cy="19392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285840" y="878332"/>
            <a:ext cx="262663" cy="13131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701114" y="853566"/>
            <a:ext cx="426889" cy="17119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978456" y="1583816"/>
            <a:ext cx="2340678" cy="48005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7529448" y="2878327"/>
            <a:ext cx="1350645" cy="1183005"/>
            <a:chOff x="7529448" y="2878327"/>
            <a:chExt cx="1350645" cy="1183005"/>
          </a:xfrm>
        </p:grpSpPr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556499" y="2878327"/>
              <a:ext cx="1323085" cy="118252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29448" y="2893948"/>
              <a:ext cx="387603" cy="207390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195673" y="2919729"/>
            <a:ext cx="255669" cy="196976"/>
          </a:xfrm>
          <a:prstGeom prst="rect">
            <a:avLst/>
          </a:prstGeom>
        </p:spPr>
      </p:pic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5" y="752475"/>
            <a:ext cx="6400800" cy="3505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78201" y="3866832"/>
            <a:ext cx="3714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u="heavy" spc="80" dirty="0">
                <a:uFill>
                  <a:solidFill>
                    <a:srgbClr val="4285F4"/>
                  </a:solidFill>
                </a:uFill>
                <a:latin typeface="Cambria Math"/>
                <a:cs typeface="Cambria Math"/>
              </a:rPr>
              <a:t> </a:t>
            </a:r>
            <a:r>
              <a:rPr sz="2000" u="heavy" spc="-50" dirty="0">
                <a:uFill>
                  <a:solidFill>
                    <a:srgbClr val="4285F4"/>
                  </a:solidFill>
                </a:uFill>
                <a:latin typeface="Cambria Math"/>
                <a:cs typeface="Cambria Math"/>
              </a:rPr>
              <a:t>w</a:t>
            </a:r>
            <a:r>
              <a:rPr sz="2000" u="heavy" spc="500" dirty="0">
                <a:uFill>
                  <a:solidFill>
                    <a:srgbClr val="4285F4"/>
                  </a:solidFill>
                </a:uFill>
                <a:latin typeface="Cambria Math"/>
                <a:cs typeface="Cambria Math"/>
              </a:rPr>
              <a:t> 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54901" y="3430904"/>
            <a:ext cx="3714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u="heavy" spc="300" dirty="0">
                <a:uFill>
                  <a:solidFill>
                    <a:srgbClr val="4285F4"/>
                  </a:solidFill>
                </a:uFill>
                <a:latin typeface="Cambria Math"/>
                <a:cs typeface="Cambria Math"/>
              </a:rPr>
              <a:t> </a:t>
            </a:r>
            <a:r>
              <a:rPr sz="2000" u="heavy" spc="-50" dirty="0">
                <a:uFill>
                  <a:solidFill>
                    <a:srgbClr val="4285F4"/>
                  </a:solidFill>
                </a:uFill>
                <a:latin typeface="Cambria Math"/>
                <a:cs typeface="Cambria Math"/>
              </a:rPr>
              <a:t>b</a:t>
            </a:r>
            <a:r>
              <a:rPr sz="2000" u="heavy" spc="500" dirty="0">
                <a:uFill>
                  <a:solidFill>
                    <a:srgbClr val="4285F4"/>
                  </a:solidFill>
                </a:uFill>
                <a:latin typeface="Cambria Math"/>
                <a:cs typeface="Cambria Math"/>
              </a:rPr>
              <a:t> 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7905" y="2338704"/>
            <a:ext cx="652145" cy="238125"/>
          </a:xfrm>
          <a:custGeom>
            <a:avLst/>
            <a:gdLst/>
            <a:ahLst/>
            <a:cxnLst/>
            <a:rect l="l" t="t" r="r" b="b"/>
            <a:pathLst>
              <a:path w="652144" h="238125">
                <a:moveTo>
                  <a:pt x="576110" y="0"/>
                </a:moveTo>
                <a:lnTo>
                  <a:pt x="572719" y="9651"/>
                </a:lnTo>
                <a:lnTo>
                  <a:pt x="586507" y="15652"/>
                </a:lnTo>
                <a:lnTo>
                  <a:pt x="598363" y="23939"/>
                </a:lnTo>
                <a:lnTo>
                  <a:pt x="622443" y="62277"/>
                </a:lnTo>
                <a:lnTo>
                  <a:pt x="630351" y="117856"/>
                </a:lnTo>
                <a:lnTo>
                  <a:pt x="629468" y="138884"/>
                </a:lnTo>
                <a:lnTo>
                  <a:pt x="616229" y="190372"/>
                </a:lnTo>
                <a:lnTo>
                  <a:pt x="586663" y="222448"/>
                </a:lnTo>
                <a:lnTo>
                  <a:pt x="573087" y="228472"/>
                </a:lnTo>
                <a:lnTo>
                  <a:pt x="576110" y="238125"/>
                </a:lnTo>
                <a:lnTo>
                  <a:pt x="621617" y="211139"/>
                </a:lnTo>
                <a:lnTo>
                  <a:pt x="647184" y="161242"/>
                </a:lnTo>
                <a:lnTo>
                  <a:pt x="652081" y="119125"/>
                </a:lnTo>
                <a:lnTo>
                  <a:pt x="650865" y="97520"/>
                </a:lnTo>
                <a:lnTo>
                  <a:pt x="641022" y="58564"/>
                </a:lnTo>
                <a:lnTo>
                  <a:pt x="608523" y="15208"/>
                </a:lnTo>
                <a:lnTo>
                  <a:pt x="593381" y="6187"/>
                </a:lnTo>
                <a:lnTo>
                  <a:pt x="576110" y="0"/>
                </a:lnTo>
                <a:close/>
              </a:path>
              <a:path w="652144" h="238125">
                <a:moveTo>
                  <a:pt x="75971" y="0"/>
                </a:moveTo>
                <a:lnTo>
                  <a:pt x="30538" y="27039"/>
                </a:lnTo>
                <a:lnTo>
                  <a:pt x="4913" y="77104"/>
                </a:lnTo>
                <a:lnTo>
                  <a:pt x="71" y="117856"/>
                </a:lnTo>
                <a:lnTo>
                  <a:pt x="0" y="119125"/>
                </a:lnTo>
                <a:lnTo>
                  <a:pt x="4895" y="161242"/>
                </a:lnTo>
                <a:lnTo>
                  <a:pt x="19583" y="196595"/>
                </a:lnTo>
                <a:lnTo>
                  <a:pt x="58647" y="231939"/>
                </a:lnTo>
                <a:lnTo>
                  <a:pt x="75971" y="238125"/>
                </a:lnTo>
                <a:lnTo>
                  <a:pt x="78981" y="228472"/>
                </a:lnTo>
                <a:lnTo>
                  <a:pt x="65405" y="222448"/>
                </a:lnTo>
                <a:lnTo>
                  <a:pt x="53692" y="214090"/>
                </a:lnTo>
                <a:lnTo>
                  <a:pt x="29667" y="175131"/>
                </a:lnTo>
                <a:lnTo>
                  <a:pt x="21770" y="119125"/>
                </a:lnTo>
                <a:lnTo>
                  <a:pt x="21717" y="117856"/>
                </a:lnTo>
                <a:lnTo>
                  <a:pt x="25250" y="78993"/>
                </a:lnTo>
                <a:lnTo>
                  <a:pt x="43865" y="34512"/>
                </a:lnTo>
                <a:lnTo>
                  <a:pt x="79362" y="9651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78142" y="2263775"/>
            <a:ext cx="66040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45" dirty="0">
                <a:latin typeface="Cambria Math"/>
                <a:cs typeface="Cambria Math"/>
              </a:rPr>
              <a:t> </a:t>
            </a:r>
            <a:r>
              <a:rPr sz="2000" spc="-40" dirty="0">
                <a:latin typeface="Cambria Math"/>
                <a:cs typeface="Cambria Math"/>
              </a:rPr>
              <a:t>w,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7187" y="2652776"/>
            <a:ext cx="827405" cy="0"/>
          </a:xfrm>
          <a:custGeom>
            <a:avLst/>
            <a:gdLst/>
            <a:ahLst/>
            <a:cxnLst/>
            <a:rect l="l" t="t" r="r" b="b"/>
            <a:pathLst>
              <a:path w="827405">
                <a:moveTo>
                  <a:pt x="0" y="0"/>
                </a:moveTo>
                <a:lnTo>
                  <a:pt x="827316" y="0"/>
                </a:lnTo>
              </a:path>
            </a:pathLst>
          </a:custGeom>
          <a:ln w="25400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089" y="2747136"/>
            <a:ext cx="383425" cy="21259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88734" y="9525"/>
            <a:ext cx="8955405" cy="4418965"/>
            <a:chOff x="188734" y="9525"/>
            <a:chExt cx="8955405" cy="441896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2095" y="1030224"/>
              <a:ext cx="3266821" cy="30808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45534" y="355472"/>
              <a:ext cx="692276" cy="62750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2539" y="2742819"/>
              <a:ext cx="797678" cy="4993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402" y="3085592"/>
              <a:ext cx="586041" cy="1466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8734" y="3386201"/>
              <a:ext cx="366534" cy="17246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7045" y="3390138"/>
              <a:ext cx="1214005" cy="4765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7999" y="9525"/>
              <a:ext cx="2286000" cy="15240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05475" y="1390586"/>
              <a:ext cx="233362" cy="2238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62675" y="2962211"/>
              <a:ext cx="233362" cy="23336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43325" y="1704911"/>
              <a:ext cx="223837" cy="22383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49540" y="409193"/>
              <a:ext cx="129171" cy="2540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53641" y="285495"/>
              <a:ext cx="973588" cy="19507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93466" y="236093"/>
              <a:ext cx="1021333" cy="22517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03320" y="4187037"/>
              <a:ext cx="662813" cy="23681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39305" y="4211548"/>
              <a:ext cx="294821" cy="19735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898263" y="4151553"/>
              <a:ext cx="481709" cy="26057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48681" y="4263656"/>
              <a:ext cx="233680" cy="16456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69914" y="3100356"/>
              <a:ext cx="827532" cy="107316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03115" y="3267138"/>
              <a:ext cx="316547" cy="876719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061085" marR="5080" indent="-619760">
              <a:lnSpc>
                <a:spcPts val="5710"/>
              </a:lnSpc>
              <a:spcBef>
                <a:spcPts val="259"/>
              </a:spcBef>
            </a:pPr>
            <a:r>
              <a:rPr sz="4800" dirty="0">
                <a:solidFill>
                  <a:srgbClr val="0070EA"/>
                </a:solidFill>
              </a:rPr>
              <a:t>Training</a:t>
            </a:r>
            <a:r>
              <a:rPr sz="4800" spc="-9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Linear Regression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272478" rIns="0" bIns="0" rtlCol="0">
            <a:spAutoFit/>
          </a:bodyPr>
          <a:lstStyle/>
          <a:p>
            <a:pPr marL="593725" marR="5080" indent="419734">
              <a:lnSpc>
                <a:spcPct val="117300"/>
              </a:lnSpc>
              <a:spcBef>
                <a:spcPts val="90"/>
              </a:spcBef>
            </a:pPr>
            <a:r>
              <a:rPr sz="3950" spc="-10" dirty="0">
                <a:latin typeface="Verdana"/>
                <a:cs typeface="Verdana"/>
              </a:rPr>
              <a:t>Implementing </a:t>
            </a:r>
            <a:r>
              <a:rPr sz="3950" dirty="0">
                <a:latin typeface="Verdana"/>
                <a:cs typeface="Verdana"/>
              </a:rPr>
              <a:t>Gradient</a:t>
            </a:r>
            <a:r>
              <a:rPr sz="3950" spc="45" dirty="0">
                <a:latin typeface="Verdana"/>
                <a:cs typeface="Verdana"/>
              </a:rPr>
              <a:t> </a:t>
            </a:r>
            <a:r>
              <a:rPr sz="3950" spc="-10" dirty="0">
                <a:latin typeface="Verdana"/>
                <a:cs typeface="Verdana"/>
              </a:rPr>
              <a:t>Descent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03844" y="4750117"/>
            <a:ext cx="10071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Andrew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2560" y="1524"/>
            <a:ext cx="525907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Gradient</a:t>
            </a:r>
            <a:r>
              <a:rPr spc="-80" dirty="0"/>
              <a:t> </a:t>
            </a:r>
            <a:r>
              <a:rPr dirty="0"/>
              <a:t>descent</a:t>
            </a:r>
            <a:r>
              <a:rPr spc="-75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20662" y="2316226"/>
            <a:ext cx="8849995" cy="818515"/>
            <a:chOff x="220662" y="2316226"/>
            <a:chExt cx="8849995" cy="818515"/>
          </a:xfrm>
        </p:grpSpPr>
        <p:sp>
          <p:nvSpPr>
            <p:cNvPr id="5" name="object 5"/>
            <p:cNvSpPr/>
            <p:nvPr/>
          </p:nvSpPr>
          <p:spPr>
            <a:xfrm>
              <a:off x="233362" y="2328926"/>
              <a:ext cx="8824595" cy="10795"/>
            </a:xfrm>
            <a:custGeom>
              <a:avLst/>
              <a:gdLst/>
              <a:ahLst/>
              <a:cxnLst/>
              <a:rect l="l" t="t" r="r" b="b"/>
              <a:pathLst>
                <a:path w="8824595" h="10794">
                  <a:moveTo>
                    <a:pt x="0" y="0"/>
                  </a:moveTo>
                  <a:lnTo>
                    <a:pt x="8824277" y="10794"/>
                  </a:lnTo>
                </a:path>
              </a:pathLst>
            </a:custGeom>
            <a:ln w="254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40610" y="2896107"/>
              <a:ext cx="1103630" cy="238760"/>
            </a:xfrm>
            <a:custGeom>
              <a:avLst/>
              <a:gdLst/>
              <a:ahLst/>
              <a:cxnLst/>
              <a:rect l="l" t="t" r="r" b="b"/>
              <a:pathLst>
                <a:path w="1103629" h="238760">
                  <a:moveTo>
                    <a:pt x="333375" y="105283"/>
                  </a:moveTo>
                  <a:lnTo>
                    <a:pt x="0" y="105283"/>
                  </a:lnTo>
                  <a:lnTo>
                    <a:pt x="0" y="124333"/>
                  </a:lnTo>
                  <a:lnTo>
                    <a:pt x="333375" y="124333"/>
                  </a:lnTo>
                  <a:lnTo>
                    <a:pt x="333375" y="105283"/>
                  </a:lnTo>
                  <a:close/>
                </a:path>
                <a:path w="1103629" h="238760">
                  <a:moveTo>
                    <a:pt x="578231" y="9779"/>
                  </a:moveTo>
                  <a:lnTo>
                    <a:pt x="574802" y="0"/>
                  </a:lnTo>
                  <a:lnTo>
                    <a:pt x="557555" y="6261"/>
                  </a:lnTo>
                  <a:lnTo>
                    <a:pt x="542429" y="15328"/>
                  </a:lnTo>
                  <a:lnTo>
                    <a:pt x="509943" y="58699"/>
                  </a:lnTo>
                  <a:lnTo>
                    <a:pt x="500087" y="97421"/>
                  </a:lnTo>
                  <a:lnTo>
                    <a:pt x="498856" y="119253"/>
                  </a:lnTo>
                  <a:lnTo>
                    <a:pt x="499948" y="139014"/>
                  </a:lnTo>
                  <a:lnTo>
                    <a:pt x="500062" y="141109"/>
                  </a:lnTo>
                  <a:lnTo>
                    <a:pt x="509828" y="179819"/>
                  </a:lnTo>
                  <a:lnTo>
                    <a:pt x="542315" y="222999"/>
                  </a:lnTo>
                  <a:lnTo>
                    <a:pt x="574802" y="238252"/>
                  </a:lnTo>
                  <a:lnTo>
                    <a:pt x="577850" y="228600"/>
                  </a:lnTo>
                  <a:lnTo>
                    <a:pt x="564273" y="222580"/>
                  </a:lnTo>
                  <a:lnTo>
                    <a:pt x="552538" y="214210"/>
                  </a:lnTo>
                  <a:lnTo>
                    <a:pt x="528497" y="175209"/>
                  </a:lnTo>
                  <a:lnTo>
                    <a:pt x="520623" y="119253"/>
                  </a:lnTo>
                  <a:lnTo>
                    <a:pt x="520573" y="117983"/>
                  </a:lnTo>
                  <a:lnTo>
                    <a:pt x="521449" y="97650"/>
                  </a:lnTo>
                  <a:lnTo>
                    <a:pt x="534670" y="47498"/>
                  </a:lnTo>
                  <a:lnTo>
                    <a:pt x="564489" y="15709"/>
                  </a:lnTo>
                  <a:lnTo>
                    <a:pt x="578231" y="9779"/>
                  </a:lnTo>
                  <a:close/>
                </a:path>
                <a:path w="1103629" h="238760">
                  <a:moveTo>
                    <a:pt x="1103376" y="119253"/>
                  </a:moveTo>
                  <a:lnTo>
                    <a:pt x="1102144" y="97650"/>
                  </a:lnTo>
                  <a:lnTo>
                    <a:pt x="1102131" y="97421"/>
                  </a:lnTo>
                  <a:lnTo>
                    <a:pt x="1098435" y="77241"/>
                  </a:lnTo>
                  <a:lnTo>
                    <a:pt x="1083691" y="41783"/>
                  </a:lnTo>
                  <a:lnTo>
                    <a:pt x="1044613" y="6261"/>
                  </a:lnTo>
                  <a:lnTo>
                    <a:pt x="1027303" y="0"/>
                  </a:lnTo>
                  <a:lnTo>
                    <a:pt x="1024001" y="9779"/>
                  </a:lnTo>
                  <a:lnTo>
                    <a:pt x="1037780" y="15709"/>
                  </a:lnTo>
                  <a:lnTo>
                    <a:pt x="1049629" y="23977"/>
                  </a:lnTo>
                  <a:lnTo>
                    <a:pt x="1073708" y="62407"/>
                  </a:lnTo>
                  <a:lnTo>
                    <a:pt x="1080630" y="97421"/>
                  </a:lnTo>
                  <a:lnTo>
                    <a:pt x="1080668" y="97650"/>
                  </a:lnTo>
                  <a:lnTo>
                    <a:pt x="1080643" y="139014"/>
                  </a:lnTo>
                  <a:lnTo>
                    <a:pt x="1067435" y="190373"/>
                  </a:lnTo>
                  <a:lnTo>
                    <a:pt x="1037920" y="222580"/>
                  </a:lnTo>
                  <a:lnTo>
                    <a:pt x="1024382" y="228600"/>
                  </a:lnTo>
                  <a:lnTo>
                    <a:pt x="1027303" y="238252"/>
                  </a:lnTo>
                  <a:lnTo>
                    <a:pt x="1072807" y="211201"/>
                  </a:lnTo>
                  <a:lnTo>
                    <a:pt x="1098435" y="161315"/>
                  </a:lnTo>
                  <a:lnTo>
                    <a:pt x="1102131" y="141109"/>
                  </a:lnTo>
                  <a:lnTo>
                    <a:pt x="1103376" y="1192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6255" y="2356802"/>
            <a:ext cx="3929379" cy="8007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2280"/>
              </a:lnSpc>
              <a:spcBef>
                <a:spcPts val="125"/>
              </a:spcBef>
            </a:pPr>
            <a:r>
              <a:rPr sz="2000" dirty="0">
                <a:solidFill>
                  <a:srgbClr val="FF9300"/>
                </a:solidFill>
                <a:latin typeface="Verdana"/>
                <a:cs typeface="Verdana"/>
              </a:rPr>
              <a:t>Correct:</a:t>
            </a:r>
            <a:r>
              <a:rPr sz="2000" spc="-16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9300"/>
                </a:solidFill>
                <a:latin typeface="Verdana"/>
                <a:cs typeface="Verdana"/>
              </a:rPr>
              <a:t>Simultaneous</a:t>
            </a:r>
            <a:r>
              <a:rPr sz="2000" spc="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9300"/>
                </a:solidFill>
                <a:latin typeface="Verdana"/>
                <a:cs typeface="Verdana"/>
              </a:rPr>
              <a:t>update</a:t>
            </a:r>
            <a:endParaRPr sz="2000">
              <a:latin typeface="Verdana"/>
              <a:cs typeface="Verdana"/>
            </a:endParaRPr>
          </a:p>
          <a:p>
            <a:pPr marL="39370" algn="ctr">
              <a:lnSpc>
                <a:spcPts val="1835"/>
              </a:lnSpc>
            </a:pPr>
            <a:r>
              <a:rPr sz="2000" spc="95" dirty="0">
                <a:latin typeface="Cambria Math"/>
                <a:cs typeface="Cambria Math"/>
              </a:rPr>
              <a:t>a</a:t>
            </a:r>
            <a:endParaRPr sz="2000">
              <a:latin typeface="Cambria Math"/>
              <a:cs typeface="Cambria Math"/>
            </a:endParaRPr>
          </a:p>
          <a:p>
            <a:pPr marL="43815">
              <a:lnSpc>
                <a:spcPts val="1950"/>
              </a:lnSpc>
            </a:pP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tmp_w</a:t>
            </a:r>
            <a:r>
              <a:rPr sz="2000" spc="114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=</a:t>
            </a:r>
            <a:r>
              <a:rPr sz="2000" spc="9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</a:t>
            </a:r>
            <a:r>
              <a:rPr sz="2000" spc="35" dirty="0">
                <a:latin typeface="Cambria Math"/>
                <a:cs typeface="Cambria Math"/>
              </a:rPr>
              <a:t> </a:t>
            </a:r>
            <a:r>
              <a:rPr sz="2000" spc="844" dirty="0">
                <a:latin typeface="Cambria Math"/>
                <a:cs typeface="Cambria Math"/>
              </a:rPr>
              <a:t>-</a:t>
            </a:r>
            <a:r>
              <a:rPr sz="2000" spc="20" dirty="0">
                <a:latin typeface="Cambria Math"/>
                <a:cs typeface="Cambria Math"/>
              </a:rPr>
              <a:t> </a:t>
            </a:r>
            <a:r>
              <a:rPr sz="2000" spc="229" dirty="0">
                <a:latin typeface="Cambria Math"/>
                <a:cs typeface="Cambria Math"/>
              </a:rPr>
              <a:t>a</a:t>
            </a:r>
            <a:r>
              <a:rPr sz="2000" spc="20" dirty="0">
                <a:latin typeface="Cambria Math"/>
                <a:cs typeface="Cambria Math"/>
              </a:rPr>
              <a:t> </a:t>
            </a:r>
            <a:r>
              <a:rPr sz="3000" baseline="-37500" dirty="0">
                <a:latin typeface="Cambria Math"/>
                <a:cs typeface="Cambria Math"/>
              </a:rPr>
              <a:t>aw</a:t>
            </a:r>
            <a:r>
              <a:rPr sz="3000" spc="-187" baseline="-37500" dirty="0">
                <a:latin typeface="Cambria Math"/>
                <a:cs typeface="Cambria Math"/>
              </a:rPr>
              <a:t> </a:t>
            </a: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8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w,</a:t>
            </a:r>
            <a:r>
              <a:rPr sz="2000" spc="-8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6310" y="3655440"/>
            <a:ext cx="285750" cy="19050"/>
          </a:xfrm>
          <a:custGeom>
            <a:avLst/>
            <a:gdLst/>
            <a:ahLst/>
            <a:cxnLst/>
            <a:rect l="l" t="t" r="r" b="b"/>
            <a:pathLst>
              <a:path w="285750" h="19050">
                <a:moveTo>
                  <a:pt x="285750" y="0"/>
                </a:moveTo>
                <a:lnTo>
                  <a:pt x="0" y="0"/>
                </a:lnTo>
                <a:lnTo>
                  <a:pt x="0" y="19050"/>
                </a:lnTo>
                <a:lnTo>
                  <a:pt x="285750" y="19050"/>
                </a:lnTo>
                <a:lnTo>
                  <a:pt x="2857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15895" y="3649662"/>
            <a:ext cx="30734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40" dirty="0">
                <a:latin typeface="Cambria Math"/>
                <a:cs typeface="Cambria Math"/>
              </a:rPr>
              <a:t>ab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77541" y="3550158"/>
            <a:ext cx="614045" cy="238760"/>
          </a:xfrm>
          <a:custGeom>
            <a:avLst/>
            <a:gdLst/>
            <a:ahLst/>
            <a:cxnLst/>
            <a:rect l="l" t="t" r="r" b="b"/>
            <a:pathLst>
              <a:path w="614045" h="238760">
                <a:moveTo>
                  <a:pt x="537971" y="0"/>
                </a:moveTo>
                <a:lnTo>
                  <a:pt x="534669" y="9651"/>
                </a:lnTo>
                <a:lnTo>
                  <a:pt x="548459" y="15652"/>
                </a:lnTo>
                <a:lnTo>
                  <a:pt x="560308" y="23939"/>
                </a:lnTo>
                <a:lnTo>
                  <a:pt x="584378" y="62349"/>
                </a:lnTo>
                <a:lnTo>
                  <a:pt x="591297" y="97289"/>
                </a:lnTo>
                <a:lnTo>
                  <a:pt x="591339" y="97591"/>
                </a:lnTo>
                <a:lnTo>
                  <a:pt x="591319" y="138884"/>
                </a:lnTo>
                <a:lnTo>
                  <a:pt x="578104" y="190372"/>
                </a:lnTo>
                <a:lnTo>
                  <a:pt x="548600" y="222573"/>
                </a:lnTo>
                <a:lnTo>
                  <a:pt x="535051" y="228599"/>
                </a:lnTo>
                <a:lnTo>
                  <a:pt x="537971" y="238251"/>
                </a:lnTo>
                <a:lnTo>
                  <a:pt x="583477" y="211195"/>
                </a:lnTo>
                <a:lnTo>
                  <a:pt x="609107" y="161242"/>
                </a:lnTo>
                <a:lnTo>
                  <a:pt x="614044" y="119125"/>
                </a:lnTo>
                <a:lnTo>
                  <a:pt x="612825" y="97591"/>
                </a:lnTo>
                <a:lnTo>
                  <a:pt x="612808" y="97289"/>
                </a:lnTo>
                <a:lnTo>
                  <a:pt x="602954" y="58618"/>
                </a:lnTo>
                <a:lnTo>
                  <a:pt x="570452" y="15271"/>
                </a:lnTo>
                <a:lnTo>
                  <a:pt x="555283" y="6242"/>
                </a:lnTo>
                <a:lnTo>
                  <a:pt x="537971" y="0"/>
                </a:lnTo>
                <a:close/>
              </a:path>
              <a:path w="614045" h="238760">
                <a:moveTo>
                  <a:pt x="75945" y="0"/>
                </a:moveTo>
                <a:lnTo>
                  <a:pt x="30565" y="27110"/>
                </a:lnTo>
                <a:lnTo>
                  <a:pt x="4937" y="77120"/>
                </a:lnTo>
                <a:lnTo>
                  <a:pt x="71" y="117855"/>
                </a:lnTo>
                <a:lnTo>
                  <a:pt x="0" y="119125"/>
                </a:lnTo>
                <a:lnTo>
                  <a:pt x="4873" y="161242"/>
                </a:lnTo>
                <a:lnTo>
                  <a:pt x="19557" y="196595"/>
                </a:lnTo>
                <a:lnTo>
                  <a:pt x="58634" y="232011"/>
                </a:lnTo>
                <a:lnTo>
                  <a:pt x="75945" y="238251"/>
                </a:lnTo>
                <a:lnTo>
                  <a:pt x="78993" y="228599"/>
                </a:lnTo>
                <a:lnTo>
                  <a:pt x="65424" y="222573"/>
                </a:lnTo>
                <a:lnTo>
                  <a:pt x="53689" y="214201"/>
                </a:lnTo>
                <a:lnTo>
                  <a:pt x="29646" y="175131"/>
                </a:lnTo>
                <a:lnTo>
                  <a:pt x="21770" y="119125"/>
                </a:lnTo>
                <a:lnTo>
                  <a:pt x="21716" y="117855"/>
                </a:lnTo>
                <a:lnTo>
                  <a:pt x="25241" y="79089"/>
                </a:lnTo>
                <a:lnTo>
                  <a:pt x="43834" y="34512"/>
                </a:lnTo>
                <a:lnTo>
                  <a:pt x="79375" y="9651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7369" y="3287077"/>
            <a:ext cx="2662555" cy="525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48155">
              <a:lnSpc>
                <a:spcPts val="1950"/>
              </a:lnSpc>
              <a:spcBef>
                <a:spcPts val="125"/>
              </a:spcBef>
            </a:pPr>
            <a:r>
              <a:rPr sz="2000" spc="95" dirty="0">
                <a:latin typeface="Cambria Math"/>
                <a:cs typeface="Cambria Math"/>
              </a:rPr>
              <a:t>a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ts val="1950"/>
              </a:lnSpc>
              <a:tabLst>
                <a:tab pos="2014220" algn="l"/>
              </a:tabLst>
            </a:pP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tmp_b</a:t>
            </a:r>
            <a:r>
              <a:rPr sz="2000" spc="6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=</a:t>
            </a:r>
            <a:r>
              <a:rPr sz="2000" spc="12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b</a:t>
            </a:r>
            <a:r>
              <a:rPr sz="2000" spc="90" dirty="0">
                <a:latin typeface="Cambria Math"/>
                <a:cs typeface="Cambria Math"/>
              </a:rPr>
              <a:t> </a:t>
            </a:r>
            <a:r>
              <a:rPr sz="2000" spc="844" dirty="0">
                <a:latin typeface="Cambria Math"/>
                <a:cs typeface="Cambria Math"/>
              </a:rPr>
              <a:t>-</a:t>
            </a:r>
            <a:r>
              <a:rPr sz="2000" spc="40" dirty="0">
                <a:latin typeface="Cambria Math"/>
                <a:cs typeface="Cambria Math"/>
              </a:rPr>
              <a:t> </a:t>
            </a:r>
            <a:r>
              <a:rPr sz="2000" spc="180" dirty="0">
                <a:latin typeface="Cambria Math"/>
                <a:cs typeface="Cambria Math"/>
              </a:rPr>
              <a:t>a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3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7369" y="3817746"/>
            <a:ext cx="1303020" cy="700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 marR="5080" indent="-9525">
              <a:lnSpc>
                <a:spcPct val="110700"/>
              </a:lnSpc>
              <a:spcBef>
                <a:spcPts val="95"/>
              </a:spcBef>
            </a:pP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000" spc="13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=</a:t>
            </a:r>
            <a:r>
              <a:rPr sz="2000" spc="5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latin typeface="Cambria Math"/>
                <a:cs typeface="Cambria Math"/>
              </a:rPr>
              <a:t>tmp_w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r>
              <a:rPr sz="2000" spc="114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=</a:t>
            </a:r>
            <a:r>
              <a:rPr sz="2000" spc="14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tmp_b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66815" y="100330"/>
            <a:ext cx="13563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rgbClr val="0096FF"/>
                </a:solidFill>
                <a:latin typeface="Verdana"/>
                <a:cs typeface="Verdana"/>
              </a:rPr>
              <a:t>Assignment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64476" y="100330"/>
            <a:ext cx="176022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7030A0"/>
                </a:solidFill>
                <a:latin typeface="Verdana"/>
                <a:cs typeface="Verdana"/>
              </a:rPr>
              <a:t>Truth</a:t>
            </a:r>
            <a:r>
              <a:rPr sz="1800" spc="-6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7030A0"/>
                </a:solidFill>
                <a:latin typeface="Verdana"/>
                <a:cs typeface="Verdana"/>
              </a:rPr>
              <a:t>assertion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72204" y="762952"/>
            <a:ext cx="1617980" cy="13589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83820" marR="114935" algn="ctr">
              <a:lnSpc>
                <a:spcPct val="104200"/>
              </a:lnSpc>
              <a:spcBef>
                <a:spcPts val="10"/>
              </a:spcBef>
            </a:pPr>
            <a:r>
              <a:rPr sz="1800" dirty="0">
                <a:solidFill>
                  <a:srgbClr val="C00000"/>
                </a:solidFill>
                <a:latin typeface="Comic Sans MS"/>
                <a:cs typeface="Comic Sans MS"/>
              </a:rPr>
              <a:t>Learning</a:t>
            </a:r>
            <a:r>
              <a:rPr sz="1800" spc="-4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1800" spc="-40" dirty="0">
                <a:solidFill>
                  <a:srgbClr val="C00000"/>
                </a:solidFill>
                <a:latin typeface="Comic Sans MS"/>
                <a:cs typeface="Comic Sans MS"/>
              </a:rPr>
              <a:t>rate </a:t>
            </a:r>
            <a:r>
              <a:rPr sz="1800" spc="-10" dirty="0">
                <a:solidFill>
                  <a:srgbClr val="FF40FF"/>
                </a:solidFill>
                <a:latin typeface="Comic Sans MS"/>
                <a:cs typeface="Comic Sans MS"/>
              </a:rPr>
              <a:t>Derivative</a:t>
            </a:r>
            <a:endParaRPr sz="1800">
              <a:latin typeface="Comic Sans MS"/>
              <a:cs typeface="Comic Sans MS"/>
            </a:endParaRPr>
          </a:p>
          <a:p>
            <a:pPr marL="12700" marR="5080" indent="-17780" algn="ctr">
              <a:lnSpc>
                <a:spcPct val="100800"/>
              </a:lnSpc>
              <a:spcBef>
                <a:spcPts val="1730"/>
              </a:spcBef>
            </a:pPr>
            <a:r>
              <a:rPr sz="1800" spc="-10" dirty="0">
                <a:solidFill>
                  <a:srgbClr val="FF9300"/>
                </a:solidFill>
                <a:latin typeface="Comic Sans MS"/>
                <a:cs typeface="Comic Sans MS"/>
              </a:rPr>
              <a:t>Simultaneously </a:t>
            </a:r>
            <a:r>
              <a:rPr sz="1800" dirty="0">
                <a:solidFill>
                  <a:srgbClr val="FF9300"/>
                </a:solidFill>
                <a:latin typeface="Comic Sans MS"/>
                <a:cs typeface="Comic Sans MS"/>
              </a:rPr>
              <a:t>update</a:t>
            </a:r>
            <a:r>
              <a:rPr sz="1800" spc="30" dirty="0">
                <a:solidFill>
                  <a:srgbClr val="FF93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9300"/>
                </a:solidFill>
                <a:latin typeface="Comic Sans MS"/>
                <a:cs typeface="Comic Sans MS"/>
              </a:rPr>
              <a:t>w</a:t>
            </a:r>
            <a:r>
              <a:rPr sz="1800" spc="-50" dirty="0">
                <a:solidFill>
                  <a:srgbClr val="FF93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9300"/>
                </a:solidFill>
                <a:latin typeface="Comic Sans MS"/>
                <a:cs typeface="Comic Sans MS"/>
              </a:rPr>
              <a:t>and</a:t>
            </a:r>
            <a:r>
              <a:rPr sz="1800" spc="-95" dirty="0">
                <a:solidFill>
                  <a:srgbClr val="FF9300"/>
                </a:solidFill>
                <a:latin typeface="Comic Sans MS"/>
                <a:cs typeface="Comic Sans MS"/>
              </a:rPr>
              <a:t> </a:t>
            </a:r>
            <a:r>
              <a:rPr sz="1800" spc="-50" dirty="0">
                <a:solidFill>
                  <a:srgbClr val="FF9300"/>
                </a:solidFill>
                <a:latin typeface="Comic Sans MS"/>
                <a:cs typeface="Comic Sans MS"/>
              </a:rPr>
              <a:t>b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6826" y="2328926"/>
            <a:ext cx="0" cy="2112010"/>
          </a:xfrm>
          <a:custGeom>
            <a:avLst/>
            <a:gdLst/>
            <a:ahLst/>
            <a:cxnLst/>
            <a:rect l="l" t="t" r="r" b="b"/>
            <a:pathLst>
              <a:path h="2112010">
                <a:moveTo>
                  <a:pt x="0" y="0"/>
                </a:moveTo>
                <a:lnTo>
                  <a:pt x="0" y="2111806"/>
                </a:lnTo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54676" y="2359279"/>
            <a:ext cx="11969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solidFill>
                  <a:srgbClr val="7030A0"/>
                </a:solidFill>
                <a:latin typeface="Verdana"/>
                <a:cs typeface="Verdana"/>
              </a:rPr>
              <a:t>Incorrect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18452" y="2985389"/>
            <a:ext cx="333375" cy="19050"/>
          </a:xfrm>
          <a:custGeom>
            <a:avLst/>
            <a:gdLst/>
            <a:ahLst/>
            <a:cxnLst/>
            <a:rect l="l" t="t" r="r" b="b"/>
            <a:pathLst>
              <a:path w="333375" h="19050">
                <a:moveTo>
                  <a:pt x="333375" y="0"/>
                </a:moveTo>
                <a:lnTo>
                  <a:pt x="0" y="0"/>
                </a:lnTo>
                <a:lnTo>
                  <a:pt x="0" y="19050"/>
                </a:lnTo>
                <a:lnTo>
                  <a:pt x="333375" y="19050"/>
                </a:lnTo>
                <a:lnTo>
                  <a:pt x="3333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998716" y="2615882"/>
            <a:ext cx="1689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95" dirty="0">
                <a:latin typeface="Cambria Math"/>
                <a:cs typeface="Cambria Math"/>
              </a:rPr>
              <a:t>a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17307" y="2880105"/>
            <a:ext cx="604520" cy="238760"/>
          </a:xfrm>
          <a:custGeom>
            <a:avLst/>
            <a:gdLst/>
            <a:ahLst/>
            <a:cxnLst/>
            <a:rect l="l" t="t" r="r" b="b"/>
            <a:pathLst>
              <a:path w="604520" h="238760">
                <a:moveTo>
                  <a:pt x="528447" y="0"/>
                </a:moveTo>
                <a:lnTo>
                  <a:pt x="525018" y="9779"/>
                </a:lnTo>
                <a:lnTo>
                  <a:pt x="538825" y="15708"/>
                </a:lnTo>
                <a:lnTo>
                  <a:pt x="550703" y="23971"/>
                </a:lnTo>
                <a:lnTo>
                  <a:pt x="574746" y="62404"/>
                </a:lnTo>
                <a:lnTo>
                  <a:pt x="581761" y="97414"/>
                </a:lnTo>
                <a:lnTo>
                  <a:pt x="581794" y="97647"/>
                </a:lnTo>
                <a:lnTo>
                  <a:pt x="582676" y="117982"/>
                </a:lnTo>
                <a:lnTo>
                  <a:pt x="581794" y="139009"/>
                </a:lnTo>
                <a:lnTo>
                  <a:pt x="579151" y="158083"/>
                </a:lnTo>
                <a:lnTo>
                  <a:pt x="560599" y="203471"/>
                </a:lnTo>
                <a:lnTo>
                  <a:pt x="525399" y="228600"/>
                </a:lnTo>
                <a:lnTo>
                  <a:pt x="528447" y="238251"/>
                </a:lnTo>
                <a:lnTo>
                  <a:pt x="573952" y="211195"/>
                </a:lnTo>
                <a:lnTo>
                  <a:pt x="599519" y="161305"/>
                </a:lnTo>
                <a:lnTo>
                  <a:pt x="604393" y="119252"/>
                </a:lnTo>
                <a:lnTo>
                  <a:pt x="603187" y="97647"/>
                </a:lnTo>
                <a:lnTo>
                  <a:pt x="603174" y="97414"/>
                </a:lnTo>
                <a:lnTo>
                  <a:pt x="593355" y="58691"/>
                </a:lnTo>
                <a:lnTo>
                  <a:pt x="560816" y="15319"/>
                </a:lnTo>
                <a:lnTo>
                  <a:pt x="545685" y="6260"/>
                </a:lnTo>
                <a:lnTo>
                  <a:pt x="528447" y="0"/>
                </a:lnTo>
                <a:close/>
              </a:path>
              <a:path w="604520" h="238760">
                <a:moveTo>
                  <a:pt x="75946" y="0"/>
                </a:moveTo>
                <a:lnTo>
                  <a:pt x="30493" y="27164"/>
                </a:lnTo>
                <a:lnTo>
                  <a:pt x="4873" y="77231"/>
                </a:lnTo>
                <a:lnTo>
                  <a:pt x="70" y="117982"/>
                </a:lnTo>
                <a:lnTo>
                  <a:pt x="0" y="119252"/>
                </a:lnTo>
                <a:lnTo>
                  <a:pt x="4873" y="161305"/>
                </a:lnTo>
                <a:lnTo>
                  <a:pt x="19558" y="196595"/>
                </a:lnTo>
                <a:lnTo>
                  <a:pt x="58634" y="232011"/>
                </a:lnTo>
                <a:lnTo>
                  <a:pt x="75946" y="238251"/>
                </a:lnTo>
                <a:lnTo>
                  <a:pt x="78994" y="228600"/>
                </a:lnTo>
                <a:lnTo>
                  <a:pt x="65371" y="222573"/>
                </a:lnTo>
                <a:lnTo>
                  <a:pt x="53641" y="214201"/>
                </a:lnTo>
                <a:lnTo>
                  <a:pt x="29646" y="175204"/>
                </a:lnTo>
                <a:lnTo>
                  <a:pt x="21770" y="119252"/>
                </a:lnTo>
                <a:lnTo>
                  <a:pt x="21717" y="117982"/>
                </a:lnTo>
                <a:lnTo>
                  <a:pt x="22598" y="97647"/>
                </a:lnTo>
                <a:lnTo>
                  <a:pt x="35814" y="47498"/>
                </a:lnTo>
                <a:lnTo>
                  <a:pt x="65585" y="15708"/>
                </a:lnTo>
                <a:lnTo>
                  <a:pt x="79375" y="9779"/>
                </a:lnTo>
                <a:lnTo>
                  <a:pt x="75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129784" y="2806763"/>
            <a:ext cx="2825115" cy="5060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875"/>
              </a:lnSpc>
              <a:spcBef>
                <a:spcPts val="125"/>
              </a:spcBef>
              <a:tabLst>
                <a:tab pos="2167255" algn="l"/>
              </a:tabLst>
            </a:pP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tmp_w</a:t>
            </a:r>
            <a:r>
              <a:rPr sz="2000" spc="10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=</a:t>
            </a:r>
            <a:r>
              <a:rPr sz="2000" spc="9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</a:t>
            </a:r>
            <a:r>
              <a:rPr sz="2000" spc="30" dirty="0">
                <a:latin typeface="Cambria Math"/>
                <a:cs typeface="Cambria Math"/>
              </a:rPr>
              <a:t> </a:t>
            </a:r>
            <a:r>
              <a:rPr sz="2000" spc="844" dirty="0">
                <a:latin typeface="Cambria Math"/>
                <a:cs typeface="Cambria Math"/>
              </a:rPr>
              <a:t>-</a:t>
            </a:r>
            <a:r>
              <a:rPr sz="2000" spc="10" dirty="0">
                <a:latin typeface="Cambria Math"/>
                <a:cs typeface="Cambria Math"/>
              </a:rPr>
              <a:t> </a:t>
            </a:r>
            <a:r>
              <a:rPr sz="2000" spc="180" dirty="0">
                <a:latin typeface="Cambria Math"/>
                <a:cs typeface="Cambria Math"/>
              </a:rPr>
              <a:t>a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w,</a:t>
            </a:r>
            <a:r>
              <a:rPr sz="2000" spc="-10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  <a:p>
            <a:pPr marL="1795780">
              <a:lnSpc>
                <a:spcPts val="1875"/>
              </a:lnSpc>
            </a:pPr>
            <a:r>
              <a:rPr sz="2000" spc="-25" dirty="0">
                <a:latin typeface="Cambria Math"/>
                <a:cs typeface="Cambria Math"/>
              </a:rPr>
              <a:t>aw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54676" y="3358515"/>
            <a:ext cx="131254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000" spc="13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=</a:t>
            </a:r>
            <a:r>
              <a:rPr sz="2000" spc="5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latin typeface="Cambria Math"/>
                <a:cs typeface="Cambria Math"/>
              </a:rPr>
              <a:t>tmp_w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35393" y="3900690"/>
            <a:ext cx="285750" cy="19050"/>
          </a:xfrm>
          <a:custGeom>
            <a:avLst/>
            <a:gdLst/>
            <a:ahLst/>
            <a:cxnLst/>
            <a:rect l="l" t="t" r="r" b="b"/>
            <a:pathLst>
              <a:path w="285750" h="19050">
                <a:moveTo>
                  <a:pt x="285750" y="0"/>
                </a:moveTo>
                <a:lnTo>
                  <a:pt x="0" y="0"/>
                </a:lnTo>
                <a:lnTo>
                  <a:pt x="0" y="19049"/>
                </a:lnTo>
                <a:lnTo>
                  <a:pt x="285750" y="19049"/>
                </a:lnTo>
                <a:lnTo>
                  <a:pt x="2857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896734" y="3532822"/>
            <a:ext cx="1689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95" dirty="0">
                <a:latin typeface="Cambria Math"/>
                <a:cs typeface="Cambria Math"/>
              </a:rPr>
              <a:t>a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7100" y="3753764"/>
            <a:ext cx="614045" cy="27989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151754" y="3723640"/>
            <a:ext cx="2662555" cy="706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875"/>
              </a:lnSpc>
              <a:spcBef>
                <a:spcPts val="125"/>
              </a:spcBef>
              <a:tabLst>
                <a:tab pos="2014220" algn="l"/>
              </a:tabLst>
            </a:pP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tmp_b</a:t>
            </a:r>
            <a:r>
              <a:rPr sz="2000" spc="8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=</a:t>
            </a:r>
            <a:r>
              <a:rPr sz="2000" spc="20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b </a:t>
            </a:r>
            <a:r>
              <a:rPr sz="2000" spc="844" dirty="0">
                <a:latin typeface="Cambria Math"/>
                <a:cs typeface="Cambria Math"/>
              </a:rPr>
              <a:t>-</a:t>
            </a:r>
            <a:r>
              <a:rPr sz="2000" spc="35" dirty="0">
                <a:latin typeface="Cambria Math"/>
                <a:cs typeface="Cambria Math"/>
              </a:rPr>
              <a:t> </a:t>
            </a:r>
            <a:r>
              <a:rPr sz="2000" spc="180" dirty="0">
                <a:latin typeface="Cambria Math"/>
                <a:cs typeface="Cambria Math"/>
              </a:rPr>
              <a:t>a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370" dirty="0"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  <a:p>
            <a:pPr marL="1690370">
              <a:lnSpc>
                <a:spcPts val="1465"/>
              </a:lnSpc>
            </a:pPr>
            <a:r>
              <a:rPr sz="2000" spc="40" dirty="0">
                <a:latin typeface="Cambria Math"/>
                <a:cs typeface="Cambria Math"/>
              </a:rPr>
              <a:t>ab</a:t>
            </a:r>
            <a:endParaRPr sz="2000">
              <a:latin typeface="Cambria Math"/>
              <a:cs typeface="Cambria Math"/>
            </a:endParaRPr>
          </a:p>
          <a:p>
            <a:pPr marL="15240">
              <a:lnSpc>
                <a:spcPts val="1989"/>
              </a:lnSpc>
            </a:pP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r>
              <a:rPr sz="2000" spc="10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=</a:t>
            </a:r>
            <a:r>
              <a:rPr sz="2000" spc="14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tmp_b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1454" y="450278"/>
            <a:ext cx="32886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Verdana"/>
                <a:cs typeface="Verdana"/>
              </a:rPr>
              <a:t>Repeat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until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convergence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38988" y="81026"/>
            <a:ext cx="8726170" cy="4444365"/>
            <a:chOff x="138988" y="81026"/>
            <a:chExt cx="8726170" cy="4444365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493" y="1181608"/>
              <a:ext cx="146164" cy="11188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358" y="1104011"/>
              <a:ext cx="301415" cy="30416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9154" y="1759711"/>
              <a:ext cx="165741" cy="26327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0076" y="898525"/>
              <a:ext cx="2173036" cy="60121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82798" y="1799717"/>
              <a:ext cx="272542" cy="21069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9860" y="1592579"/>
              <a:ext cx="1905253" cy="57073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85787" y="1849246"/>
              <a:ext cx="273050" cy="30480"/>
            </a:xfrm>
            <a:custGeom>
              <a:avLst/>
              <a:gdLst/>
              <a:ahLst/>
              <a:cxnLst/>
              <a:rect l="l" t="t" r="r" b="b"/>
              <a:pathLst>
                <a:path w="273050" h="30480">
                  <a:moveTo>
                    <a:pt x="184467" y="4317"/>
                  </a:moveTo>
                  <a:lnTo>
                    <a:pt x="90982" y="4317"/>
                  </a:lnTo>
                  <a:lnTo>
                    <a:pt x="87763" y="4699"/>
                  </a:lnTo>
                  <a:lnTo>
                    <a:pt x="88239" y="4699"/>
                  </a:lnTo>
                  <a:lnTo>
                    <a:pt x="86448" y="5079"/>
                  </a:lnTo>
                  <a:lnTo>
                    <a:pt x="84429" y="5587"/>
                  </a:lnTo>
                  <a:lnTo>
                    <a:pt x="82626" y="6730"/>
                  </a:lnTo>
                  <a:lnTo>
                    <a:pt x="81305" y="8254"/>
                  </a:lnTo>
                  <a:lnTo>
                    <a:pt x="80919" y="8830"/>
                  </a:lnTo>
                  <a:lnTo>
                    <a:pt x="77965" y="12064"/>
                  </a:lnTo>
                  <a:lnTo>
                    <a:pt x="77139" y="13842"/>
                  </a:lnTo>
                  <a:lnTo>
                    <a:pt x="76110" y="21462"/>
                  </a:lnTo>
                  <a:lnTo>
                    <a:pt x="76024" y="22098"/>
                  </a:lnTo>
                  <a:lnTo>
                    <a:pt x="75908" y="23749"/>
                  </a:lnTo>
                  <a:lnTo>
                    <a:pt x="78867" y="27939"/>
                  </a:lnTo>
                  <a:lnTo>
                    <a:pt x="88036" y="29972"/>
                  </a:lnTo>
                  <a:lnTo>
                    <a:pt x="92646" y="27304"/>
                  </a:lnTo>
                  <a:lnTo>
                    <a:pt x="93613" y="24256"/>
                  </a:lnTo>
                  <a:lnTo>
                    <a:pt x="88836" y="24256"/>
                  </a:lnTo>
                  <a:lnTo>
                    <a:pt x="86926" y="23749"/>
                  </a:lnTo>
                  <a:lnTo>
                    <a:pt x="85896" y="23749"/>
                  </a:lnTo>
                  <a:lnTo>
                    <a:pt x="93083" y="22098"/>
                  </a:lnTo>
                  <a:lnTo>
                    <a:pt x="93500" y="22098"/>
                  </a:lnTo>
                  <a:lnTo>
                    <a:pt x="95046" y="19685"/>
                  </a:lnTo>
                  <a:lnTo>
                    <a:pt x="201546" y="19685"/>
                  </a:lnTo>
                  <a:lnTo>
                    <a:pt x="203441" y="15493"/>
                  </a:lnTo>
                  <a:lnTo>
                    <a:pt x="203335" y="13842"/>
                  </a:lnTo>
                  <a:lnTo>
                    <a:pt x="203220" y="12064"/>
                  </a:lnTo>
                  <a:lnTo>
                    <a:pt x="184467" y="12064"/>
                  </a:lnTo>
                  <a:lnTo>
                    <a:pt x="184467" y="4317"/>
                  </a:lnTo>
                  <a:close/>
                </a:path>
                <a:path w="273050" h="30480">
                  <a:moveTo>
                    <a:pt x="76267" y="24256"/>
                  </a:moveTo>
                  <a:lnTo>
                    <a:pt x="0" y="24256"/>
                  </a:lnTo>
                  <a:lnTo>
                    <a:pt x="272948" y="25018"/>
                  </a:lnTo>
                  <a:lnTo>
                    <a:pt x="76805" y="25018"/>
                  </a:lnTo>
                  <a:lnTo>
                    <a:pt x="76267" y="24256"/>
                  </a:lnTo>
                  <a:close/>
                </a:path>
                <a:path w="273050" h="30480">
                  <a:moveTo>
                    <a:pt x="200333" y="21798"/>
                  </a:moveTo>
                  <a:lnTo>
                    <a:pt x="94642" y="21798"/>
                  </a:lnTo>
                  <a:lnTo>
                    <a:pt x="94293" y="22098"/>
                  </a:lnTo>
                  <a:lnTo>
                    <a:pt x="93371" y="25018"/>
                  </a:lnTo>
                  <a:lnTo>
                    <a:pt x="191033" y="25018"/>
                  </a:lnTo>
                  <a:lnTo>
                    <a:pt x="193624" y="24256"/>
                  </a:lnTo>
                  <a:lnTo>
                    <a:pt x="193957" y="24256"/>
                  </a:lnTo>
                  <a:lnTo>
                    <a:pt x="197196" y="23749"/>
                  </a:lnTo>
                  <a:lnTo>
                    <a:pt x="197843" y="23749"/>
                  </a:lnTo>
                  <a:lnTo>
                    <a:pt x="200333" y="21798"/>
                  </a:lnTo>
                  <a:close/>
                </a:path>
                <a:path w="273050" h="30480">
                  <a:moveTo>
                    <a:pt x="194157" y="24256"/>
                  </a:moveTo>
                  <a:lnTo>
                    <a:pt x="193624" y="24256"/>
                  </a:lnTo>
                  <a:lnTo>
                    <a:pt x="191033" y="25018"/>
                  </a:lnTo>
                  <a:lnTo>
                    <a:pt x="190500" y="25018"/>
                  </a:lnTo>
                  <a:lnTo>
                    <a:pt x="194157" y="24256"/>
                  </a:lnTo>
                  <a:close/>
                </a:path>
                <a:path w="273050" h="30480">
                  <a:moveTo>
                    <a:pt x="194405" y="24256"/>
                  </a:moveTo>
                  <a:lnTo>
                    <a:pt x="194157" y="24256"/>
                  </a:lnTo>
                  <a:lnTo>
                    <a:pt x="190500" y="25018"/>
                  </a:lnTo>
                  <a:lnTo>
                    <a:pt x="190119" y="25018"/>
                  </a:lnTo>
                  <a:lnTo>
                    <a:pt x="194405" y="24256"/>
                  </a:lnTo>
                  <a:close/>
                </a:path>
                <a:path w="273050" h="30480">
                  <a:moveTo>
                    <a:pt x="94293" y="22098"/>
                  </a:moveTo>
                  <a:lnTo>
                    <a:pt x="92443" y="23749"/>
                  </a:lnTo>
                  <a:lnTo>
                    <a:pt x="86926" y="23749"/>
                  </a:lnTo>
                  <a:lnTo>
                    <a:pt x="88836" y="24256"/>
                  </a:lnTo>
                  <a:lnTo>
                    <a:pt x="93613" y="24256"/>
                  </a:lnTo>
                  <a:lnTo>
                    <a:pt x="94214" y="22351"/>
                  </a:lnTo>
                  <a:lnTo>
                    <a:pt x="94293" y="22098"/>
                  </a:lnTo>
                  <a:close/>
                </a:path>
                <a:path w="273050" h="30480">
                  <a:moveTo>
                    <a:pt x="94387" y="21798"/>
                  </a:moveTo>
                  <a:lnTo>
                    <a:pt x="85896" y="23749"/>
                  </a:lnTo>
                  <a:lnTo>
                    <a:pt x="92443" y="23749"/>
                  </a:lnTo>
                  <a:lnTo>
                    <a:pt x="93500" y="22098"/>
                  </a:lnTo>
                  <a:lnTo>
                    <a:pt x="94293" y="22098"/>
                  </a:lnTo>
                  <a:lnTo>
                    <a:pt x="94387" y="21798"/>
                  </a:lnTo>
                  <a:close/>
                </a:path>
                <a:path w="273050" h="30480">
                  <a:moveTo>
                    <a:pt x="94310" y="22098"/>
                  </a:moveTo>
                  <a:lnTo>
                    <a:pt x="93500" y="22098"/>
                  </a:lnTo>
                  <a:lnTo>
                    <a:pt x="92443" y="23749"/>
                  </a:lnTo>
                  <a:lnTo>
                    <a:pt x="94310" y="22098"/>
                  </a:lnTo>
                  <a:close/>
                </a:path>
                <a:path w="273050" h="30480">
                  <a:moveTo>
                    <a:pt x="95046" y="19685"/>
                  </a:moveTo>
                  <a:lnTo>
                    <a:pt x="93500" y="22098"/>
                  </a:lnTo>
                  <a:lnTo>
                    <a:pt x="93083" y="22098"/>
                  </a:lnTo>
                  <a:lnTo>
                    <a:pt x="94387" y="21798"/>
                  </a:lnTo>
                  <a:lnTo>
                    <a:pt x="95046" y="19685"/>
                  </a:lnTo>
                  <a:close/>
                </a:path>
                <a:path w="273050" h="30480">
                  <a:moveTo>
                    <a:pt x="201546" y="19685"/>
                  </a:moveTo>
                  <a:lnTo>
                    <a:pt x="95046" y="19685"/>
                  </a:lnTo>
                  <a:lnTo>
                    <a:pt x="94492" y="21462"/>
                  </a:lnTo>
                  <a:lnTo>
                    <a:pt x="94387" y="21798"/>
                  </a:lnTo>
                  <a:lnTo>
                    <a:pt x="94293" y="22098"/>
                  </a:lnTo>
                  <a:lnTo>
                    <a:pt x="94642" y="21798"/>
                  </a:lnTo>
                  <a:lnTo>
                    <a:pt x="200333" y="21798"/>
                  </a:lnTo>
                  <a:lnTo>
                    <a:pt x="200761" y="21462"/>
                  </a:lnTo>
                  <a:lnTo>
                    <a:pt x="201546" y="19685"/>
                  </a:lnTo>
                  <a:close/>
                </a:path>
                <a:path w="273050" h="30480">
                  <a:moveTo>
                    <a:pt x="192760" y="4317"/>
                  </a:moveTo>
                  <a:lnTo>
                    <a:pt x="184467" y="4317"/>
                  </a:lnTo>
                  <a:lnTo>
                    <a:pt x="184467" y="12064"/>
                  </a:lnTo>
                  <a:lnTo>
                    <a:pt x="185178" y="9429"/>
                  </a:lnTo>
                  <a:lnTo>
                    <a:pt x="185259" y="9143"/>
                  </a:lnTo>
                  <a:lnTo>
                    <a:pt x="184632" y="9143"/>
                  </a:lnTo>
                  <a:lnTo>
                    <a:pt x="185762" y="7365"/>
                  </a:lnTo>
                  <a:lnTo>
                    <a:pt x="188686" y="7365"/>
                  </a:lnTo>
                  <a:lnTo>
                    <a:pt x="194767" y="4699"/>
                  </a:lnTo>
                  <a:lnTo>
                    <a:pt x="194056" y="4699"/>
                  </a:lnTo>
                  <a:lnTo>
                    <a:pt x="192760" y="4317"/>
                  </a:lnTo>
                  <a:close/>
                </a:path>
                <a:path w="273050" h="30480">
                  <a:moveTo>
                    <a:pt x="201637" y="4317"/>
                  </a:moveTo>
                  <a:lnTo>
                    <a:pt x="192938" y="4317"/>
                  </a:lnTo>
                  <a:lnTo>
                    <a:pt x="194767" y="4699"/>
                  </a:lnTo>
                  <a:lnTo>
                    <a:pt x="185348" y="8830"/>
                  </a:lnTo>
                  <a:lnTo>
                    <a:pt x="184431" y="12064"/>
                  </a:lnTo>
                  <a:lnTo>
                    <a:pt x="201673" y="12064"/>
                  </a:lnTo>
                  <a:lnTo>
                    <a:pt x="200342" y="7365"/>
                  </a:lnTo>
                  <a:lnTo>
                    <a:pt x="201637" y="7365"/>
                  </a:lnTo>
                  <a:lnTo>
                    <a:pt x="201637" y="4317"/>
                  </a:lnTo>
                  <a:close/>
                </a:path>
                <a:path w="273050" h="30480">
                  <a:moveTo>
                    <a:pt x="200342" y="7365"/>
                  </a:moveTo>
                  <a:lnTo>
                    <a:pt x="201673" y="12064"/>
                  </a:lnTo>
                  <a:lnTo>
                    <a:pt x="201637" y="9429"/>
                  </a:lnTo>
                  <a:lnTo>
                    <a:pt x="200342" y="7365"/>
                  </a:lnTo>
                  <a:close/>
                </a:path>
                <a:path w="273050" h="30480">
                  <a:moveTo>
                    <a:pt x="201637" y="9429"/>
                  </a:moveTo>
                  <a:lnTo>
                    <a:pt x="201637" y="12064"/>
                  </a:lnTo>
                  <a:lnTo>
                    <a:pt x="203292" y="12064"/>
                  </a:lnTo>
                  <a:lnTo>
                    <a:pt x="201637" y="9429"/>
                  </a:lnTo>
                  <a:close/>
                </a:path>
                <a:path w="273050" h="30480">
                  <a:moveTo>
                    <a:pt x="201637" y="7365"/>
                  </a:moveTo>
                  <a:lnTo>
                    <a:pt x="200342" y="7365"/>
                  </a:lnTo>
                  <a:lnTo>
                    <a:pt x="201637" y="9429"/>
                  </a:lnTo>
                  <a:lnTo>
                    <a:pt x="201637" y="7365"/>
                  </a:lnTo>
                  <a:close/>
                </a:path>
                <a:path w="273050" h="30480">
                  <a:moveTo>
                    <a:pt x="185762" y="7365"/>
                  </a:moveTo>
                  <a:lnTo>
                    <a:pt x="184632" y="9143"/>
                  </a:lnTo>
                  <a:lnTo>
                    <a:pt x="185348" y="8830"/>
                  </a:lnTo>
                  <a:lnTo>
                    <a:pt x="185762" y="7365"/>
                  </a:lnTo>
                  <a:close/>
                </a:path>
                <a:path w="273050" h="30480">
                  <a:moveTo>
                    <a:pt x="185348" y="8830"/>
                  </a:moveTo>
                  <a:lnTo>
                    <a:pt x="184632" y="9143"/>
                  </a:lnTo>
                  <a:lnTo>
                    <a:pt x="185259" y="9143"/>
                  </a:lnTo>
                  <a:lnTo>
                    <a:pt x="185348" y="8830"/>
                  </a:lnTo>
                  <a:close/>
                </a:path>
                <a:path w="273050" h="30480">
                  <a:moveTo>
                    <a:pt x="188686" y="7365"/>
                  </a:moveTo>
                  <a:lnTo>
                    <a:pt x="185762" y="7365"/>
                  </a:lnTo>
                  <a:lnTo>
                    <a:pt x="185348" y="8830"/>
                  </a:lnTo>
                  <a:lnTo>
                    <a:pt x="188686" y="7365"/>
                  </a:lnTo>
                  <a:close/>
                </a:path>
                <a:path w="273050" h="30480">
                  <a:moveTo>
                    <a:pt x="192976" y="4317"/>
                  </a:moveTo>
                  <a:lnTo>
                    <a:pt x="192760" y="4317"/>
                  </a:lnTo>
                  <a:lnTo>
                    <a:pt x="194056" y="4699"/>
                  </a:lnTo>
                  <a:lnTo>
                    <a:pt x="192976" y="4317"/>
                  </a:lnTo>
                  <a:close/>
                </a:path>
                <a:path w="273050" h="30480">
                  <a:moveTo>
                    <a:pt x="192938" y="4317"/>
                  </a:moveTo>
                  <a:lnTo>
                    <a:pt x="193948" y="4699"/>
                  </a:lnTo>
                  <a:lnTo>
                    <a:pt x="194767" y="4699"/>
                  </a:lnTo>
                  <a:lnTo>
                    <a:pt x="192938" y="4317"/>
                  </a:lnTo>
                  <a:close/>
                </a:path>
                <a:path w="273050" h="30480">
                  <a:moveTo>
                    <a:pt x="197789" y="0"/>
                  </a:moveTo>
                  <a:lnTo>
                    <a:pt x="188315" y="0"/>
                  </a:lnTo>
                  <a:lnTo>
                    <a:pt x="184095" y="4317"/>
                  </a:lnTo>
                  <a:lnTo>
                    <a:pt x="202010" y="4317"/>
                  </a:lnTo>
                  <a:lnTo>
                    <a:pt x="197789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5490" y="1718690"/>
              <a:ext cx="941603" cy="52590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56183" y="1934845"/>
              <a:ext cx="130810" cy="26670"/>
            </a:xfrm>
            <a:custGeom>
              <a:avLst/>
              <a:gdLst/>
              <a:ahLst/>
              <a:cxnLst/>
              <a:rect l="l" t="t" r="r" b="b"/>
              <a:pathLst>
                <a:path w="130809" h="26669">
                  <a:moveTo>
                    <a:pt x="114223" y="1650"/>
                  </a:moveTo>
                  <a:lnTo>
                    <a:pt x="107416" y="4699"/>
                  </a:lnTo>
                  <a:lnTo>
                    <a:pt x="105448" y="8381"/>
                  </a:lnTo>
                  <a:lnTo>
                    <a:pt x="106337" y="14605"/>
                  </a:lnTo>
                  <a:lnTo>
                    <a:pt x="108038" y="18668"/>
                  </a:lnTo>
                  <a:lnTo>
                    <a:pt x="110566" y="21843"/>
                  </a:lnTo>
                  <a:lnTo>
                    <a:pt x="113436" y="25527"/>
                  </a:lnTo>
                  <a:lnTo>
                    <a:pt x="118770" y="26162"/>
                  </a:lnTo>
                  <a:lnTo>
                    <a:pt x="122466" y="23368"/>
                  </a:lnTo>
                  <a:lnTo>
                    <a:pt x="124394" y="21843"/>
                  </a:lnTo>
                  <a:lnTo>
                    <a:pt x="105016" y="21843"/>
                  </a:lnTo>
                  <a:lnTo>
                    <a:pt x="117525" y="21209"/>
                  </a:lnTo>
                  <a:lnTo>
                    <a:pt x="115951" y="21209"/>
                  </a:lnTo>
                  <a:lnTo>
                    <a:pt x="119075" y="19431"/>
                  </a:lnTo>
                  <a:lnTo>
                    <a:pt x="123558" y="12192"/>
                  </a:lnTo>
                  <a:lnTo>
                    <a:pt x="123139" y="12192"/>
                  </a:lnTo>
                  <a:lnTo>
                    <a:pt x="121492" y="8381"/>
                  </a:lnTo>
                  <a:lnTo>
                    <a:pt x="122316" y="8381"/>
                  </a:lnTo>
                  <a:lnTo>
                    <a:pt x="121570" y="6295"/>
                  </a:lnTo>
                  <a:lnTo>
                    <a:pt x="121509" y="6126"/>
                  </a:lnTo>
                  <a:lnTo>
                    <a:pt x="121159" y="5715"/>
                  </a:lnTo>
                  <a:lnTo>
                    <a:pt x="121044" y="5580"/>
                  </a:lnTo>
                  <a:lnTo>
                    <a:pt x="120908" y="5362"/>
                  </a:lnTo>
                  <a:lnTo>
                    <a:pt x="120788" y="5168"/>
                  </a:lnTo>
                  <a:lnTo>
                    <a:pt x="118249" y="2412"/>
                  </a:lnTo>
                  <a:lnTo>
                    <a:pt x="114223" y="1650"/>
                  </a:lnTo>
                  <a:close/>
                </a:path>
                <a:path w="130809" h="26669">
                  <a:moveTo>
                    <a:pt x="114223" y="1650"/>
                  </a:moveTo>
                  <a:lnTo>
                    <a:pt x="3879" y="1650"/>
                  </a:lnTo>
                  <a:lnTo>
                    <a:pt x="0" y="5715"/>
                  </a:lnTo>
                  <a:lnTo>
                    <a:pt x="0" y="16002"/>
                  </a:lnTo>
                  <a:lnTo>
                    <a:pt x="4000" y="20193"/>
                  </a:lnTo>
                  <a:lnTo>
                    <a:pt x="9105" y="20447"/>
                  </a:lnTo>
                  <a:lnTo>
                    <a:pt x="18673" y="21081"/>
                  </a:lnTo>
                  <a:lnTo>
                    <a:pt x="32219" y="21081"/>
                  </a:lnTo>
                  <a:lnTo>
                    <a:pt x="37985" y="21209"/>
                  </a:lnTo>
                  <a:lnTo>
                    <a:pt x="86385" y="21209"/>
                  </a:lnTo>
                  <a:lnTo>
                    <a:pt x="98958" y="21843"/>
                  </a:lnTo>
                  <a:lnTo>
                    <a:pt x="110566" y="21843"/>
                  </a:lnTo>
                  <a:lnTo>
                    <a:pt x="108038" y="18668"/>
                  </a:lnTo>
                  <a:lnTo>
                    <a:pt x="106337" y="14605"/>
                  </a:lnTo>
                  <a:lnTo>
                    <a:pt x="105448" y="8381"/>
                  </a:lnTo>
                  <a:lnTo>
                    <a:pt x="107416" y="4699"/>
                  </a:lnTo>
                  <a:lnTo>
                    <a:pt x="114223" y="1650"/>
                  </a:lnTo>
                  <a:close/>
                </a:path>
                <a:path w="130809" h="26669">
                  <a:moveTo>
                    <a:pt x="123440" y="10800"/>
                  </a:moveTo>
                  <a:lnTo>
                    <a:pt x="123558" y="12192"/>
                  </a:lnTo>
                  <a:lnTo>
                    <a:pt x="119075" y="19431"/>
                  </a:lnTo>
                  <a:lnTo>
                    <a:pt x="115951" y="21209"/>
                  </a:lnTo>
                  <a:lnTo>
                    <a:pt x="117525" y="21209"/>
                  </a:lnTo>
                  <a:lnTo>
                    <a:pt x="105016" y="21843"/>
                  </a:lnTo>
                  <a:lnTo>
                    <a:pt x="124394" y="21843"/>
                  </a:lnTo>
                  <a:lnTo>
                    <a:pt x="126161" y="20447"/>
                  </a:lnTo>
                  <a:lnTo>
                    <a:pt x="126722" y="16002"/>
                  </a:lnTo>
                  <a:lnTo>
                    <a:pt x="126834" y="15112"/>
                  </a:lnTo>
                  <a:lnTo>
                    <a:pt x="123440" y="10800"/>
                  </a:lnTo>
                  <a:close/>
                </a:path>
                <a:path w="130809" h="26669">
                  <a:moveTo>
                    <a:pt x="121537" y="8381"/>
                  </a:moveTo>
                  <a:lnTo>
                    <a:pt x="122041" y="9652"/>
                  </a:lnTo>
                  <a:lnTo>
                    <a:pt x="123139" y="12192"/>
                  </a:lnTo>
                  <a:lnTo>
                    <a:pt x="122937" y="10800"/>
                  </a:lnTo>
                  <a:lnTo>
                    <a:pt x="122823" y="10016"/>
                  </a:lnTo>
                  <a:lnTo>
                    <a:pt x="121537" y="8381"/>
                  </a:lnTo>
                  <a:close/>
                </a:path>
                <a:path w="130809" h="26669">
                  <a:moveTo>
                    <a:pt x="122823" y="10016"/>
                  </a:moveTo>
                  <a:lnTo>
                    <a:pt x="123139" y="12192"/>
                  </a:lnTo>
                  <a:lnTo>
                    <a:pt x="123558" y="12192"/>
                  </a:lnTo>
                  <a:lnTo>
                    <a:pt x="123440" y="10800"/>
                  </a:lnTo>
                  <a:lnTo>
                    <a:pt x="122823" y="10016"/>
                  </a:lnTo>
                  <a:close/>
                </a:path>
                <a:path w="130809" h="26669">
                  <a:moveTo>
                    <a:pt x="121653" y="6295"/>
                  </a:moveTo>
                  <a:lnTo>
                    <a:pt x="122316" y="8381"/>
                  </a:lnTo>
                  <a:lnTo>
                    <a:pt x="122770" y="9652"/>
                  </a:lnTo>
                  <a:lnTo>
                    <a:pt x="122823" y="10016"/>
                  </a:lnTo>
                  <a:lnTo>
                    <a:pt x="123440" y="10800"/>
                  </a:lnTo>
                  <a:lnTo>
                    <a:pt x="123343" y="9652"/>
                  </a:lnTo>
                  <a:lnTo>
                    <a:pt x="123236" y="8381"/>
                  </a:lnTo>
                  <a:lnTo>
                    <a:pt x="123431" y="8381"/>
                  </a:lnTo>
                  <a:lnTo>
                    <a:pt x="121653" y="6295"/>
                  </a:lnTo>
                  <a:close/>
                </a:path>
                <a:path w="130809" h="26669">
                  <a:moveTo>
                    <a:pt x="122316" y="8381"/>
                  </a:moveTo>
                  <a:lnTo>
                    <a:pt x="121537" y="8381"/>
                  </a:lnTo>
                  <a:lnTo>
                    <a:pt x="122823" y="10016"/>
                  </a:lnTo>
                  <a:lnTo>
                    <a:pt x="122770" y="9652"/>
                  </a:lnTo>
                  <a:lnTo>
                    <a:pt x="122316" y="8381"/>
                  </a:lnTo>
                  <a:close/>
                </a:path>
                <a:path w="130809" h="26669">
                  <a:moveTo>
                    <a:pt x="109092" y="0"/>
                  </a:moveTo>
                  <a:lnTo>
                    <a:pt x="97485" y="0"/>
                  </a:lnTo>
                  <a:lnTo>
                    <a:pt x="86004" y="507"/>
                  </a:lnTo>
                  <a:lnTo>
                    <a:pt x="43751" y="507"/>
                  </a:lnTo>
                  <a:lnTo>
                    <a:pt x="32245" y="762"/>
                  </a:lnTo>
                  <a:lnTo>
                    <a:pt x="22644" y="762"/>
                  </a:lnTo>
                  <a:lnTo>
                    <a:pt x="15062" y="1016"/>
                  </a:lnTo>
                  <a:lnTo>
                    <a:pt x="1447" y="1650"/>
                  </a:lnTo>
                  <a:lnTo>
                    <a:pt x="114223" y="1650"/>
                  </a:lnTo>
                  <a:lnTo>
                    <a:pt x="118249" y="2412"/>
                  </a:lnTo>
                  <a:lnTo>
                    <a:pt x="120788" y="5168"/>
                  </a:lnTo>
                  <a:lnTo>
                    <a:pt x="119075" y="2412"/>
                  </a:lnTo>
                  <a:lnTo>
                    <a:pt x="115951" y="507"/>
                  </a:lnTo>
                  <a:lnTo>
                    <a:pt x="109092" y="0"/>
                  </a:lnTo>
                  <a:close/>
                </a:path>
                <a:path w="130809" h="26669">
                  <a:moveTo>
                    <a:pt x="97332" y="0"/>
                  </a:moveTo>
                  <a:lnTo>
                    <a:pt x="94665" y="0"/>
                  </a:lnTo>
                  <a:lnTo>
                    <a:pt x="130378" y="507"/>
                  </a:lnTo>
                  <a:lnTo>
                    <a:pt x="85496" y="507"/>
                  </a:lnTo>
                  <a:lnTo>
                    <a:pt x="97332" y="0"/>
                  </a:lnTo>
                  <a:close/>
                </a:path>
                <a:path w="130809" h="26669">
                  <a:moveTo>
                    <a:pt x="97485" y="0"/>
                  </a:moveTo>
                  <a:lnTo>
                    <a:pt x="85496" y="507"/>
                  </a:lnTo>
                  <a:lnTo>
                    <a:pt x="86004" y="507"/>
                  </a:lnTo>
                  <a:lnTo>
                    <a:pt x="97485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41138" y="3414522"/>
              <a:ext cx="349250" cy="2793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2746" y="1479676"/>
              <a:ext cx="632958" cy="15875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10704" y="3800729"/>
              <a:ext cx="621665" cy="53975"/>
            </a:xfrm>
            <a:custGeom>
              <a:avLst/>
              <a:gdLst/>
              <a:ahLst/>
              <a:cxnLst/>
              <a:rect l="l" t="t" r="r" b="b"/>
              <a:pathLst>
                <a:path w="621665" h="53975">
                  <a:moveTo>
                    <a:pt x="248242" y="19558"/>
                  </a:moveTo>
                  <a:lnTo>
                    <a:pt x="85875" y="19558"/>
                  </a:lnTo>
                  <a:lnTo>
                    <a:pt x="114846" y="22395"/>
                  </a:lnTo>
                  <a:lnTo>
                    <a:pt x="114383" y="22395"/>
                  </a:lnTo>
                  <a:lnTo>
                    <a:pt x="173041" y="29774"/>
                  </a:lnTo>
                  <a:lnTo>
                    <a:pt x="210578" y="34671"/>
                  </a:lnTo>
                  <a:lnTo>
                    <a:pt x="210769" y="34671"/>
                  </a:lnTo>
                  <a:lnTo>
                    <a:pt x="249567" y="38989"/>
                  </a:lnTo>
                  <a:lnTo>
                    <a:pt x="249745" y="38989"/>
                  </a:lnTo>
                  <a:lnTo>
                    <a:pt x="272236" y="41165"/>
                  </a:lnTo>
                  <a:lnTo>
                    <a:pt x="272057" y="41165"/>
                  </a:lnTo>
                  <a:lnTo>
                    <a:pt x="294233" y="43688"/>
                  </a:lnTo>
                  <a:lnTo>
                    <a:pt x="358800" y="50292"/>
                  </a:lnTo>
                  <a:lnTo>
                    <a:pt x="359181" y="50292"/>
                  </a:lnTo>
                  <a:lnTo>
                    <a:pt x="378256" y="51435"/>
                  </a:lnTo>
                  <a:lnTo>
                    <a:pt x="401388" y="52578"/>
                  </a:lnTo>
                  <a:lnTo>
                    <a:pt x="398983" y="52578"/>
                  </a:lnTo>
                  <a:lnTo>
                    <a:pt x="436537" y="53721"/>
                  </a:lnTo>
                  <a:lnTo>
                    <a:pt x="437375" y="53721"/>
                  </a:lnTo>
                  <a:lnTo>
                    <a:pt x="473011" y="51562"/>
                  </a:lnTo>
                  <a:lnTo>
                    <a:pt x="473595" y="51562"/>
                  </a:lnTo>
                  <a:lnTo>
                    <a:pt x="488010" y="49784"/>
                  </a:lnTo>
                  <a:lnTo>
                    <a:pt x="488365" y="49784"/>
                  </a:lnTo>
                  <a:lnTo>
                    <a:pt x="517893" y="45085"/>
                  </a:lnTo>
                  <a:lnTo>
                    <a:pt x="550538" y="37916"/>
                  </a:lnTo>
                  <a:lnTo>
                    <a:pt x="550875" y="37916"/>
                  </a:lnTo>
                  <a:lnTo>
                    <a:pt x="558139" y="36576"/>
                  </a:lnTo>
                  <a:lnTo>
                    <a:pt x="558406" y="36449"/>
                  </a:lnTo>
                  <a:lnTo>
                    <a:pt x="569901" y="34036"/>
                  </a:lnTo>
                  <a:lnTo>
                    <a:pt x="427899" y="34036"/>
                  </a:lnTo>
                  <a:lnTo>
                    <a:pt x="405575" y="33332"/>
                  </a:lnTo>
                  <a:lnTo>
                    <a:pt x="403168" y="33332"/>
                  </a:lnTo>
                  <a:lnTo>
                    <a:pt x="361225" y="31038"/>
                  </a:lnTo>
                  <a:lnTo>
                    <a:pt x="351298" y="30135"/>
                  </a:lnTo>
                  <a:lnTo>
                    <a:pt x="175244" y="30135"/>
                  </a:lnTo>
                  <a:lnTo>
                    <a:pt x="173836" y="29774"/>
                  </a:lnTo>
                  <a:lnTo>
                    <a:pt x="347333" y="29774"/>
                  </a:lnTo>
                  <a:lnTo>
                    <a:pt x="316095" y="26804"/>
                  </a:lnTo>
                  <a:lnTo>
                    <a:pt x="272939" y="21971"/>
                  </a:lnTo>
                  <a:lnTo>
                    <a:pt x="272588" y="21971"/>
                  </a:lnTo>
                  <a:lnTo>
                    <a:pt x="251750" y="19954"/>
                  </a:lnTo>
                  <a:lnTo>
                    <a:pt x="251897" y="19954"/>
                  </a:lnTo>
                  <a:lnTo>
                    <a:pt x="248242" y="19558"/>
                  </a:lnTo>
                  <a:close/>
                </a:path>
                <a:path w="621665" h="53975">
                  <a:moveTo>
                    <a:pt x="550875" y="37916"/>
                  </a:moveTo>
                  <a:lnTo>
                    <a:pt x="550538" y="37916"/>
                  </a:lnTo>
                  <a:lnTo>
                    <a:pt x="548703" y="38317"/>
                  </a:lnTo>
                  <a:lnTo>
                    <a:pt x="550875" y="37916"/>
                  </a:lnTo>
                  <a:close/>
                </a:path>
                <a:path w="621665" h="53975">
                  <a:moveTo>
                    <a:pt x="116547" y="3556"/>
                  </a:moveTo>
                  <a:lnTo>
                    <a:pt x="34608" y="3556"/>
                  </a:lnTo>
                  <a:lnTo>
                    <a:pt x="30149" y="4572"/>
                  </a:lnTo>
                  <a:lnTo>
                    <a:pt x="29813" y="4572"/>
                  </a:lnTo>
                  <a:lnTo>
                    <a:pt x="4178" y="17907"/>
                  </a:lnTo>
                  <a:lnTo>
                    <a:pt x="647" y="20701"/>
                  </a:lnTo>
                  <a:lnTo>
                    <a:pt x="584" y="21209"/>
                  </a:lnTo>
                  <a:lnTo>
                    <a:pt x="489" y="21971"/>
                  </a:lnTo>
                  <a:lnTo>
                    <a:pt x="410" y="22606"/>
                  </a:lnTo>
                  <a:lnTo>
                    <a:pt x="300" y="23495"/>
                  </a:lnTo>
                  <a:lnTo>
                    <a:pt x="221" y="24130"/>
                  </a:lnTo>
                  <a:lnTo>
                    <a:pt x="94" y="25146"/>
                  </a:lnTo>
                  <a:lnTo>
                    <a:pt x="0" y="25908"/>
                  </a:lnTo>
                  <a:lnTo>
                    <a:pt x="2717" y="29464"/>
                  </a:lnTo>
                  <a:lnTo>
                    <a:pt x="5585" y="33332"/>
                  </a:lnTo>
                  <a:lnTo>
                    <a:pt x="6695" y="33332"/>
                  </a:lnTo>
                  <a:lnTo>
                    <a:pt x="11419" y="34036"/>
                  </a:lnTo>
                  <a:lnTo>
                    <a:pt x="10380" y="34036"/>
                  </a:lnTo>
                  <a:lnTo>
                    <a:pt x="14287" y="31369"/>
                  </a:lnTo>
                  <a:lnTo>
                    <a:pt x="21088" y="26569"/>
                  </a:lnTo>
                  <a:lnTo>
                    <a:pt x="21343" y="26416"/>
                  </a:lnTo>
                  <a:lnTo>
                    <a:pt x="21666" y="26162"/>
                  </a:lnTo>
                  <a:lnTo>
                    <a:pt x="22185" y="25908"/>
                  </a:lnTo>
                  <a:lnTo>
                    <a:pt x="25765" y="23749"/>
                  </a:lnTo>
                  <a:lnTo>
                    <a:pt x="24980" y="23749"/>
                  </a:lnTo>
                  <a:lnTo>
                    <a:pt x="27660" y="22606"/>
                  </a:lnTo>
                  <a:lnTo>
                    <a:pt x="30590" y="22606"/>
                  </a:lnTo>
                  <a:lnTo>
                    <a:pt x="34198" y="21971"/>
                  </a:lnTo>
                  <a:lnTo>
                    <a:pt x="34540" y="21971"/>
                  </a:lnTo>
                  <a:lnTo>
                    <a:pt x="38331" y="21209"/>
                  </a:lnTo>
                  <a:lnTo>
                    <a:pt x="43687" y="20574"/>
                  </a:lnTo>
                  <a:lnTo>
                    <a:pt x="49038" y="19558"/>
                  </a:lnTo>
                  <a:lnTo>
                    <a:pt x="54426" y="18988"/>
                  </a:lnTo>
                  <a:lnTo>
                    <a:pt x="52818" y="18988"/>
                  </a:lnTo>
                  <a:lnTo>
                    <a:pt x="59909" y="18699"/>
                  </a:lnTo>
                  <a:lnTo>
                    <a:pt x="73177" y="18699"/>
                  </a:lnTo>
                  <a:lnTo>
                    <a:pt x="55422" y="18415"/>
                  </a:lnTo>
                  <a:lnTo>
                    <a:pt x="237712" y="18415"/>
                  </a:lnTo>
                  <a:lnTo>
                    <a:pt x="233032" y="17907"/>
                  </a:lnTo>
                  <a:lnTo>
                    <a:pt x="232956" y="17780"/>
                  </a:lnTo>
                  <a:lnTo>
                    <a:pt x="213758" y="15723"/>
                  </a:lnTo>
                  <a:lnTo>
                    <a:pt x="212788" y="15723"/>
                  </a:lnTo>
                  <a:lnTo>
                    <a:pt x="177037" y="11049"/>
                  </a:lnTo>
                  <a:lnTo>
                    <a:pt x="176847" y="11049"/>
                  </a:lnTo>
                  <a:lnTo>
                    <a:pt x="160005" y="9144"/>
                  </a:lnTo>
                  <a:lnTo>
                    <a:pt x="116547" y="3556"/>
                  </a:lnTo>
                  <a:close/>
                </a:path>
                <a:path w="621665" h="53975">
                  <a:moveTo>
                    <a:pt x="590068" y="30135"/>
                  </a:moveTo>
                  <a:lnTo>
                    <a:pt x="485271" y="30135"/>
                  </a:lnTo>
                  <a:lnTo>
                    <a:pt x="470165" y="32131"/>
                  </a:lnTo>
                  <a:lnTo>
                    <a:pt x="468206" y="32131"/>
                  </a:lnTo>
                  <a:lnTo>
                    <a:pt x="436181" y="34036"/>
                  </a:lnTo>
                  <a:lnTo>
                    <a:pt x="569901" y="34036"/>
                  </a:lnTo>
                  <a:lnTo>
                    <a:pt x="573252" y="33332"/>
                  </a:lnTo>
                  <a:lnTo>
                    <a:pt x="572906" y="33332"/>
                  </a:lnTo>
                  <a:lnTo>
                    <a:pt x="579005" y="32258"/>
                  </a:lnTo>
                  <a:lnTo>
                    <a:pt x="590068" y="30135"/>
                  </a:lnTo>
                  <a:close/>
                </a:path>
                <a:path w="621665" h="53975">
                  <a:moveTo>
                    <a:pt x="397562" y="32953"/>
                  </a:moveTo>
                  <a:lnTo>
                    <a:pt x="396357" y="32953"/>
                  </a:lnTo>
                  <a:lnTo>
                    <a:pt x="403168" y="33332"/>
                  </a:lnTo>
                  <a:lnTo>
                    <a:pt x="401905" y="33332"/>
                  </a:lnTo>
                  <a:lnTo>
                    <a:pt x="397562" y="32953"/>
                  </a:lnTo>
                  <a:close/>
                </a:path>
                <a:path w="621665" h="53975">
                  <a:moveTo>
                    <a:pt x="575059" y="32953"/>
                  </a:moveTo>
                  <a:lnTo>
                    <a:pt x="572906" y="33332"/>
                  </a:lnTo>
                  <a:lnTo>
                    <a:pt x="573252" y="33332"/>
                  </a:lnTo>
                  <a:lnTo>
                    <a:pt x="575059" y="32953"/>
                  </a:lnTo>
                  <a:close/>
                </a:path>
                <a:path w="621665" h="53975">
                  <a:moveTo>
                    <a:pt x="595122" y="16798"/>
                  </a:moveTo>
                  <a:lnTo>
                    <a:pt x="554183" y="16798"/>
                  </a:lnTo>
                  <a:lnTo>
                    <a:pt x="546124" y="18288"/>
                  </a:lnTo>
                  <a:lnTo>
                    <a:pt x="546607" y="18288"/>
                  </a:lnTo>
                  <a:lnTo>
                    <a:pt x="525018" y="22987"/>
                  </a:lnTo>
                  <a:lnTo>
                    <a:pt x="524802" y="22987"/>
                  </a:lnTo>
                  <a:lnTo>
                    <a:pt x="513984" y="25527"/>
                  </a:lnTo>
                  <a:lnTo>
                    <a:pt x="483887" y="30318"/>
                  </a:lnTo>
                  <a:lnTo>
                    <a:pt x="485271" y="30135"/>
                  </a:lnTo>
                  <a:lnTo>
                    <a:pt x="589862" y="30135"/>
                  </a:lnTo>
                  <a:lnTo>
                    <a:pt x="594702" y="29083"/>
                  </a:lnTo>
                  <a:lnTo>
                    <a:pt x="594296" y="29083"/>
                  </a:lnTo>
                  <a:lnTo>
                    <a:pt x="606056" y="27686"/>
                  </a:lnTo>
                  <a:lnTo>
                    <a:pt x="605802" y="27686"/>
                  </a:lnTo>
                  <a:lnTo>
                    <a:pt x="610120" y="27305"/>
                  </a:lnTo>
                  <a:lnTo>
                    <a:pt x="612071" y="26804"/>
                  </a:lnTo>
                  <a:lnTo>
                    <a:pt x="603499" y="26162"/>
                  </a:lnTo>
                  <a:lnTo>
                    <a:pt x="605077" y="26162"/>
                  </a:lnTo>
                  <a:lnTo>
                    <a:pt x="603224" y="24130"/>
                  </a:lnTo>
                  <a:lnTo>
                    <a:pt x="598525" y="24130"/>
                  </a:lnTo>
                  <a:lnTo>
                    <a:pt x="595122" y="20701"/>
                  </a:lnTo>
                  <a:lnTo>
                    <a:pt x="595122" y="16798"/>
                  </a:lnTo>
                  <a:close/>
                </a:path>
                <a:path w="621665" h="53975">
                  <a:moveTo>
                    <a:pt x="347333" y="29774"/>
                  </a:moveTo>
                  <a:lnTo>
                    <a:pt x="173836" y="29774"/>
                  </a:lnTo>
                  <a:lnTo>
                    <a:pt x="175244" y="30135"/>
                  </a:lnTo>
                  <a:lnTo>
                    <a:pt x="351298" y="30135"/>
                  </a:lnTo>
                  <a:lnTo>
                    <a:pt x="347333" y="29774"/>
                  </a:lnTo>
                  <a:close/>
                </a:path>
                <a:path w="621665" h="53975">
                  <a:moveTo>
                    <a:pt x="616162" y="26416"/>
                  </a:moveTo>
                  <a:lnTo>
                    <a:pt x="613587" y="26416"/>
                  </a:lnTo>
                  <a:lnTo>
                    <a:pt x="612071" y="26804"/>
                  </a:lnTo>
                  <a:lnTo>
                    <a:pt x="615353" y="27051"/>
                  </a:lnTo>
                  <a:lnTo>
                    <a:pt x="616162" y="26416"/>
                  </a:lnTo>
                  <a:close/>
                </a:path>
                <a:path w="621665" h="53975">
                  <a:moveTo>
                    <a:pt x="605077" y="26162"/>
                  </a:moveTo>
                  <a:lnTo>
                    <a:pt x="603499" y="26162"/>
                  </a:lnTo>
                  <a:lnTo>
                    <a:pt x="612071" y="26804"/>
                  </a:lnTo>
                  <a:lnTo>
                    <a:pt x="612987" y="26569"/>
                  </a:lnTo>
                  <a:lnTo>
                    <a:pt x="612604" y="26569"/>
                  </a:lnTo>
                  <a:lnTo>
                    <a:pt x="613072" y="26416"/>
                  </a:lnTo>
                  <a:lnTo>
                    <a:pt x="605308" y="26416"/>
                  </a:lnTo>
                  <a:lnTo>
                    <a:pt x="605077" y="26162"/>
                  </a:lnTo>
                  <a:close/>
                </a:path>
                <a:path w="621665" h="53975">
                  <a:moveTo>
                    <a:pt x="614616" y="25908"/>
                  </a:moveTo>
                  <a:lnTo>
                    <a:pt x="612604" y="26569"/>
                  </a:lnTo>
                  <a:lnTo>
                    <a:pt x="613359" y="26416"/>
                  </a:lnTo>
                  <a:lnTo>
                    <a:pt x="613587" y="26416"/>
                  </a:lnTo>
                  <a:lnTo>
                    <a:pt x="614616" y="25908"/>
                  </a:lnTo>
                  <a:close/>
                </a:path>
                <a:path w="621665" h="53975">
                  <a:moveTo>
                    <a:pt x="617296" y="25527"/>
                  </a:moveTo>
                  <a:lnTo>
                    <a:pt x="616905" y="25527"/>
                  </a:lnTo>
                  <a:lnTo>
                    <a:pt x="613359" y="26416"/>
                  </a:lnTo>
                  <a:lnTo>
                    <a:pt x="612543" y="26569"/>
                  </a:lnTo>
                  <a:lnTo>
                    <a:pt x="612987" y="26569"/>
                  </a:lnTo>
                  <a:lnTo>
                    <a:pt x="613587" y="26416"/>
                  </a:lnTo>
                  <a:lnTo>
                    <a:pt x="616162" y="26416"/>
                  </a:lnTo>
                  <a:lnTo>
                    <a:pt x="617296" y="25527"/>
                  </a:lnTo>
                  <a:close/>
                </a:path>
                <a:path w="621665" h="53975">
                  <a:moveTo>
                    <a:pt x="601230" y="16510"/>
                  </a:moveTo>
                  <a:lnTo>
                    <a:pt x="601256" y="21971"/>
                  </a:lnTo>
                  <a:lnTo>
                    <a:pt x="605308" y="26416"/>
                  </a:lnTo>
                  <a:lnTo>
                    <a:pt x="613072" y="26416"/>
                  </a:lnTo>
                  <a:lnTo>
                    <a:pt x="614616" y="25908"/>
                  </a:lnTo>
                  <a:lnTo>
                    <a:pt x="615385" y="25908"/>
                  </a:lnTo>
                  <a:lnTo>
                    <a:pt x="616905" y="25527"/>
                  </a:lnTo>
                  <a:lnTo>
                    <a:pt x="617296" y="25527"/>
                  </a:lnTo>
                  <a:lnTo>
                    <a:pt x="618334" y="24712"/>
                  </a:lnTo>
                  <a:lnTo>
                    <a:pt x="618767" y="24130"/>
                  </a:lnTo>
                  <a:lnTo>
                    <a:pt x="608863" y="24130"/>
                  </a:lnTo>
                  <a:lnTo>
                    <a:pt x="601230" y="16510"/>
                  </a:lnTo>
                  <a:close/>
                </a:path>
                <a:path w="621665" h="53975">
                  <a:moveTo>
                    <a:pt x="615385" y="25908"/>
                  </a:moveTo>
                  <a:lnTo>
                    <a:pt x="614616" y="25908"/>
                  </a:lnTo>
                  <a:lnTo>
                    <a:pt x="613587" y="26416"/>
                  </a:lnTo>
                  <a:lnTo>
                    <a:pt x="613359" y="26416"/>
                  </a:lnTo>
                  <a:lnTo>
                    <a:pt x="615385" y="25908"/>
                  </a:lnTo>
                  <a:close/>
                </a:path>
                <a:path w="621665" h="53975">
                  <a:moveTo>
                    <a:pt x="618334" y="24712"/>
                  </a:moveTo>
                  <a:lnTo>
                    <a:pt x="617296" y="25527"/>
                  </a:lnTo>
                  <a:lnTo>
                    <a:pt x="616905" y="25527"/>
                  </a:lnTo>
                  <a:lnTo>
                    <a:pt x="618425" y="25146"/>
                  </a:lnTo>
                  <a:lnTo>
                    <a:pt x="618012" y="25146"/>
                  </a:lnTo>
                  <a:lnTo>
                    <a:pt x="618334" y="24712"/>
                  </a:lnTo>
                  <a:close/>
                </a:path>
                <a:path w="621665" h="53975">
                  <a:moveTo>
                    <a:pt x="620060" y="22395"/>
                  </a:moveTo>
                  <a:lnTo>
                    <a:pt x="618334" y="24712"/>
                  </a:lnTo>
                  <a:lnTo>
                    <a:pt x="619887" y="23495"/>
                  </a:lnTo>
                  <a:lnTo>
                    <a:pt x="619987" y="22860"/>
                  </a:lnTo>
                  <a:lnTo>
                    <a:pt x="620060" y="22395"/>
                  </a:lnTo>
                  <a:close/>
                </a:path>
                <a:path w="621665" h="53975">
                  <a:moveTo>
                    <a:pt x="604339" y="8636"/>
                  </a:moveTo>
                  <a:lnTo>
                    <a:pt x="598777" y="8636"/>
                  </a:lnTo>
                  <a:lnTo>
                    <a:pt x="595122" y="12319"/>
                  </a:lnTo>
                  <a:lnTo>
                    <a:pt x="595122" y="20701"/>
                  </a:lnTo>
                  <a:lnTo>
                    <a:pt x="598525" y="24130"/>
                  </a:lnTo>
                  <a:lnTo>
                    <a:pt x="603224" y="24130"/>
                  </a:lnTo>
                  <a:lnTo>
                    <a:pt x="601256" y="21971"/>
                  </a:lnTo>
                  <a:lnTo>
                    <a:pt x="601230" y="16510"/>
                  </a:lnTo>
                  <a:lnTo>
                    <a:pt x="620807" y="16510"/>
                  </a:lnTo>
                  <a:lnTo>
                    <a:pt x="620684" y="13970"/>
                  </a:lnTo>
                  <a:lnTo>
                    <a:pt x="601688" y="13970"/>
                  </a:lnTo>
                  <a:lnTo>
                    <a:pt x="603326" y="9271"/>
                  </a:lnTo>
                  <a:lnTo>
                    <a:pt x="604339" y="8636"/>
                  </a:lnTo>
                  <a:close/>
                </a:path>
                <a:path w="621665" h="53975">
                  <a:moveTo>
                    <a:pt x="620807" y="16510"/>
                  </a:moveTo>
                  <a:lnTo>
                    <a:pt x="601230" y="16510"/>
                  </a:lnTo>
                  <a:lnTo>
                    <a:pt x="608863" y="24130"/>
                  </a:lnTo>
                  <a:lnTo>
                    <a:pt x="618767" y="24130"/>
                  </a:lnTo>
                  <a:lnTo>
                    <a:pt x="620054" y="22395"/>
                  </a:lnTo>
                  <a:lnTo>
                    <a:pt x="620507" y="19558"/>
                  </a:lnTo>
                  <a:lnTo>
                    <a:pt x="620596" y="18988"/>
                  </a:lnTo>
                  <a:lnTo>
                    <a:pt x="620707" y="18288"/>
                  </a:lnTo>
                  <a:lnTo>
                    <a:pt x="620807" y="16510"/>
                  </a:lnTo>
                  <a:close/>
                </a:path>
                <a:path w="621665" h="53975">
                  <a:moveTo>
                    <a:pt x="27660" y="22606"/>
                  </a:moveTo>
                  <a:lnTo>
                    <a:pt x="24980" y="23749"/>
                  </a:lnTo>
                  <a:lnTo>
                    <a:pt x="26155" y="23495"/>
                  </a:lnTo>
                  <a:lnTo>
                    <a:pt x="27660" y="22606"/>
                  </a:lnTo>
                  <a:close/>
                </a:path>
                <a:path w="621665" h="53975">
                  <a:moveTo>
                    <a:pt x="26186" y="23495"/>
                  </a:moveTo>
                  <a:lnTo>
                    <a:pt x="24980" y="23749"/>
                  </a:lnTo>
                  <a:lnTo>
                    <a:pt x="25765" y="23749"/>
                  </a:lnTo>
                  <a:lnTo>
                    <a:pt x="26186" y="23495"/>
                  </a:lnTo>
                  <a:close/>
                </a:path>
                <a:path w="621665" h="53975">
                  <a:moveTo>
                    <a:pt x="30267" y="22606"/>
                  </a:moveTo>
                  <a:lnTo>
                    <a:pt x="27660" y="22606"/>
                  </a:lnTo>
                  <a:lnTo>
                    <a:pt x="26186" y="23495"/>
                  </a:lnTo>
                  <a:lnTo>
                    <a:pt x="30267" y="22606"/>
                  </a:lnTo>
                  <a:close/>
                </a:path>
                <a:path w="621665" h="53975">
                  <a:moveTo>
                    <a:pt x="30590" y="22606"/>
                  </a:moveTo>
                  <a:lnTo>
                    <a:pt x="30213" y="22606"/>
                  </a:lnTo>
                  <a:lnTo>
                    <a:pt x="29146" y="22860"/>
                  </a:lnTo>
                  <a:lnTo>
                    <a:pt x="30590" y="22606"/>
                  </a:lnTo>
                  <a:close/>
                </a:path>
                <a:path w="621665" h="53975">
                  <a:moveTo>
                    <a:pt x="620875" y="17907"/>
                  </a:moveTo>
                  <a:lnTo>
                    <a:pt x="620707" y="18288"/>
                  </a:lnTo>
                  <a:lnTo>
                    <a:pt x="620596" y="18988"/>
                  </a:lnTo>
                  <a:lnTo>
                    <a:pt x="620507" y="19558"/>
                  </a:lnTo>
                  <a:lnTo>
                    <a:pt x="620444" y="19954"/>
                  </a:lnTo>
                  <a:lnTo>
                    <a:pt x="620347" y="20574"/>
                  </a:lnTo>
                  <a:lnTo>
                    <a:pt x="620247" y="21209"/>
                  </a:lnTo>
                  <a:lnTo>
                    <a:pt x="620127" y="21971"/>
                  </a:lnTo>
                  <a:lnTo>
                    <a:pt x="620060" y="22395"/>
                  </a:lnTo>
                  <a:lnTo>
                    <a:pt x="620935" y="21209"/>
                  </a:lnTo>
                  <a:lnTo>
                    <a:pt x="620875" y="17907"/>
                  </a:lnTo>
                  <a:close/>
                </a:path>
                <a:path w="621665" h="53975">
                  <a:moveTo>
                    <a:pt x="251897" y="19954"/>
                  </a:moveTo>
                  <a:lnTo>
                    <a:pt x="251750" y="19954"/>
                  </a:lnTo>
                  <a:lnTo>
                    <a:pt x="253106" y="20086"/>
                  </a:lnTo>
                  <a:lnTo>
                    <a:pt x="251897" y="19954"/>
                  </a:lnTo>
                  <a:close/>
                </a:path>
                <a:path w="621665" h="53975">
                  <a:moveTo>
                    <a:pt x="237712" y="18415"/>
                  </a:moveTo>
                  <a:lnTo>
                    <a:pt x="66899" y="18415"/>
                  </a:lnTo>
                  <a:lnTo>
                    <a:pt x="59909" y="18699"/>
                  </a:lnTo>
                  <a:lnTo>
                    <a:pt x="71270" y="18699"/>
                  </a:lnTo>
                  <a:lnTo>
                    <a:pt x="91034" y="19954"/>
                  </a:lnTo>
                  <a:lnTo>
                    <a:pt x="89925" y="19954"/>
                  </a:lnTo>
                  <a:lnTo>
                    <a:pt x="85876" y="19558"/>
                  </a:lnTo>
                  <a:lnTo>
                    <a:pt x="248242" y="19558"/>
                  </a:lnTo>
                  <a:lnTo>
                    <a:pt x="237712" y="18415"/>
                  </a:lnTo>
                  <a:close/>
                </a:path>
                <a:path w="621665" h="53975">
                  <a:moveTo>
                    <a:pt x="66899" y="18415"/>
                  </a:moveTo>
                  <a:lnTo>
                    <a:pt x="55422" y="18415"/>
                  </a:lnTo>
                  <a:lnTo>
                    <a:pt x="73177" y="18699"/>
                  </a:lnTo>
                  <a:lnTo>
                    <a:pt x="59909" y="18699"/>
                  </a:lnTo>
                  <a:lnTo>
                    <a:pt x="66899" y="18415"/>
                  </a:lnTo>
                  <a:close/>
                </a:path>
                <a:path w="621665" h="53975">
                  <a:moveTo>
                    <a:pt x="587192" y="10008"/>
                  </a:moveTo>
                  <a:lnTo>
                    <a:pt x="569518" y="13462"/>
                  </a:lnTo>
                  <a:lnTo>
                    <a:pt x="569302" y="13462"/>
                  </a:lnTo>
                  <a:lnTo>
                    <a:pt x="553123" y="16993"/>
                  </a:lnTo>
                  <a:lnTo>
                    <a:pt x="554183" y="16798"/>
                  </a:lnTo>
                  <a:lnTo>
                    <a:pt x="595122" y="16798"/>
                  </a:lnTo>
                  <a:lnTo>
                    <a:pt x="595122" y="12319"/>
                  </a:lnTo>
                  <a:lnTo>
                    <a:pt x="597194" y="10230"/>
                  </a:lnTo>
                  <a:lnTo>
                    <a:pt x="586283" y="10230"/>
                  </a:lnTo>
                  <a:lnTo>
                    <a:pt x="587192" y="10008"/>
                  </a:lnTo>
                  <a:close/>
                </a:path>
                <a:path w="621665" h="53975">
                  <a:moveTo>
                    <a:pt x="620744" y="12319"/>
                  </a:moveTo>
                  <a:lnTo>
                    <a:pt x="620831" y="16993"/>
                  </a:lnTo>
                  <a:lnTo>
                    <a:pt x="620952" y="16798"/>
                  </a:lnTo>
                  <a:lnTo>
                    <a:pt x="621416" y="13970"/>
                  </a:lnTo>
                  <a:lnTo>
                    <a:pt x="621499" y="13462"/>
                  </a:lnTo>
                  <a:lnTo>
                    <a:pt x="620744" y="12319"/>
                  </a:lnTo>
                  <a:close/>
                </a:path>
                <a:path w="621665" h="53975">
                  <a:moveTo>
                    <a:pt x="207878" y="15093"/>
                  </a:moveTo>
                  <a:lnTo>
                    <a:pt x="212788" y="15723"/>
                  </a:lnTo>
                  <a:lnTo>
                    <a:pt x="213758" y="15723"/>
                  </a:lnTo>
                  <a:lnTo>
                    <a:pt x="207878" y="15093"/>
                  </a:lnTo>
                  <a:close/>
                </a:path>
                <a:path w="621665" h="53975">
                  <a:moveTo>
                    <a:pt x="607783" y="6477"/>
                  </a:moveTo>
                  <a:lnTo>
                    <a:pt x="603326" y="9271"/>
                  </a:lnTo>
                  <a:lnTo>
                    <a:pt x="601688" y="13970"/>
                  </a:lnTo>
                  <a:lnTo>
                    <a:pt x="602382" y="13462"/>
                  </a:lnTo>
                  <a:lnTo>
                    <a:pt x="609223" y="8636"/>
                  </a:lnTo>
                  <a:lnTo>
                    <a:pt x="617758" y="8636"/>
                  </a:lnTo>
                  <a:lnTo>
                    <a:pt x="617586" y="8449"/>
                  </a:lnTo>
                  <a:lnTo>
                    <a:pt x="613854" y="7493"/>
                  </a:lnTo>
                  <a:lnTo>
                    <a:pt x="607783" y="6477"/>
                  </a:lnTo>
                  <a:close/>
                </a:path>
                <a:path w="621665" h="53975">
                  <a:moveTo>
                    <a:pt x="617758" y="8636"/>
                  </a:moveTo>
                  <a:lnTo>
                    <a:pt x="609223" y="8636"/>
                  </a:lnTo>
                  <a:lnTo>
                    <a:pt x="601662" y="13970"/>
                  </a:lnTo>
                  <a:lnTo>
                    <a:pt x="620684" y="13970"/>
                  </a:lnTo>
                  <a:lnTo>
                    <a:pt x="620603" y="12319"/>
                  </a:lnTo>
                  <a:lnTo>
                    <a:pt x="620744" y="12319"/>
                  </a:lnTo>
                  <a:lnTo>
                    <a:pt x="619703" y="10742"/>
                  </a:lnTo>
                  <a:lnTo>
                    <a:pt x="617758" y="8636"/>
                  </a:lnTo>
                  <a:close/>
                </a:path>
                <a:path w="621665" h="53975">
                  <a:moveTo>
                    <a:pt x="619986" y="11049"/>
                  </a:moveTo>
                  <a:lnTo>
                    <a:pt x="620325" y="11684"/>
                  </a:lnTo>
                  <a:lnTo>
                    <a:pt x="620744" y="12319"/>
                  </a:lnTo>
                  <a:lnTo>
                    <a:pt x="620603" y="12319"/>
                  </a:lnTo>
                  <a:lnTo>
                    <a:pt x="620572" y="11684"/>
                  </a:lnTo>
                  <a:lnTo>
                    <a:pt x="619986" y="11049"/>
                  </a:lnTo>
                  <a:close/>
                </a:path>
                <a:path w="621665" h="53975">
                  <a:moveTo>
                    <a:pt x="617586" y="8449"/>
                  </a:moveTo>
                  <a:lnTo>
                    <a:pt x="619703" y="10742"/>
                  </a:lnTo>
                  <a:lnTo>
                    <a:pt x="618312" y="8636"/>
                  </a:lnTo>
                  <a:lnTo>
                    <a:pt x="617586" y="8449"/>
                  </a:lnTo>
                  <a:close/>
                </a:path>
                <a:path w="621665" h="53975">
                  <a:moveTo>
                    <a:pt x="606162" y="7493"/>
                  </a:moveTo>
                  <a:lnTo>
                    <a:pt x="603821" y="7493"/>
                  </a:lnTo>
                  <a:lnTo>
                    <a:pt x="600570" y="7874"/>
                  </a:lnTo>
                  <a:lnTo>
                    <a:pt x="600417" y="7874"/>
                  </a:lnTo>
                  <a:lnTo>
                    <a:pt x="590727" y="9144"/>
                  </a:lnTo>
                  <a:lnTo>
                    <a:pt x="586283" y="10230"/>
                  </a:lnTo>
                  <a:lnTo>
                    <a:pt x="597194" y="10230"/>
                  </a:lnTo>
                  <a:lnTo>
                    <a:pt x="598777" y="8636"/>
                  </a:lnTo>
                  <a:lnTo>
                    <a:pt x="604339" y="8636"/>
                  </a:lnTo>
                  <a:lnTo>
                    <a:pt x="606162" y="7493"/>
                  </a:lnTo>
                  <a:close/>
                </a:path>
                <a:path w="621665" h="53975">
                  <a:moveTo>
                    <a:pt x="156796" y="8636"/>
                  </a:moveTo>
                  <a:lnTo>
                    <a:pt x="155917" y="8636"/>
                  </a:lnTo>
                  <a:lnTo>
                    <a:pt x="159880" y="9144"/>
                  </a:lnTo>
                  <a:lnTo>
                    <a:pt x="158870" y="9144"/>
                  </a:lnTo>
                  <a:lnTo>
                    <a:pt x="156796" y="8636"/>
                  </a:lnTo>
                  <a:close/>
                </a:path>
                <a:path w="621665" h="53975">
                  <a:moveTo>
                    <a:pt x="614273" y="7493"/>
                  </a:moveTo>
                  <a:lnTo>
                    <a:pt x="613854" y="7493"/>
                  </a:lnTo>
                  <a:lnTo>
                    <a:pt x="617586" y="8449"/>
                  </a:lnTo>
                  <a:lnTo>
                    <a:pt x="617054" y="7874"/>
                  </a:lnTo>
                  <a:lnTo>
                    <a:pt x="614273" y="7493"/>
                  </a:lnTo>
                  <a:close/>
                </a:path>
                <a:path w="621665" h="53975">
                  <a:moveTo>
                    <a:pt x="71907" y="0"/>
                  </a:moveTo>
                  <a:lnTo>
                    <a:pt x="63347" y="0"/>
                  </a:lnTo>
                  <a:lnTo>
                    <a:pt x="63068" y="127"/>
                  </a:lnTo>
                  <a:lnTo>
                    <a:pt x="53708" y="508"/>
                  </a:lnTo>
                  <a:lnTo>
                    <a:pt x="52895" y="508"/>
                  </a:lnTo>
                  <a:lnTo>
                    <a:pt x="46786" y="1397"/>
                  </a:lnTo>
                  <a:lnTo>
                    <a:pt x="46126" y="1397"/>
                  </a:lnTo>
                  <a:lnTo>
                    <a:pt x="41263" y="2426"/>
                  </a:lnTo>
                  <a:lnTo>
                    <a:pt x="40739" y="2617"/>
                  </a:lnTo>
                  <a:lnTo>
                    <a:pt x="35890" y="3302"/>
                  </a:lnTo>
                  <a:lnTo>
                    <a:pt x="34442" y="3556"/>
                  </a:lnTo>
                  <a:lnTo>
                    <a:pt x="116217" y="3556"/>
                  </a:lnTo>
                  <a:lnTo>
                    <a:pt x="90297" y="1016"/>
                  </a:lnTo>
                  <a:lnTo>
                    <a:pt x="89915" y="1016"/>
                  </a:lnTo>
                  <a:lnTo>
                    <a:pt x="71907" y="0"/>
                  </a:lnTo>
                  <a:close/>
                </a:path>
                <a:path w="621665" h="53975">
                  <a:moveTo>
                    <a:pt x="41263" y="2426"/>
                  </a:moveTo>
                  <a:lnTo>
                    <a:pt x="39611" y="2776"/>
                  </a:lnTo>
                  <a:lnTo>
                    <a:pt x="40739" y="2617"/>
                  </a:lnTo>
                  <a:lnTo>
                    <a:pt x="41263" y="2426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26764" y="2887471"/>
              <a:ext cx="275336" cy="95122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2994" y="2646299"/>
              <a:ext cx="1005955" cy="5346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122215" y="2686177"/>
              <a:ext cx="1280160" cy="49530"/>
            </a:xfrm>
            <a:custGeom>
              <a:avLst/>
              <a:gdLst/>
              <a:ahLst/>
              <a:cxnLst/>
              <a:rect l="l" t="t" r="r" b="b"/>
              <a:pathLst>
                <a:path w="1280160" h="49530">
                  <a:moveTo>
                    <a:pt x="841373" y="27929"/>
                  </a:moveTo>
                  <a:lnTo>
                    <a:pt x="385826" y="27929"/>
                  </a:lnTo>
                  <a:lnTo>
                    <a:pt x="396061" y="28321"/>
                  </a:lnTo>
                  <a:lnTo>
                    <a:pt x="425906" y="29845"/>
                  </a:lnTo>
                  <a:lnTo>
                    <a:pt x="463590" y="31368"/>
                  </a:lnTo>
                  <a:lnTo>
                    <a:pt x="463001" y="31368"/>
                  </a:lnTo>
                  <a:lnTo>
                    <a:pt x="682954" y="41910"/>
                  </a:lnTo>
                  <a:lnTo>
                    <a:pt x="715601" y="43057"/>
                  </a:lnTo>
                  <a:lnTo>
                    <a:pt x="715466" y="43057"/>
                  </a:lnTo>
                  <a:lnTo>
                    <a:pt x="829258" y="47117"/>
                  </a:lnTo>
                  <a:lnTo>
                    <a:pt x="943812" y="49403"/>
                  </a:lnTo>
                  <a:lnTo>
                    <a:pt x="989786" y="49403"/>
                  </a:lnTo>
                  <a:lnTo>
                    <a:pt x="1019758" y="49022"/>
                  </a:lnTo>
                  <a:lnTo>
                    <a:pt x="1078559" y="47625"/>
                  </a:lnTo>
                  <a:lnTo>
                    <a:pt x="1078813" y="47625"/>
                  </a:lnTo>
                  <a:lnTo>
                    <a:pt x="1112341" y="45847"/>
                  </a:lnTo>
                  <a:lnTo>
                    <a:pt x="1167705" y="41910"/>
                  </a:lnTo>
                  <a:lnTo>
                    <a:pt x="1168243" y="41910"/>
                  </a:lnTo>
                  <a:lnTo>
                    <a:pt x="1214957" y="37465"/>
                  </a:lnTo>
                  <a:lnTo>
                    <a:pt x="1215338" y="37465"/>
                  </a:lnTo>
                  <a:lnTo>
                    <a:pt x="1230832" y="35306"/>
                  </a:lnTo>
                  <a:lnTo>
                    <a:pt x="1231086" y="35306"/>
                  </a:lnTo>
                  <a:lnTo>
                    <a:pt x="1255597" y="31368"/>
                  </a:lnTo>
                  <a:lnTo>
                    <a:pt x="1256740" y="30987"/>
                  </a:lnTo>
                  <a:lnTo>
                    <a:pt x="1261366" y="29718"/>
                  </a:lnTo>
                  <a:lnTo>
                    <a:pt x="944066" y="29718"/>
                  </a:lnTo>
                  <a:lnTo>
                    <a:pt x="924529" y="29339"/>
                  </a:lnTo>
                  <a:lnTo>
                    <a:pt x="906011" y="29339"/>
                  </a:lnTo>
                  <a:lnTo>
                    <a:pt x="841373" y="27929"/>
                  </a:lnTo>
                  <a:close/>
                </a:path>
                <a:path w="1280160" h="49530">
                  <a:moveTo>
                    <a:pt x="1545" y="23875"/>
                  </a:moveTo>
                  <a:lnTo>
                    <a:pt x="18744" y="34671"/>
                  </a:lnTo>
                  <a:lnTo>
                    <a:pt x="19125" y="34671"/>
                  </a:lnTo>
                  <a:lnTo>
                    <a:pt x="35889" y="37337"/>
                  </a:lnTo>
                  <a:lnTo>
                    <a:pt x="38877" y="35306"/>
                  </a:lnTo>
                  <a:lnTo>
                    <a:pt x="39035" y="35306"/>
                  </a:lnTo>
                  <a:lnTo>
                    <a:pt x="39621" y="32766"/>
                  </a:lnTo>
                  <a:lnTo>
                    <a:pt x="39709" y="32385"/>
                  </a:lnTo>
                  <a:lnTo>
                    <a:pt x="39826" y="31877"/>
                  </a:lnTo>
                  <a:lnTo>
                    <a:pt x="40461" y="28575"/>
                  </a:lnTo>
                  <a:lnTo>
                    <a:pt x="40309" y="28321"/>
                  </a:lnTo>
                  <a:lnTo>
                    <a:pt x="40232" y="28193"/>
                  </a:lnTo>
                  <a:lnTo>
                    <a:pt x="12775" y="28193"/>
                  </a:lnTo>
                  <a:lnTo>
                    <a:pt x="16076" y="24893"/>
                  </a:lnTo>
                  <a:lnTo>
                    <a:pt x="2046" y="24893"/>
                  </a:lnTo>
                  <a:lnTo>
                    <a:pt x="1796" y="24384"/>
                  </a:lnTo>
                  <a:lnTo>
                    <a:pt x="1670" y="24130"/>
                  </a:lnTo>
                  <a:lnTo>
                    <a:pt x="1545" y="23875"/>
                  </a:lnTo>
                  <a:close/>
                </a:path>
                <a:path w="1280160" h="49530">
                  <a:moveTo>
                    <a:pt x="1231467" y="3937"/>
                  </a:moveTo>
                  <a:lnTo>
                    <a:pt x="1216735" y="3937"/>
                  </a:lnTo>
                  <a:lnTo>
                    <a:pt x="1214044" y="6731"/>
                  </a:lnTo>
                  <a:lnTo>
                    <a:pt x="1213433" y="7493"/>
                  </a:lnTo>
                  <a:lnTo>
                    <a:pt x="1213433" y="15782"/>
                  </a:lnTo>
                  <a:lnTo>
                    <a:pt x="1213595" y="15782"/>
                  </a:lnTo>
                  <a:lnTo>
                    <a:pt x="1216862" y="19050"/>
                  </a:lnTo>
                  <a:lnTo>
                    <a:pt x="1235912" y="19050"/>
                  </a:lnTo>
                  <a:lnTo>
                    <a:pt x="1247907" y="19365"/>
                  </a:lnTo>
                  <a:lnTo>
                    <a:pt x="1245561" y="19365"/>
                  </a:lnTo>
                  <a:lnTo>
                    <a:pt x="1251431" y="19939"/>
                  </a:lnTo>
                  <a:lnTo>
                    <a:pt x="1250916" y="19939"/>
                  </a:lnTo>
                  <a:lnTo>
                    <a:pt x="1260387" y="22225"/>
                  </a:lnTo>
                  <a:lnTo>
                    <a:pt x="1166189" y="22225"/>
                  </a:lnTo>
                  <a:lnTo>
                    <a:pt x="1109188" y="26162"/>
                  </a:lnTo>
                  <a:lnTo>
                    <a:pt x="1108853" y="26162"/>
                  </a:lnTo>
                  <a:lnTo>
                    <a:pt x="1077974" y="27929"/>
                  </a:lnTo>
                  <a:lnTo>
                    <a:pt x="1019280" y="29339"/>
                  </a:lnTo>
                  <a:lnTo>
                    <a:pt x="989659" y="29718"/>
                  </a:lnTo>
                  <a:lnTo>
                    <a:pt x="1261366" y="29718"/>
                  </a:lnTo>
                  <a:lnTo>
                    <a:pt x="1262744" y="29339"/>
                  </a:lnTo>
                  <a:lnTo>
                    <a:pt x="1262616" y="29339"/>
                  </a:lnTo>
                  <a:lnTo>
                    <a:pt x="1270964" y="27050"/>
                  </a:lnTo>
                  <a:lnTo>
                    <a:pt x="1269313" y="27050"/>
                  </a:lnTo>
                  <a:lnTo>
                    <a:pt x="1265251" y="24893"/>
                  </a:lnTo>
                  <a:lnTo>
                    <a:pt x="1262445" y="23546"/>
                  </a:lnTo>
                  <a:lnTo>
                    <a:pt x="1261185" y="22860"/>
                  </a:lnTo>
                  <a:lnTo>
                    <a:pt x="1258899" y="21336"/>
                  </a:lnTo>
                  <a:lnTo>
                    <a:pt x="1277601" y="21336"/>
                  </a:lnTo>
                  <a:lnTo>
                    <a:pt x="1279045" y="19050"/>
                  </a:lnTo>
                  <a:lnTo>
                    <a:pt x="1279169" y="17616"/>
                  </a:lnTo>
                  <a:lnTo>
                    <a:pt x="1214759" y="17616"/>
                  </a:lnTo>
                  <a:lnTo>
                    <a:pt x="1226248" y="16015"/>
                  </a:lnTo>
                  <a:lnTo>
                    <a:pt x="1251022" y="12035"/>
                  </a:lnTo>
                  <a:lnTo>
                    <a:pt x="1257883" y="10287"/>
                  </a:lnTo>
                  <a:lnTo>
                    <a:pt x="1264271" y="8563"/>
                  </a:lnTo>
                  <a:lnTo>
                    <a:pt x="1267782" y="6341"/>
                  </a:lnTo>
                  <a:lnTo>
                    <a:pt x="1266839" y="6341"/>
                  </a:lnTo>
                  <a:lnTo>
                    <a:pt x="1254239" y="5209"/>
                  </a:lnTo>
                  <a:lnTo>
                    <a:pt x="1246580" y="4318"/>
                  </a:lnTo>
                  <a:lnTo>
                    <a:pt x="1245945" y="4318"/>
                  </a:lnTo>
                  <a:lnTo>
                    <a:pt x="1231467" y="3937"/>
                  </a:lnTo>
                  <a:close/>
                </a:path>
                <a:path w="1280160" h="49530">
                  <a:moveTo>
                    <a:pt x="16497" y="23546"/>
                  </a:moveTo>
                  <a:lnTo>
                    <a:pt x="16382" y="23875"/>
                  </a:lnTo>
                  <a:lnTo>
                    <a:pt x="16260" y="24384"/>
                  </a:lnTo>
                  <a:lnTo>
                    <a:pt x="16076" y="24893"/>
                  </a:lnTo>
                  <a:lnTo>
                    <a:pt x="12775" y="28193"/>
                  </a:lnTo>
                  <a:lnTo>
                    <a:pt x="15061" y="27050"/>
                  </a:lnTo>
                  <a:lnTo>
                    <a:pt x="14553" y="27050"/>
                  </a:lnTo>
                  <a:lnTo>
                    <a:pt x="16797" y="26289"/>
                  </a:lnTo>
                  <a:lnTo>
                    <a:pt x="17220" y="26162"/>
                  </a:lnTo>
                  <a:lnTo>
                    <a:pt x="17931" y="26162"/>
                  </a:lnTo>
                  <a:lnTo>
                    <a:pt x="19510" y="25858"/>
                  </a:lnTo>
                  <a:lnTo>
                    <a:pt x="16568" y="25858"/>
                  </a:lnTo>
                  <a:lnTo>
                    <a:pt x="16497" y="23546"/>
                  </a:lnTo>
                  <a:close/>
                </a:path>
                <a:path w="1280160" h="49530">
                  <a:moveTo>
                    <a:pt x="28531" y="24384"/>
                  </a:moveTo>
                  <a:lnTo>
                    <a:pt x="27126" y="24384"/>
                  </a:lnTo>
                  <a:lnTo>
                    <a:pt x="17271" y="26289"/>
                  </a:lnTo>
                  <a:lnTo>
                    <a:pt x="16077" y="26543"/>
                  </a:lnTo>
                  <a:lnTo>
                    <a:pt x="12775" y="28193"/>
                  </a:lnTo>
                  <a:lnTo>
                    <a:pt x="40232" y="28193"/>
                  </a:lnTo>
                  <a:lnTo>
                    <a:pt x="38581" y="25441"/>
                  </a:lnTo>
                  <a:lnTo>
                    <a:pt x="36909" y="24893"/>
                  </a:lnTo>
                  <a:lnTo>
                    <a:pt x="24107" y="24893"/>
                  </a:lnTo>
                  <a:lnTo>
                    <a:pt x="28531" y="24384"/>
                  </a:lnTo>
                  <a:close/>
                </a:path>
                <a:path w="1280160" h="49530">
                  <a:moveTo>
                    <a:pt x="687314" y="22860"/>
                  </a:moveTo>
                  <a:lnTo>
                    <a:pt x="279094" y="22860"/>
                  </a:lnTo>
                  <a:lnTo>
                    <a:pt x="292589" y="23546"/>
                  </a:lnTo>
                  <a:lnTo>
                    <a:pt x="294134" y="23546"/>
                  </a:lnTo>
                  <a:lnTo>
                    <a:pt x="314850" y="24384"/>
                  </a:lnTo>
                  <a:lnTo>
                    <a:pt x="316390" y="24384"/>
                  </a:lnTo>
                  <a:lnTo>
                    <a:pt x="383215" y="27929"/>
                  </a:lnTo>
                  <a:lnTo>
                    <a:pt x="838155" y="27929"/>
                  </a:lnTo>
                  <a:lnTo>
                    <a:pt x="758933" y="25441"/>
                  </a:lnTo>
                  <a:lnTo>
                    <a:pt x="758082" y="25441"/>
                  </a:lnTo>
                  <a:lnTo>
                    <a:pt x="687314" y="22860"/>
                  </a:lnTo>
                  <a:close/>
                </a:path>
                <a:path w="1280160" h="49530">
                  <a:moveTo>
                    <a:pt x="16077" y="26543"/>
                  </a:moveTo>
                  <a:lnTo>
                    <a:pt x="14553" y="27050"/>
                  </a:lnTo>
                  <a:lnTo>
                    <a:pt x="15061" y="27050"/>
                  </a:lnTo>
                  <a:lnTo>
                    <a:pt x="16077" y="26543"/>
                  </a:lnTo>
                  <a:close/>
                </a:path>
                <a:path w="1280160" h="49530">
                  <a:moveTo>
                    <a:pt x="1276561" y="22860"/>
                  </a:moveTo>
                  <a:lnTo>
                    <a:pt x="1261185" y="22860"/>
                  </a:lnTo>
                  <a:lnTo>
                    <a:pt x="1262445" y="23546"/>
                  </a:lnTo>
                  <a:lnTo>
                    <a:pt x="1265251" y="24893"/>
                  </a:lnTo>
                  <a:lnTo>
                    <a:pt x="1269313" y="27050"/>
                  </a:lnTo>
                  <a:lnTo>
                    <a:pt x="1273964" y="25858"/>
                  </a:lnTo>
                  <a:lnTo>
                    <a:pt x="1274533" y="25441"/>
                  </a:lnTo>
                  <a:lnTo>
                    <a:pt x="1276561" y="22860"/>
                  </a:lnTo>
                  <a:close/>
                </a:path>
                <a:path w="1280160" h="49530">
                  <a:moveTo>
                    <a:pt x="1273964" y="25858"/>
                  </a:moveTo>
                  <a:lnTo>
                    <a:pt x="1269313" y="27050"/>
                  </a:lnTo>
                  <a:lnTo>
                    <a:pt x="1270964" y="27050"/>
                  </a:lnTo>
                  <a:lnTo>
                    <a:pt x="1273377" y="26289"/>
                  </a:lnTo>
                  <a:lnTo>
                    <a:pt x="1273964" y="25858"/>
                  </a:lnTo>
                  <a:close/>
                </a:path>
                <a:path w="1280160" h="49530">
                  <a:moveTo>
                    <a:pt x="16839" y="26289"/>
                  </a:moveTo>
                  <a:lnTo>
                    <a:pt x="15950" y="26543"/>
                  </a:lnTo>
                  <a:lnTo>
                    <a:pt x="16077" y="26543"/>
                  </a:lnTo>
                  <a:lnTo>
                    <a:pt x="16839" y="26289"/>
                  </a:lnTo>
                  <a:close/>
                </a:path>
                <a:path w="1280160" h="49530">
                  <a:moveTo>
                    <a:pt x="17931" y="26162"/>
                  </a:moveTo>
                  <a:lnTo>
                    <a:pt x="17220" y="26162"/>
                  </a:lnTo>
                  <a:lnTo>
                    <a:pt x="16077" y="26543"/>
                  </a:lnTo>
                  <a:lnTo>
                    <a:pt x="17931" y="26162"/>
                  </a:lnTo>
                  <a:close/>
                </a:path>
                <a:path w="1280160" h="49530">
                  <a:moveTo>
                    <a:pt x="25467" y="21723"/>
                  </a:moveTo>
                  <a:lnTo>
                    <a:pt x="16860" y="21723"/>
                  </a:lnTo>
                  <a:lnTo>
                    <a:pt x="16785" y="23546"/>
                  </a:lnTo>
                  <a:lnTo>
                    <a:pt x="16712" y="24130"/>
                  </a:lnTo>
                  <a:lnTo>
                    <a:pt x="16594" y="25858"/>
                  </a:lnTo>
                  <a:lnTo>
                    <a:pt x="19510" y="25858"/>
                  </a:lnTo>
                  <a:lnTo>
                    <a:pt x="27177" y="24384"/>
                  </a:lnTo>
                  <a:lnTo>
                    <a:pt x="28531" y="24384"/>
                  </a:lnTo>
                  <a:lnTo>
                    <a:pt x="32944" y="23875"/>
                  </a:lnTo>
                  <a:lnTo>
                    <a:pt x="33385" y="23875"/>
                  </a:lnTo>
                  <a:lnTo>
                    <a:pt x="25467" y="21723"/>
                  </a:lnTo>
                  <a:close/>
                </a:path>
                <a:path w="1280160" h="49530">
                  <a:moveTo>
                    <a:pt x="1274533" y="25441"/>
                  </a:moveTo>
                  <a:lnTo>
                    <a:pt x="1273964" y="25858"/>
                  </a:lnTo>
                  <a:lnTo>
                    <a:pt x="1274205" y="25858"/>
                  </a:lnTo>
                  <a:lnTo>
                    <a:pt x="1274533" y="25441"/>
                  </a:lnTo>
                  <a:close/>
                </a:path>
                <a:path w="1280160" h="49530">
                  <a:moveTo>
                    <a:pt x="1276123" y="23546"/>
                  </a:moveTo>
                  <a:lnTo>
                    <a:pt x="1275763" y="23875"/>
                  </a:lnTo>
                  <a:lnTo>
                    <a:pt x="1274533" y="25441"/>
                  </a:lnTo>
                  <a:lnTo>
                    <a:pt x="1275280" y="24893"/>
                  </a:lnTo>
                  <a:lnTo>
                    <a:pt x="1276123" y="23546"/>
                  </a:lnTo>
                  <a:close/>
                </a:path>
                <a:path w="1280160" h="49530">
                  <a:moveTo>
                    <a:pt x="1497" y="22606"/>
                  </a:moveTo>
                  <a:lnTo>
                    <a:pt x="1375" y="23546"/>
                  </a:lnTo>
                  <a:lnTo>
                    <a:pt x="2046" y="24893"/>
                  </a:lnTo>
                  <a:lnTo>
                    <a:pt x="1558" y="22860"/>
                  </a:lnTo>
                  <a:lnTo>
                    <a:pt x="1497" y="22606"/>
                  </a:lnTo>
                  <a:close/>
                </a:path>
                <a:path w="1280160" h="49530">
                  <a:moveTo>
                    <a:pt x="14940" y="21723"/>
                  </a:moveTo>
                  <a:lnTo>
                    <a:pt x="1286" y="21723"/>
                  </a:lnTo>
                  <a:lnTo>
                    <a:pt x="1723" y="23546"/>
                  </a:lnTo>
                  <a:lnTo>
                    <a:pt x="1802" y="23875"/>
                  </a:lnTo>
                  <a:lnTo>
                    <a:pt x="1924" y="24384"/>
                  </a:lnTo>
                  <a:lnTo>
                    <a:pt x="2046" y="24893"/>
                  </a:lnTo>
                  <a:lnTo>
                    <a:pt x="16138" y="24893"/>
                  </a:lnTo>
                  <a:lnTo>
                    <a:pt x="16260" y="24384"/>
                  </a:lnTo>
                  <a:lnTo>
                    <a:pt x="16382" y="23875"/>
                  </a:lnTo>
                  <a:lnTo>
                    <a:pt x="16461" y="23546"/>
                  </a:lnTo>
                  <a:lnTo>
                    <a:pt x="16763" y="23546"/>
                  </a:lnTo>
                  <a:lnTo>
                    <a:pt x="14940" y="21723"/>
                  </a:lnTo>
                  <a:close/>
                </a:path>
                <a:path w="1280160" h="49530">
                  <a:moveTo>
                    <a:pt x="16500" y="22860"/>
                  </a:moveTo>
                  <a:lnTo>
                    <a:pt x="16553" y="24893"/>
                  </a:lnTo>
                  <a:lnTo>
                    <a:pt x="16691" y="24384"/>
                  </a:lnTo>
                  <a:lnTo>
                    <a:pt x="16785" y="23546"/>
                  </a:lnTo>
                  <a:lnTo>
                    <a:pt x="16615" y="23546"/>
                  </a:lnTo>
                  <a:lnTo>
                    <a:pt x="16500" y="22860"/>
                  </a:lnTo>
                  <a:close/>
                </a:path>
                <a:path w="1280160" h="49530">
                  <a:moveTo>
                    <a:pt x="33385" y="23875"/>
                  </a:moveTo>
                  <a:lnTo>
                    <a:pt x="32944" y="23875"/>
                  </a:lnTo>
                  <a:lnTo>
                    <a:pt x="24107" y="24893"/>
                  </a:lnTo>
                  <a:lnTo>
                    <a:pt x="36909" y="24893"/>
                  </a:lnTo>
                  <a:lnTo>
                    <a:pt x="35254" y="24384"/>
                  </a:lnTo>
                  <a:lnTo>
                    <a:pt x="33385" y="23875"/>
                  </a:lnTo>
                  <a:close/>
                </a:path>
                <a:path w="1280160" h="49530">
                  <a:moveTo>
                    <a:pt x="127752" y="18034"/>
                  </a:moveTo>
                  <a:lnTo>
                    <a:pt x="11251" y="18034"/>
                  </a:lnTo>
                  <a:lnTo>
                    <a:pt x="22046" y="20700"/>
                  </a:lnTo>
                  <a:lnTo>
                    <a:pt x="21706" y="20700"/>
                  </a:lnTo>
                  <a:lnTo>
                    <a:pt x="33385" y="23875"/>
                  </a:lnTo>
                  <a:lnTo>
                    <a:pt x="32944" y="23875"/>
                  </a:lnTo>
                  <a:lnTo>
                    <a:pt x="55340" y="21336"/>
                  </a:lnTo>
                  <a:lnTo>
                    <a:pt x="53205" y="21336"/>
                  </a:lnTo>
                  <a:lnTo>
                    <a:pt x="108273" y="18555"/>
                  </a:lnTo>
                  <a:lnTo>
                    <a:pt x="107776" y="18555"/>
                  </a:lnTo>
                  <a:lnTo>
                    <a:pt x="127752" y="18034"/>
                  </a:lnTo>
                  <a:close/>
                </a:path>
                <a:path w="1280160" h="49530">
                  <a:moveTo>
                    <a:pt x="156158" y="0"/>
                  </a:moveTo>
                  <a:lnTo>
                    <a:pt x="137235" y="127"/>
                  </a:lnTo>
                  <a:lnTo>
                    <a:pt x="107898" y="762"/>
                  </a:lnTo>
                  <a:lnTo>
                    <a:pt x="107644" y="1016"/>
                  </a:lnTo>
                  <a:lnTo>
                    <a:pt x="103453" y="1016"/>
                  </a:lnTo>
                  <a:lnTo>
                    <a:pt x="90499" y="1397"/>
                  </a:lnTo>
                  <a:lnTo>
                    <a:pt x="51165" y="3429"/>
                  </a:lnTo>
                  <a:lnTo>
                    <a:pt x="54445" y="3429"/>
                  </a:lnTo>
                  <a:lnTo>
                    <a:pt x="23062" y="7493"/>
                  </a:lnTo>
                  <a:lnTo>
                    <a:pt x="12394" y="10287"/>
                  </a:lnTo>
                  <a:lnTo>
                    <a:pt x="9854" y="11430"/>
                  </a:lnTo>
                  <a:lnTo>
                    <a:pt x="8885" y="12035"/>
                  </a:lnTo>
                  <a:lnTo>
                    <a:pt x="7888" y="12700"/>
                  </a:lnTo>
                  <a:lnTo>
                    <a:pt x="1472" y="16383"/>
                  </a:lnTo>
                  <a:lnTo>
                    <a:pt x="0" y="21336"/>
                  </a:lnTo>
                  <a:lnTo>
                    <a:pt x="209" y="21336"/>
                  </a:lnTo>
                  <a:lnTo>
                    <a:pt x="1375" y="23546"/>
                  </a:lnTo>
                  <a:lnTo>
                    <a:pt x="1324" y="21723"/>
                  </a:lnTo>
                  <a:lnTo>
                    <a:pt x="14940" y="21723"/>
                  </a:lnTo>
                  <a:lnTo>
                    <a:pt x="11251" y="18034"/>
                  </a:lnTo>
                  <a:lnTo>
                    <a:pt x="127752" y="18034"/>
                  </a:lnTo>
                  <a:lnTo>
                    <a:pt x="132621" y="17906"/>
                  </a:lnTo>
                  <a:lnTo>
                    <a:pt x="578868" y="17906"/>
                  </a:lnTo>
                  <a:lnTo>
                    <a:pt x="464100" y="12700"/>
                  </a:lnTo>
                  <a:lnTo>
                    <a:pt x="464228" y="12700"/>
                  </a:lnTo>
                  <a:lnTo>
                    <a:pt x="396950" y="9652"/>
                  </a:lnTo>
                  <a:lnTo>
                    <a:pt x="377011" y="9017"/>
                  </a:lnTo>
                  <a:lnTo>
                    <a:pt x="326644" y="6341"/>
                  </a:lnTo>
                  <a:lnTo>
                    <a:pt x="328726" y="6341"/>
                  </a:lnTo>
                  <a:lnTo>
                    <a:pt x="287349" y="4825"/>
                  </a:lnTo>
                  <a:lnTo>
                    <a:pt x="257504" y="3429"/>
                  </a:lnTo>
                  <a:lnTo>
                    <a:pt x="239252" y="2812"/>
                  </a:lnTo>
                  <a:lnTo>
                    <a:pt x="220928" y="1650"/>
                  </a:lnTo>
                  <a:lnTo>
                    <a:pt x="156158" y="0"/>
                  </a:lnTo>
                  <a:close/>
                </a:path>
                <a:path w="1280160" h="49530">
                  <a:moveTo>
                    <a:pt x="11251" y="18034"/>
                  </a:moveTo>
                  <a:lnTo>
                    <a:pt x="16763" y="23546"/>
                  </a:lnTo>
                  <a:lnTo>
                    <a:pt x="16497" y="23546"/>
                  </a:lnTo>
                  <a:lnTo>
                    <a:pt x="16458" y="22606"/>
                  </a:lnTo>
                  <a:lnTo>
                    <a:pt x="16687" y="22606"/>
                  </a:lnTo>
                  <a:lnTo>
                    <a:pt x="16778" y="22225"/>
                  </a:lnTo>
                  <a:lnTo>
                    <a:pt x="16898" y="21723"/>
                  </a:lnTo>
                  <a:lnTo>
                    <a:pt x="25467" y="21723"/>
                  </a:lnTo>
                  <a:lnTo>
                    <a:pt x="21706" y="20700"/>
                  </a:lnTo>
                  <a:lnTo>
                    <a:pt x="22046" y="20700"/>
                  </a:lnTo>
                  <a:lnTo>
                    <a:pt x="11251" y="18034"/>
                  </a:lnTo>
                  <a:close/>
                </a:path>
                <a:path w="1280160" h="49530">
                  <a:moveTo>
                    <a:pt x="16458" y="22606"/>
                  </a:moveTo>
                  <a:lnTo>
                    <a:pt x="16497" y="23546"/>
                  </a:lnTo>
                  <a:lnTo>
                    <a:pt x="16626" y="22860"/>
                  </a:lnTo>
                  <a:lnTo>
                    <a:pt x="16458" y="22606"/>
                  </a:lnTo>
                  <a:close/>
                </a:path>
                <a:path w="1280160" h="49530">
                  <a:moveTo>
                    <a:pt x="16786" y="22606"/>
                  </a:moveTo>
                  <a:lnTo>
                    <a:pt x="16500" y="22860"/>
                  </a:lnTo>
                  <a:lnTo>
                    <a:pt x="16615" y="23546"/>
                  </a:lnTo>
                  <a:lnTo>
                    <a:pt x="16765" y="22860"/>
                  </a:lnTo>
                  <a:lnTo>
                    <a:pt x="16786" y="22606"/>
                  </a:lnTo>
                  <a:close/>
                </a:path>
                <a:path w="1280160" h="49530">
                  <a:moveTo>
                    <a:pt x="16924" y="22860"/>
                  </a:moveTo>
                  <a:lnTo>
                    <a:pt x="16765" y="22860"/>
                  </a:lnTo>
                  <a:lnTo>
                    <a:pt x="16708" y="23546"/>
                  </a:lnTo>
                  <a:lnTo>
                    <a:pt x="16924" y="22860"/>
                  </a:lnTo>
                  <a:close/>
                </a:path>
                <a:path w="1280160" h="49530">
                  <a:moveTo>
                    <a:pt x="16687" y="22606"/>
                  </a:moveTo>
                  <a:lnTo>
                    <a:pt x="16458" y="22606"/>
                  </a:lnTo>
                  <a:lnTo>
                    <a:pt x="16500" y="22860"/>
                  </a:lnTo>
                  <a:lnTo>
                    <a:pt x="16687" y="22606"/>
                  </a:lnTo>
                  <a:close/>
                </a:path>
                <a:path w="1280160" h="49530">
                  <a:moveTo>
                    <a:pt x="274099" y="22606"/>
                  </a:moveTo>
                  <a:lnTo>
                    <a:pt x="43977" y="22606"/>
                  </a:lnTo>
                  <a:lnTo>
                    <a:pt x="41771" y="22860"/>
                  </a:lnTo>
                  <a:lnTo>
                    <a:pt x="279094" y="22860"/>
                  </a:lnTo>
                  <a:lnTo>
                    <a:pt x="274099" y="22606"/>
                  </a:lnTo>
                  <a:close/>
                </a:path>
                <a:path w="1280160" h="49530">
                  <a:moveTo>
                    <a:pt x="578868" y="17906"/>
                  </a:moveTo>
                  <a:lnTo>
                    <a:pt x="155777" y="17906"/>
                  </a:lnTo>
                  <a:lnTo>
                    <a:pt x="175589" y="18287"/>
                  </a:lnTo>
                  <a:lnTo>
                    <a:pt x="224018" y="19939"/>
                  </a:lnTo>
                  <a:lnTo>
                    <a:pt x="221902" y="19939"/>
                  </a:lnTo>
                  <a:lnTo>
                    <a:pt x="233840" y="20700"/>
                  </a:lnTo>
                  <a:lnTo>
                    <a:pt x="231511" y="20700"/>
                  </a:lnTo>
                  <a:lnTo>
                    <a:pt x="256902" y="21723"/>
                  </a:lnTo>
                  <a:lnTo>
                    <a:pt x="256742" y="21723"/>
                  </a:lnTo>
                  <a:lnTo>
                    <a:pt x="274099" y="22606"/>
                  </a:lnTo>
                  <a:lnTo>
                    <a:pt x="680118" y="22606"/>
                  </a:lnTo>
                  <a:lnTo>
                    <a:pt x="687314" y="22860"/>
                  </a:lnTo>
                  <a:lnTo>
                    <a:pt x="686589" y="22860"/>
                  </a:lnTo>
                  <a:lnTo>
                    <a:pt x="578868" y="17906"/>
                  </a:lnTo>
                  <a:close/>
                </a:path>
                <a:path w="1280160" h="49530">
                  <a:moveTo>
                    <a:pt x="1160855" y="22606"/>
                  </a:moveTo>
                  <a:lnTo>
                    <a:pt x="680843" y="22606"/>
                  </a:lnTo>
                  <a:lnTo>
                    <a:pt x="686589" y="22860"/>
                  </a:lnTo>
                  <a:lnTo>
                    <a:pt x="1157299" y="22860"/>
                  </a:lnTo>
                  <a:lnTo>
                    <a:pt x="1160855" y="22606"/>
                  </a:lnTo>
                  <a:close/>
                </a:path>
                <a:path w="1280160" h="49530">
                  <a:moveTo>
                    <a:pt x="1279188" y="15782"/>
                  </a:moveTo>
                  <a:lnTo>
                    <a:pt x="1227916" y="15782"/>
                  </a:lnTo>
                  <a:lnTo>
                    <a:pt x="1212671" y="17906"/>
                  </a:lnTo>
                  <a:lnTo>
                    <a:pt x="1212488" y="17906"/>
                  </a:lnTo>
                  <a:lnTo>
                    <a:pt x="1166338" y="22225"/>
                  </a:lnTo>
                  <a:lnTo>
                    <a:pt x="1260233" y="22225"/>
                  </a:lnTo>
                  <a:lnTo>
                    <a:pt x="1260804" y="22606"/>
                  </a:lnTo>
                  <a:lnTo>
                    <a:pt x="1261965" y="22606"/>
                  </a:lnTo>
                  <a:lnTo>
                    <a:pt x="1250916" y="19939"/>
                  </a:lnTo>
                  <a:lnTo>
                    <a:pt x="1251431" y="19939"/>
                  </a:lnTo>
                  <a:lnTo>
                    <a:pt x="1245561" y="19365"/>
                  </a:lnTo>
                  <a:lnTo>
                    <a:pt x="1247907" y="19365"/>
                  </a:lnTo>
                  <a:lnTo>
                    <a:pt x="1235912" y="19050"/>
                  </a:lnTo>
                  <a:lnTo>
                    <a:pt x="1216862" y="19050"/>
                  </a:lnTo>
                  <a:lnTo>
                    <a:pt x="1215428" y="17616"/>
                  </a:lnTo>
                  <a:lnTo>
                    <a:pt x="1279169" y="17616"/>
                  </a:lnTo>
                  <a:lnTo>
                    <a:pt x="1279188" y="15782"/>
                  </a:lnTo>
                  <a:close/>
                </a:path>
                <a:path w="1280160" h="49530">
                  <a:moveTo>
                    <a:pt x="1260875" y="22225"/>
                  </a:moveTo>
                  <a:lnTo>
                    <a:pt x="1260387" y="22225"/>
                  </a:lnTo>
                  <a:lnTo>
                    <a:pt x="1261965" y="22606"/>
                  </a:lnTo>
                  <a:lnTo>
                    <a:pt x="1261721" y="22606"/>
                  </a:lnTo>
                  <a:lnTo>
                    <a:pt x="1260875" y="22225"/>
                  </a:lnTo>
                  <a:close/>
                </a:path>
                <a:path w="1280160" h="49530">
                  <a:moveTo>
                    <a:pt x="1277601" y="21336"/>
                  </a:moveTo>
                  <a:lnTo>
                    <a:pt x="1258899" y="21336"/>
                  </a:lnTo>
                  <a:lnTo>
                    <a:pt x="1261721" y="22606"/>
                  </a:lnTo>
                  <a:lnTo>
                    <a:pt x="1276730" y="22606"/>
                  </a:lnTo>
                  <a:lnTo>
                    <a:pt x="1277601" y="21336"/>
                  </a:lnTo>
                  <a:close/>
                </a:path>
                <a:path w="1280160" h="49530">
                  <a:moveTo>
                    <a:pt x="1258899" y="21336"/>
                  </a:moveTo>
                  <a:lnTo>
                    <a:pt x="1260233" y="22225"/>
                  </a:lnTo>
                  <a:lnTo>
                    <a:pt x="1260875" y="22225"/>
                  </a:lnTo>
                  <a:lnTo>
                    <a:pt x="1258899" y="21336"/>
                  </a:lnTo>
                  <a:close/>
                </a:path>
                <a:path w="1280160" h="49530">
                  <a:moveTo>
                    <a:pt x="1277895" y="11687"/>
                  </a:moveTo>
                  <a:lnTo>
                    <a:pt x="1277939" y="12035"/>
                  </a:lnTo>
                  <a:lnTo>
                    <a:pt x="1279188" y="15782"/>
                  </a:lnTo>
                  <a:lnTo>
                    <a:pt x="1279266" y="16015"/>
                  </a:lnTo>
                  <a:lnTo>
                    <a:pt x="1279329" y="16383"/>
                  </a:lnTo>
                  <a:lnTo>
                    <a:pt x="1279197" y="17399"/>
                  </a:lnTo>
                  <a:lnTo>
                    <a:pt x="1279169" y="17616"/>
                  </a:lnTo>
                  <a:lnTo>
                    <a:pt x="1279045" y="19050"/>
                  </a:lnTo>
                  <a:lnTo>
                    <a:pt x="1277601" y="21336"/>
                  </a:lnTo>
                  <a:lnTo>
                    <a:pt x="1278164" y="20700"/>
                  </a:lnTo>
                  <a:lnTo>
                    <a:pt x="1279718" y="18555"/>
                  </a:lnTo>
                  <a:lnTo>
                    <a:pt x="1279601" y="16015"/>
                  </a:lnTo>
                  <a:lnTo>
                    <a:pt x="1279589" y="15782"/>
                  </a:lnTo>
                  <a:lnTo>
                    <a:pt x="1279473" y="13462"/>
                  </a:lnTo>
                  <a:lnTo>
                    <a:pt x="1277895" y="11687"/>
                  </a:lnTo>
                  <a:close/>
                </a:path>
                <a:path w="1280160" h="49530">
                  <a:moveTo>
                    <a:pt x="1214754" y="17616"/>
                  </a:moveTo>
                  <a:lnTo>
                    <a:pt x="1211760" y="17906"/>
                  </a:lnTo>
                  <a:lnTo>
                    <a:pt x="1212561" y="17906"/>
                  </a:lnTo>
                  <a:lnTo>
                    <a:pt x="1214754" y="17616"/>
                  </a:lnTo>
                  <a:close/>
                </a:path>
                <a:path w="1280160" h="49530">
                  <a:moveTo>
                    <a:pt x="1264282" y="8563"/>
                  </a:moveTo>
                  <a:lnTo>
                    <a:pt x="1257883" y="10287"/>
                  </a:lnTo>
                  <a:lnTo>
                    <a:pt x="1252390" y="11687"/>
                  </a:lnTo>
                  <a:lnTo>
                    <a:pt x="1251198" y="12035"/>
                  </a:lnTo>
                  <a:lnTo>
                    <a:pt x="1251022" y="12035"/>
                  </a:lnTo>
                  <a:lnTo>
                    <a:pt x="1226292" y="16015"/>
                  </a:lnTo>
                  <a:lnTo>
                    <a:pt x="1227916" y="15782"/>
                  </a:lnTo>
                  <a:lnTo>
                    <a:pt x="1279188" y="15782"/>
                  </a:lnTo>
                  <a:lnTo>
                    <a:pt x="1277939" y="12035"/>
                  </a:lnTo>
                  <a:lnTo>
                    <a:pt x="1251198" y="12035"/>
                  </a:lnTo>
                  <a:lnTo>
                    <a:pt x="1252390" y="11687"/>
                  </a:lnTo>
                  <a:lnTo>
                    <a:pt x="1277823" y="11687"/>
                  </a:lnTo>
                  <a:lnTo>
                    <a:pt x="1277737" y="11430"/>
                  </a:lnTo>
                  <a:lnTo>
                    <a:pt x="1277328" y="11049"/>
                  </a:lnTo>
                  <a:lnTo>
                    <a:pt x="1276425" y="10033"/>
                  </a:lnTo>
                  <a:lnTo>
                    <a:pt x="1275814" y="9398"/>
                  </a:lnTo>
                  <a:lnTo>
                    <a:pt x="1263090" y="9398"/>
                  </a:lnTo>
                  <a:lnTo>
                    <a:pt x="1264282" y="8563"/>
                  </a:lnTo>
                  <a:close/>
                </a:path>
                <a:path w="1280160" h="49530">
                  <a:moveTo>
                    <a:pt x="1275012" y="8563"/>
                  </a:moveTo>
                  <a:lnTo>
                    <a:pt x="1276425" y="10033"/>
                  </a:lnTo>
                  <a:lnTo>
                    <a:pt x="1277667" y="11430"/>
                  </a:lnTo>
                  <a:lnTo>
                    <a:pt x="1277610" y="11049"/>
                  </a:lnTo>
                  <a:lnTo>
                    <a:pt x="1276970" y="10287"/>
                  </a:lnTo>
                  <a:lnTo>
                    <a:pt x="1275536" y="8762"/>
                  </a:lnTo>
                  <a:lnTo>
                    <a:pt x="1275012" y="8563"/>
                  </a:lnTo>
                  <a:close/>
                </a:path>
                <a:path w="1280160" h="49530">
                  <a:moveTo>
                    <a:pt x="1265884" y="8128"/>
                  </a:moveTo>
                  <a:lnTo>
                    <a:pt x="1264282" y="8563"/>
                  </a:lnTo>
                  <a:lnTo>
                    <a:pt x="1263090" y="9398"/>
                  </a:lnTo>
                  <a:lnTo>
                    <a:pt x="1265884" y="8128"/>
                  </a:lnTo>
                  <a:close/>
                </a:path>
                <a:path w="1280160" h="49530">
                  <a:moveTo>
                    <a:pt x="1273869" y="8128"/>
                  </a:moveTo>
                  <a:lnTo>
                    <a:pt x="1265884" y="8128"/>
                  </a:lnTo>
                  <a:lnTo>
                    <a:pt x="1263090" y="9398"/>
                  </a:lnTo>
                  <a:lnTo>
                    <a:pt x="1275814" y="9398"/>
                  </a:lnTo>
                  <a:lnTo>
                    <a:pt x="1275012" y="8563"/>
                  </a:lnTo>
                  <a:lnTo>
                    <a:pt x="1273869" y="8128"/>
                  </a:lnTo>
                  <a:close/>
                </a:path>
                <a:path w="1280160" h="49530">
                  <a:moveTo>
                    <a:pt x="1265503" y="5842"/>
                  </a:moveTo>
                  <a:lnTo>
                    <a:pt x="1260007" y="6341"/>
                  </a:lnTo>
                  <a:lnTo>
                    <a:pt x="1267782" y="6341"/>
                  </a:lnTo>
                  <a:lnTo>
                    <a:pt x="1264274" y="8563"/>
                  </a:lnTo>
                  <a:lnTo>
                    <a:pt x="1265884" y="8128"/>
                  </a:lnTo>
                  <a:lnTo>
                    <a:pt x="1273869" y="8128"/>
                  </a:lnTo>
                  <a:lnTo>
                    <a:pt x="1272869" y="7747"/>
                  </a:lnTo>
                  <a:lnTo>
                    <a:pt x="1269547" y="6341"/>
                  </a:lnTo>
                  <a:lnTo>
                    <a:pt x="1265503" y="5842"/>
                  </a:lnTo>
                  <a:close/>
                </a:path>
                <a:path w="1280160" h="49530">
                  <a:moveTo>
                    <a:pt x="1270135" y="6341"/>
                  </a:moveTo>
                  <a:lnTo>
                    <a:pt x="1269547" y="6341"/>
                  </a:lnTo>
                  <a:lnTo>
                    <a:pt x="1272869" y="7747"/>
                  </a:lnTo>
                  <a:lnTo>
                    <a:pt x="1275012" y="8563"/>
                  </a:lnTo>
                  <a:lnTo>
                    <a:pt x="1273250" y="6731"/>
                  </a:lnTo>
                  <a:lnTo>
                    <a:pt x="1270135" y="6341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64747" y="4039196"/>
              <a:ext cx="776126" cy="3492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100320" y="4471835"/>
              <a:ext cx="264160" cy="32384"/>
            </a:xfrm>
            <a:custGeom>
              <a:avLst/>
              <a:gdLst/>
              <a:ahLst/>
              <a:cxnLst/>
              <a:rect l="l" t="t" r="r" b="b"/>
              <a:pathLst>
                <a:path w="264160" h="32385">
                  <a:moveTo>
                    <a:pt x="252002" y="31796"/>
                  </a:moveTo>
                  <a:lnTo>
                    <a:pt x="255809" y="32154"/>
                  </a:lnTo>
                  <a:lnTo>
                    <a:pt x="256524" y="32154"/>
                  </a:lnTo>
                  <a:lnTo>
                    <a:pt x="252002" y="31796"/>
                  </a:lnTo>
                  <a:close/>
                </a:path>
                <a:path w="264160" h="32385">
                  <a:moveTo>
                    <a:pt x="249446" y="31457"/>
                  </a:moveTo>
                  <a:lnTo>
                    <a:pt x="247717" y="31457"/>
                  </a:lnTo>
                  <a:lnTo>
                    <a:pt x="256524" y="32154"/>
                  </a:lnTo>
                  <a:lnTo>
                    <a:pt x="255809" y="32154"/>
                  </a:lnTo>
                  <a:lnTo>
                    <a:pt x="256505" y="31796"/>
                  </a:lnTo>
                  <a:lnTo>
                    <a:pt x="251867" y="31796"/>
                  </a:lnTo>
                  <a:lnTo>
                    <a:pt x="249446" y="31457"/>
                  </a:lnTo>
                  <a:close/>
                </a:path>
                <a:path w="264160" h="32385">
                  <a:moveTo>
                    <a:pt x="239649" y="29527"/>
                  </a:moveTo>
                  <a:lnTo>
                    <a:pt x="239207" y="29870"/>
                  </a:lnTo>
                  <a:lnTo>
                    <a:pt x="237972" y="31141"/>
                  </a:lnTo>
                  <a:lnTo>
                    <a:pt x="248352" y="31457"/>
                  </a:lnTo>
                  <a:lnTo>
                    <a:pt x="249446" y="31457"/>
                  </a:lnTo>
                  <a:lnTo>
                    <a:pt x="251867" y="31796"/>
                  </a:lnTo>
                  <a:lnTo>
                    <a:pt x="250717" y="31796"/>
                  </a:lnTo>
                  <a:lnTo>
                    <a:pt x="249681" y="31457"/>
                  </a:lnTo>
                  <a:lnTo>
                    <a:pt x="243353" y="30513"/>
                  </a:lnTo>
                  <a:lnTo>
                    <a:pt x="242886" y="30513"/>
                  </a:lnTo>
                  <a:lnTo>
                    <a:pt x="239649" y="29527"/>
                  </a:lnTo>
                  <a:close/>
                </a:path>
                <a:path w="264160" h="32385">
                  <a:moveTo>
                    <a:pt x="249717" y="31457"/>
                  </a:moveTo>
                  <a:lnTo>
                    <a:pt x="250717" y="31796"/>
                  </a:lnTo>
                  <a:lnTo>
                    <a:pt x="252002" y="31796"/>
                  </a:lnTo>
                  <a:lnTo>
                    <a:pt x="249717" y="31457"/>
                  </a:lnTo>
                  <a:close/>
                </a:path>
                <a:path w="264160" h="32385">
                  <a:moveTo>
                    <a:pt x="259003" y="30513"/>
                  </a:moveTo>
                  <a:lnTo>
                    <a:pt x="243353" y="30513"/>
                  </a:lnTo>
                  <a:lnTo>
                    <a:pt x="252002" y="31796"/>
                  </a:lnTo>
                  <a:lnTo>
                    <a:pt x="256505" y="31796"/>
                  </a:lnTo>
                  <a:lnTo>
                    <a:pt x="259003" y="30513"/>
                  </a:lnTo>
                  <a:close/>
                </a:path>
                <a:path w="264160" h="32385">
                  <a:moveTo>
                    <a:pt x="232389" y="30971"/>
                  </a:moveTo>
                  <a:lnTo>
                    <a:pt x="232564" y="31141"/>
                  </a:lnTo>
                  <a:lnTo>
                    <a:pt x="237972" y="31141"/>
                  </a:lnTo>
                  <a:lnTo>
                    <a:pt x="232389" y="30971"/>
                  </a:lnTo>
                  <a:close/>
                </a:path>
                <a:path w="264160" h="32385">
                  <a:moveTo>
                    <a:pt x="233658" y="21034"/>
                  </a:moveTo>
                  <a:lnTo>
                    <a:pt x="232829" y="21639"/>
                  </a:lnTo>
                  <a:lnTo>
                    <a:pt x="230250" y="25806"/>
                  </a:lnTo>
                  <a:lnTo>
                    <a:pt x="230303" y="28943"/>
                  </a:lnTo>
                  <a:lnTo>
                    <a:pt x="232389" y="30971"/>
                  </a:lnTo>
                  <a:lnTo>
                    <a:pt x="237972" y="31141"/>
                  </a:lnTo>
                  <a:lnTo>
                    <a:pt x="238582" y="30513"/>
                  </a:lnTo>
                  <a:lnTo>
                    <a:pt x="237316" y="30513"/>
                  </a:lnTo>
                  <a:lnTo>
                    <a:pt x="238264" y="28943"/>
                  </a:lnTo>
                  <a:lnTo>
                    <a:pt x="238438" y="28943"/>
                  </a:lnTo>
                  <a:lnTo>
                    <a:pt x="235965" y="27749"/>
                  </a:lnTo>
                  <a:lnTo>
                    <a:pt x="239335" y="27167"/>
                  </a:lnTo>
                  <a:lnTo>
                    <a:pt x="240156" y="25806"/>
                  </a:lnTo>
                  <a:lnTo>
                    <a:pt x="262284" y="25806"/>
                  </a:lnTo>
                  <a:lnTo>
                    <a:pt x="263561" y="23719"/>
                  </a:lnTo>
                  <a:lnTo>
                    <a:pt x="263675" y="21945"/>
                  </a:lnTo>
                  <a:lnTo>
                    <a:pt x="233362" y="21945"/>
                  </a:lnTo>
                  <a:lnTo>
                    <a:pt x="233533" y="21639"/>
                  </a:lnTo>
                  <a:lnTo>
                    <a:pt x="233658" y="21034"/>
                  </a:lnTo>
                  <a:close/>
                </a:path>
                <a:path w="264160" h="32385">
                  <a:moveTo>
                    <a:pt x="232829" y="21639"/>
                  </a:moveTo>
                  <a:lnTo>
                    <a:pt x="232409" y="21945"/>
                  </a:lnTo>
                  <a:lnTo>
                    <a:pt x="40877" y="21945"/>
                  </a:lnTo>
                  <a:lnTo>
                    <a:pt x="46885" y="22809"/>
                  </a:lnTo>
                  <a:lnTo>
                    <a:pt x="47116" y="22809"/>
                  </a:lnTo>
                  <a:lnTo>
                    <a:pt x="53974" y="23215"/>
                  </a:lnTo>
                  <a:lnTo>
                    <a:pt x="53765" y="23215"/>
                  </a:lnTo>
                  <a:lnTo>
                    <a:pt x="61111" y="24091"/>
                  </a:lnTo>
                  <a:lnTo>
                    <a:pt x="78485" y="24282"/>
                  </a:lnTo>
                  <a:lnTo>
                    <a:pt x="106044" y="25031"/>
                  </a:lnTo>
                  <a:lnTo>
                    <a:pt x="130143" y="25435"/>
                  </a:lnTo>
                  <a:lnTo>
                    <a:pt x="129539" y="25435"/>
                  </a:lnTo>
                  <a:lnTo>
                    <a:pt x="165353" y="26898"/>
                  </a:lnTo>
                  <a:lnTo>
                    <a:pt x="165138" y="26898"/>
                  </a:lnTo>
                  <a:lnTo>
                    <a:pt x="177418" y="27965"/>
                  </a:lnTo>
                  <a:lnTo>
                    <a:pt x="201398" y="29527"/>
                  </a:lnTo>
                  <a:lnTo>
                    <a:pt x="202521" y="29527"/>
                  </a:lnTo>
                  <a:lnTo>
                    <a:pt x="211152" y="29870"/>
                  </a:lnTo>
                  <a:lnTo>
                    <a:pt x="210848" y="29870"/>
                  </a:lnTo>
                  <a:lnTo>
                    <a:pt x="224839" y="30513"/>
                  </a:lnTo>
                  <a:lnTo>
                    <a:pt x="224662" y="30513"/>
                  </a:lnTo>
                  <a:lnTo>
                    <a:pt x="231800" y="30971"/>
                  </a:lnTo>
                  <a:lnTo>
                    <a:pt x="232389" y="30971"/>
                  </a:lnTo>
                  <a:lnTo>
                    <a:pt x="230303" y="28943"/>
                  </a:lnTo>
                  <a:lnTo>
                    <a:pt x="230250" y="25806"/>
                  </a:lnTo>
                  <a:lnTo>
                    <a:pt x="232829" y="21639"/>
                  </a:lnTo>
                  <a:close/>
                </a:path>
                <a:path w="264160" h="32385">
                  <a:moveTo>
                    <a:pt x="240156" y="27025"/>
                  </a:moveTo>
                  <a:lnTo>
                    <a:pt x="239335" y="27167"/>
                  </a:lnTo>
                  <a:lnTo>
                    <a:pt x="237316" y="30513"/>
                  </a:lnTo>
                  <a:lnTo>
                    <a:pt x="236976" y="30513"/>
                  </a:lnTo>
                  <a:lnTo>
                    <a:pt x="238125" y="29870"/>
                  </a:lnTo>
                  <a:lnTo>
                    <a:pt x="239014" y="29221"/>
                  </a:lnTo>
                  <a:lnTo>
                    <a:pt x="238438" y="28943"/>
                  </a:lnTo>
                  <a:lnTo>
                    <a:pt x="239394" y="28943"/>
                  </a:lnTo>
                  <a:lnTo>
                    <a:pt x="240156" y="28181"/>
                  </a:lnTo>
                  <a:lnTo>
                    <a:pt x="240156" y="27025"/>
                  </a:lnTo>
                  <a:close/>
                </a:path>
                <a:path w="264160" h="32385">
                  <a:moveTo>
                    <a:pt x="239014" y="29221"/>
                  </a:moveTo>
                  <a:lnTo>
                    <a:pt x="238125" y="29870"/>
                  </a:lnTo>
                  <a:lnTo>
                    <a:pt x="236976" y="30513"/>
                  </a:lnTo>
                  <a:lnTo>
                    <a:pt x="238582" y="30513"/>
                  </a:lnTo>
                  <a:lnTo>
                    <a:pt x="239540" y="29527"/>
                  </a:lnTo>
                  <a:lnTo>
                    <a:pt x="239014" y="29221"/>
                  </a:lnTo>
                  <a:close/>
                </a:path>
                <a:path w="264160" h="32385">
                  <a:moveTo>
                    <a:pt x="261616" y="26898"/>
                  </a:moveTo>
                  <a:lnTo>
                    <a:pt x="241439" y="26898"/>
                  </a:lnTo>
                  <a:lnTo>
                    <a:pt x="240156" y="28181"/>
                  </a:lnTo>
                  <a:lnTo>
                    <a:pt x="240107" y="28943"/>
                  </a:lnTo>
                  <a:lnTo>
                    <a:pt x="239837" y="29221"/>
                  </a:lnTo>
                  <a:lnTo>
                    <a:pt x="239649" y="29527"/>
                  </a:lnTo>
                  <a:lnTo>
                    <a:pt x="242886" y="30513"/>
                  </a:lnTo>
                  <a:lnTo>
                    <a:pt x="259244" y="30513"/>
                  </a:lnTo>
                  <a:lnTo>
                    <a:pt x="261254" y="27476"/>
                  </a:lnTo>
                  <a:lnTo>
                    <a:pt x="261355" y="27324"/>
                  </a:lnTo>
                  <a:lnTo>
                    <a:pt x="261451" y="27167"/>
                  </a:lnTo>
                  <a:lnTo>
                    <a:pt x="261538" y="27025"/>
                  </a:lnTo>
                  <a:lnTo>
                    <a:pt x="261616" y="26898"/>
                  </a:lnTo>
                  <a:close/>
                </a:path>
                <a:path w="264160" h="32385">
                  <a:moveTo>
                    <a:pt x="260007" y="29527"/>
                  </a:moveTo>
                  <a:lnTo>
                    <a:pt x="259670" y="29870"/>
                  </a:lnTo>
                  <a:lnTo>
                    <a:pt x="259244" y="30513"/>
                  </a:lnTo>
                  <a:lnTo>
                    <a:pt x="259404" y="30513"/>
                  </a:lnTo>
                  <a:lnTo>
                    <a:pt x="260007" y="29527"/>
                  </a:lnTo>
                  <a:close/>
                </a:path>
                <a:path w="264160" h="32385">
                  <a:moveTo>
                    <a:pt x="240156" y="28181"/>
                  </a:moveTo>
                  <a:lnTo>
                    <a:pt x="239394" y="28943"/>
                  </a:lnTo>
                  <a:lnTo>
                    <a:pt x="239014" y="29221"/>
                  </a:lnTo>
                  <a:lnTo>
                    <a:pt x="239649" y="29527"/>
                  </a:lnTo>
                  <a:lnTo>
                    <a:pt x="239837" y="29221"/>
                  </a:lnTo>
                  <a:lnTo>
                    <a:pt x="240107" y="28943"/>
                  </a:lnTo>
                  <a:lnTo>
                    <a:pt x="240156" y="28181"/>
                  </a:lnTo>
                  <a:close/>
                </a:path>
                <a:path w="264160" h="32385">
                  <a:moveTo>
                    <a:pt x="239394" y="28943"/>
                  </a:moveTo>
                  <a:lnTo>
                    <a:pt x="238438" y="28943"/>
                  </a:lnTo>
                  <a:lnTo>
                    <a:pt x="239014" y="29221"/>
                  </a:lnTo>
                  <a:lnTo>
                    <a:pt x="239394" y="28943"/>
                  </a:lnTo>
                  <a:close/>
                </a:path>
                <a:path w="264160" h="32385">
                  <a:moveTo>
                    <a:pt x="239335" y="27167"/>
                  </a:moveTo>
                  <a:lnTo>
                    <a:pt x="235965" y="27749"/>
                  </a:lnTo>
                  <a:lnTo>
                    <a:pt x="238438" y="28943"/>
                  </a:lnTo>
                  <a:lnTo>
                    <a:pt x="238264" y="28943"/>
                  </a:lnTo>
                  <a:lnTo>
                    <a:pt x="239149" y="27476"/>
                  </a:lnTo>
                  <a:lnTo>
                    <a:pt x="239241" y="27324"/>
                  </a:lnTo>
                  <a:lnTo>
                    <a:pt x="239335" y="27167"/>
                  </a:lnTo>
                  <a:close/>
                </a:path>
                <a:path w="264160" h="32385">
                  <a:moveTo>
                    <a:pt x="241439" y="26898"/>
                  </a:moveTo>
                  <a:lnTo>
                    <a:pt x="240892" y="26898"/>
                  </a:lnTo>
                  <a:lnTo>
                    <a:pt x="240156" y="27025"/>
                  </a:lnTo>
                  <a:lnTo>
                    <a:pt x="240156" y="28181"/>
                  </a:lnTo>
                  <a:lnTo>
                    <a:pt x="241312" y="27025"/>
                  </a:lnTo>
                  <a:lnTo>
                    <a:pt x="241439" y="26898"/>
                  </a:lnTo>
                  <a:close/>
                </a:path>
                <a:path w="264160" h="32385">
                  <a:moveTo>
                    <a:pt x="240156" y="25806"/>
                  </a:moveTo>
                  <a:lnTo>
                    <a:pt x="239497" y="26898"/>
                  </a:lnTo>
                  <a:lnTo>
                    <a:pt x="239421" y="27025"/>
                  </a:lnTo>
                  <a:lnTo>
                    <a:pt x="239335" y="27167"/>
                  </a:lnTo>
                  <a:lnTo>
                    <a:pt x="240156" y="27025"/>
                  </a:lnTo>
                  <a:lnTo>
                    <a:pt x="240156" y="25806"/>
                  </a:lnTo>
                  <a:close/>
                </a:path>
                <a:path w="264160" h="32385">
                  <a:moveTo>
                    <a:pt x="262284" y="25806"/>
                  </a:moveTo>
                  <a:lnTo>
                    <a:pt x="240156" y="25806"/>
                  </a:lnTo>
                  <a:lnTo>
                    <a:pt x="240156" y="27025"/>
                  </a:lnTo>
                  <a:lnTo>
                    <a:pt x="240892" y="26898"/>
                  </a:lnTo>
                  <a:lnTo>
                    <a:pt x="261616" y="26898"/>
                  </a:lnTo>
                  <a:lnTo>
                    <a:pt x="262284" y="25806"/>
                  </a:lnTo>
                  <a:close/>
                </a:path>
                <a:path w="264160" h="32385">
                  <a:moveTo>
                    <a:pt x="263561" y="23719"/>
                  </a:moveTo>
                  <a:lnTo>
                    <a:pt x="262059" y="26174"/>
                  </a:lnTo>
                  <a:lnTo>
                    <a:pt x="262445" y="25806"/>
                  </a:lnTo>
                  <a:lnTo>
                    <a:pt x="263525" y="24282"/>
                  </a:lnTo>
                  <a:lnTo>
                    <a:pt x="263561" y="23719"/>
                  </a:lnTo>
                  <a:close/>
                </a:path>
                <a:path w="264160" h="32385">
                  <a:moveTo>
                    <a:pt x="234413" y="18440"/>
                  </a:moveTo>
                  <a:lnTo>
                    <a:pt x="22351" y="18440"/>
                  </a:lnTo>
                  <a:lnTo>
                    <a:pt x="25145" y="18605"/>
                  </a:lnTo>
                  <a:lnTo>
                    <a:pt x="23758" y="18741"/>
                  </a:lnTo>
                  <a:lnTo>
                    <a:pt x="26881" y="19392"/>
                  </a:lnTo>
                  <a:lnTo>
                    <a:pt x="30479" y="20027"/>
                  </a:lnTo>
                  <a:lnTo>
                    <a:pt x="35228" y="20802"/>
                  </a:lnTo>
                  <a:lnTo>
                    <a:pt x="40683" y="21945"/>
                  </a:lnTo>
                  <a:lnTo>
                    <a:pt x="232409" y="21945"/>
                  </a:lnTo>
                  <a:lnTo>
                    <a:pt x="233796" y="20559"/>
                  </a:lnTo>
                  <a:lnTo>
                    <a:pt x="234325" y="18741"/>
                  </a:lnTo>
                  <a:lnTo>
                    <a:pt x="234413" y="18440"/>
                  </a:lnTo>
                  <a:close/>
                </a:path>
                <a:path w="264160" h="32385">
                  <a:moveTo>
                    <a:pt x="263502" y="19786"/>
                  </a:moveTo>
                  <a:lnTo>
                    <a:pt x="234568" y="19786"/>
                  </a:lnTo>
                  <a:lnTo>
                    <a:pt x="233871" y="21034"/>
                  </a:lnTo>
                  <a:lnTo>
                    <a:pt x="233777" y="21202"/>
                  </a:lnTo>
                  <a:lnTo>
                    <a:pt x="233699" y="21342"/>
                  </a:lnTo>
                  <a:lnTo>
                    <a:pt x="233481" y="21639"/>
                  </a:lnTo>
                  <a:lnTo>
                    <a:pt x="233392" y="21945"/>
                  </a:lnTo>
                  <a:lnTo>
                    <a:pt x="263675" y="21945"/>
                  </a:lnTo>
                  <a:lnTo>
                    <a:pt x="263750" y="20345"/>
                  </a:lnTo>
                  <a:lnTo>
                    <a:pt x="263622" y="20027"/>
                  </a:lnTo>
                  <a:lnTo>
                    <a:pt x="263502" y="19786"/>
                  </a:lnTo>
                  <a:close/>
                </a:path>
                <a:path w="264160" h="32385">
                  <a:moveTo>
                    <a:pt x="233428" y="21202"/>
                  </a:moveTo>
                  <a:lnTo>
                    <a:pt x="233049" y="21342"/>
                  </a:lnTo>
                  <a:lnTo>
                    <a:pt x="232829" y="21639"/>
                  </a:lnTo>
                  <a:lnTo>
                    <a:pt x="233428" y="21202"/>
                  </a:lnTo>
                  <a:close/>
                </a:path>
                <a:path w="264160" h="32385">
                  <a:moveTo>
                    <a:pt x="234434" y="20027"/>
                  </a:moveTo>
                  <a:lnTo>
                    <a:pt x="234010" y="20345"/>
                  </a:lnTo>
                  <a:lnTo>
                    <a:pt x="233796" y="20559"/>
                  </a:lnTo>
                  <a:lnTo>
                    <a:pt x="233725" y="20802"/>
                  </a:lnTo>
                  <a:lnTo>
                    <a:pt x="233658" y="21034"/>
                  </a:lnTo>
                  <a:lnTo>
                    <a:pt x="233568" y="21342"/>
                  </a:lnTo>
                  <a:lnTo>
                    <a:pt x="233481" y="21639"/>
                  </a:lnTo>
                  <a:lnTo>
                    <a:pt x="233699" y="21342"/>
                  </a:lnTo>
                  <a:lnTo>
                    <a:pt x="234434" y="20027"/>
                  </a:lnTo>
                  <a:close/>
                </a:path>
                <a:path w="264160" h="32385">
                  <a:moveTo>
                    <a:pt x="233796" y="20559"/>
                  </a:moveTo>
                  <a:lnTo>
                    <a:pt x="233153" y="21202"/>
                  </a:lnTo>
                  <a:lnTo>
                    <a:pt x="233049" y="21342"/>
                  </a:lnTo>
                  <a:lnTo>
                    <a:pt x="233647" y="21034"/>
                  </a:lnTo>
                  <a:lnTo>
                    <a:pt x="233725" y="20802"/>
                  </a:lnTo>
                  <a:lnTo>
                    <a:pt x="233796" y="20559"/>
                  </a:lnTo>
                  <a:close/>
                </a:path>
                <a:path w="264160" h="32385">
                  <a:moveTo>
                    <a:pt x="26034" y="0"/>
                  </a:moveTo>
                  <a:lnTo>
                    <a:pt x="22326" y="0"/>
                  </a:lnTo>
                  <a:lnTo>
                    <a:pt x="16228" y="685"/>
                  </a:lnTo>
                  <a:lnTo>
                    <a:pt x="3428" y="2793"/>
                  </a:lnTo>
                  <a:lnTo>
                    <a:pt x="0" y="7404"/>
                  </a:lnTo>
                  <a:lnTo>
                    <a:pt x="1480" y="17005"/>
                  </a:lnTo>
                  <a:lnTo>
                    <a:pt x="1524" y="17284"/>
                  </a:lnTo>
                  <a:lnTo>
                    <a:pt x="6017" y="20802"/>
                  </a:lnTo>
                  <a:lnTo>
                    <a:pt x="5652" y="20802"/>
                  </a:lnTo>
                  <a:lnTo>
                    <a:pt x="17377" y="19392"/>
                  </a:lnTo>
                  <a:lnTo>
                    <a:pt x="17123" y="19392"/>
                  </a:lnTo>
                  <a:lnTo>
                    <a:pt x="23758" y="18741"/>
                  </a:lnTo>
                  <a:lnTo>
                    <a:pt x="22351" y="18440"/>
                  </a:lnTo>
                  <a:lnTo>
                    <a:pt x="234413" y="18440"/>
                  </a:lnTo>
                  <a:lnTo>
                    <a:pt x="235835" y="13665"/>
                  </a:lnTo>
                  <a:lnTo>
                    <a:pt x="239713" y="10896"/>
                  </a:lnTo>
                  <a:lnTo>
                    <a:pt x="245237" y="10896"/>
                  </a:lnTo>
                  <a:lnTo>
                    <a:pt x="221820" y="10299"/>
                  </a:lnTo>
                  <a:lnTo>
                    <a:pt x="225551" y="10299"/>
                  </a:lnTo>
                  <a:lnTo>
                    <a:pt x="200975" y="9232"/>
                  </a:lnTo>
                  <a:lnTo>
                    <a:pt x="179410" y="7815"/>
                  </a:lnTo>
                  <a:lnTo>
                    <a:pt x="166624" y="6731"/>
                  </a:lnTo>
                  <a:lnTo>
                    <a:pt x="130047" y="5308"/>
                  </a:lnTo>
                  <a:lnTo>
                    <a:pt x="87186" y="4495"/>
                  </a:lnTo>
                  <a:lnTo>
                    <a:pt x="62483" y="4495"/>
                  </a:lnTo>
                  <a:lnTo>
                    <a:pt x="55244" y="3924"/>
                  </a:lnTo>
                  <a:lnTo>
                    <a:pt x="49500" y="3657"/>
                  </a:lnTo>
                  <a:lnTo>
                    <a:pt x="48894" y="3657"/>
                  </a:lnTo>
                  <a:lnTo>
                    <a:pt x="44155" y="3073"/>
                  </a:lnTo>
                  <a:lnTo>
                    <a:pt x="38607" y="2044"/>
                  </a:lnTo>
                  <a:lnTo>
                    <a:pt x="38758" y="2044"/>
                  </a:lnTo>
                  <a:lnTo>
                    <a:pt x="33527" y="1295"/>
                  </a:lnTo>
                  <a:lnTo>
                    <a:pt x="29659" y="685"/>
                  </a:lnTo>
                  <a:lnTo>
                    <a:pt x="26034" y="0"/>
                  </a:lnTo>
                  <a:close/>
                </a:path>
                <a:path w="264160" h="32385">
                  <a:moveTo>
                    <a:pt x="241134" y="10896"/>
                  </a:moveTo>
                  <a:lnTo>
                    <a:pt x="239713" y="10896"/>
                  </a:lnTo>
                  <a:lnTo>
                    <a:pt x="235835" y="13665"/>
                  </a:lnTo>
                  <a:lnTo>
                    <a:pt x="234136" y="19392"/>
                  </a:lnTo>
                  <a:lnTo>
                    <a:pt x="234021" y="19786"/>
                  </a:lnTo>
                  <a:lnTo>
                    <a:pt x="233951" y="20027"/>
                  </a:lnTo>
                  <a:lnTo>
                    <a:pt x="233858" y="20345"/>
                  </a:lnTo>
                  <a:lnTo>
                    <a:pt x="233796" y="20559"/>
                  </a:lnTo>
                  <a:lnTo>
                    <a:pt x="234568" y="19786"/>
                  </a:lnTo>
                  <a:lnTo>
                    <a:pt x="263502" y="19786"/>
                  </a:lnTo>
                  <a:lnTo>
                    <a:pt x="262127" y="17005"/>
                  </a:lnTo>
                  <a:lnTo>
                    <a:pt x="261582" y="15810"/>
                  </a:lnTo>
                  <a:lnTo>
                    <a:pt x="260031" y="13279"/>
                  </a:lnTo>
                  <a:lnTo>
                    <a:pt x="257995" y="11909"/>
                  </a:lnTo>
                  <a:lnTo>
                    <a:pt x="257209" y="11518"/>
                  </a:lnTo>
                  <a:lnTo>
                    <a:pt x="253203" y="11518"/>
                  </a:lnTo>
                  <a:lnTo>
                    <a:pt x="241134" y="10896"/>
                  </a:lnTo>
                  <a:close/>
                </a:path>
                <a:path w="264160" h="32385">
                  <a:moveTo>
                    <a:pt x="261582" y="15810"/>
                  </a:moveTo>
                  <a:lnTo>
                    <a:pt x="262127" y="17005"/>
                  </a:lnTo>
                  <a:lnTo>
                    <a:pt x="263778" y="20345"/>
                  </a:lnTo>
                  <a:lnTo>
                    <a:pt x="263778" y="19392"/>
                  </a:lnTo>
                  <a:lnTo>
                    <a:pt x="261582" y="15810"/>
                  </a:lnTo>
                  <a:close/>
                </a:path>
                <a:path w="264160" h="32385">
                  <a:moveTo>
                    <a:pt x="22351" y="18440"/>
                  </a:moveTo>
                  <a:lnTo>
                    <a:pt x="23758" y="18741"/>
                  </a:lnTo>
                  <a:lnTo>
                    <a:pt x="25145" y="18605"/>
                  </a:lnTo>
                  <a:lnTo>
                    <a:pt x="22351" y="18440"/>
                  </a:lnTo>
                  <a:close/>
                </a:path>
                <a:path w="264160" h="32385">
                  <a:moveTo>
                    <a:pt x="260031" y="13279"/>
                  </a:moveTo>
                  <a:lnTo>
                    <a:pt x="261582" y="15810"/>
                  </a:lnTo>
                  <a:lnTo>
                    <a:pt x="260603" y="13665"/>
                  </a:lnTo>
                  <a:lnTo>
                    <a:pt x="260031" y="13279"/>
                  </a:lnTo>
                  <a:close/>
                </a:path>
                <a:path w="264160" h="32385">
                  <a:moveTo>
                    <a:pt x="257995" y="11909"/>
                  </a:moveTo>
                  <a:lnTo>
                    <a:pt x="260031" y="13279"/>
                  </a:lnTo>
                  <a:lnTo>
                    <a:pt x="259714" y="12763"/>
                  </a:lnTo>
                  <a:lnTo>
                    <a:pt x="257995" y="11909"/>
                  </a:lnTo>
                  <a:close/>
                </a:path>
                <a:path w="264160" h="32385">
                  <a:moveTo>
                    <a:pt x="260350" y="10896"/>
                  </a:moveTo>
                  <a:lnTo>
                    <a:pt x="255956" y="10896"/>
                  </a:lnTo>
                  <a:lnTo>
                    <a:pt x="257995" y="11909"/>
                  </a:lnTo>
                  <a:lnTo>
                    <a:pt x="257415" y="11518"/>
                  </a:lnTo>
                  <a:lnTo>
                    <a:pt x="242996" y="11518"/>
                  </a:lnTo>
                  <a:lnTo>
                    <a:pt x="260350" y="10896"/>
                  </a:lnTo>
                  <a:close/>
                </a:path>
                <a:path w="264160" h="32385">
                  <a:moveTo>
                    <a:pt x="248157" y="10896"/>
                  </a:moveTo>
                  <a:lnTo>
                    <a:pt x="241134" y="10896"/>
                  </a:lnTo>
                  <a:lnTo>
                    <a:pt x="253203" y="11518"/>
                  </a:lnTo>
                  <a:lnTo>
                    <a:pt x="254381" y="11518"/>
                  </a:lnTo>
                  <a:lnTo>
                    <a:pt x="248157" y="10896"/>
                  </a:lnTo>
                  <a:close/>
                </a:path>
                <a:path w="264160" h="32385">
                  <a:moveTo>
                    <a:pt x="250093" y="10896"/>
                  </a:moveTo>
                  <a:lnTo>
                    <a:pt x="249054" y="10896"/>
                  </a:lnTo>
                  <a:lnTo>
                    <a:pt x="244776" y="11518"/>
                  </a:lnTo>
                  <a:lnTo>
                    <a:pt x="258307" y="11518"/>
                  </a:lnTo>
                  <a:lnTo>
                    <a:pt x="250093" y="10896"/>
                  </a:lnTo>
                  <a:close/>
                </a:path>
                <a:path w="264160" h="32385">
                  <a:moveTo>
                    <a:pt x="253800" y="10896"/>
                  </a:moveTo>
                  <a:lnTo>
                    <a:pt x="250641" y="10896"/>
                  </a:lnTo>
                  <a:lnTo>
                    <a:pt x="252926" y="11518"/>
                  </a:lnTo>
                  <a:lnTo>
                    <a:pt x="249355" y="11518"/>
                  </a:lnTo>
                  <a:lnTo>
                    <a:pt x="253800" y="10896"/>
                  </a:lnTo>
                  <a:close/>
                </a:path>
                <a:path w="264160" h="32385">
                  <a:moveTo>
                    <a:pt x="78866" y="4292"/>
                  </a:moveTo>
                  <a:lnTo>
                    <a:pt x="77359" y="4292"/>
                  </a:lnTo>
                  <a:lnTo>
                    <a:pt x="59342" y="4495"/>
                  </a:lnTo>
                  <a:lnTo>
                    <a:pt x="87186" y="4495"/>
                  </a:lnTo>
                  <a:lnTo>
                    <a:pt x="78866" y="4292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1399" y="2820034"/>
              <a:ext cx="1494789" cy="96519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224775" y="81026"/>
              <a:ext cx="0" cy="2220595"/>
            </a:xfrm>
            <a:custGeom>
              <a:avLst/>
              <a:gdLst/>
              <a:ahLst/>
              <a:cxnLst/>
              <a:rect l="l" t="t" r="r" b="b"/>
              <a:pathLst>
                <a:path h="2220595">
                  <a:moveTo>
                    <a:pt x="0" y="0"/>
                  </a:moveTo>
                  <a:lnTo>
                    <a:pt x="0" y="2220087"/>
                  </a:lnTo>
                </a:path>
              </a:pathLst>
            </a:custGeom>
            <a:ln w="254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2185" y="4486567"/>
              <a:ext cx="209181" cy="3823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4138" y="1065911"/>
              <a:ext cx="319943" cy="35306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89954" y="533653"/>
              <a:ext cx="269748" cy="19177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54312" y="534796"/>
              <a:ext cx="190828" cy="10680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62547" y="490727"/>
              <a:ext cx="226441" cy="21336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07583" y="1181353"/>
              <a:ext cx="495553" cy="17526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93560" y="1139825"/>
              <a:ext cx="403669" cy="18948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879082" y="1098550"/>
              <a:ext cx="200406" cy="21208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31557" y="505587"/>
              <a:ext cx="267716" cy="17907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980843" y="502284"/>
              <a:ext cx="220689" cy="9740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279057" y="493521"/>
              <a:ext cx="246325" cy="1905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584139" y="1018793"/>
              <a:ext cx="539407" cy="15493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237168" y="961136"/>
              <a:ext cx="451366" cy="19367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8801226" y="945768"/>
              <a:ext cx="63500" cy="232410"/>
            </a:xfrm>
            <a:custGeom>
              <a:avLst/>
              <a:gdLst/>
              <a:ahLst/>
              <a:cxnLst/>
              <a:rect l="l" t="t" r="r" b="b"/>
              <a:pathLst>
                <a:path w="63500" h="232409">
                  <a:moveTo>
                    <a:pt x="13207" y="0"/>
                  </a:moveTo>
                  <a:lnTo>
                    <a:pt x="8381" y="634"/>
                  </a:lnTo>
                  <a:lnTo>
                    <a:pt x="1524" y="6476"/>
                  </a:lnTo>
                  <a:lnTo>
                    <a:pt x="123" y="10794"/>
                  </a:lnTo>
                  <a:lnTo>
                    <a:pt x="0" y="11175"/>
                  </a:lnTo>
                  <a:lnTo>
                    <a:pt x="1143" y="15493"/>
                  </a:lnTo>
                  <a:lnTo>
                    <a:pt x="4425" y="27558"/>
                  </a:lnTo>
                  <a:lnTo>
                    <a:pt x="5588" y="31750"/>
                  </a:lnTo>
                  <a:lnTo>
                    <a:pt x="5645" y="31979"/>
                  </a:lnTo>
                  <a:lnTo>
                    <a:pt x="12192" y="61340"/>
                  </a:lnTo>
                  <a:lnTo>
                    <a:pt x="12320" y="62050"/>
                  </a:lnTo>
                  <a:lnTo>
                    <a:pt x="12369" y="62737"/>
                  </a:lnTo>
                  <a:lnTo>
                    <a:pt x="13334" y="70357"/>
                  </a:lnTo>
                  <a:lnTo>
                    <a:pt x="13334" y="70738"/>
                  </a:lnTo>
                  <a:lnTo>
                    <a:pt x="14894" y="81515"/>
                  </a:lnTo>
                  <a:lnTo>
                    <a:pt x="16764" y="99059"/>
                  </a:lnTo>
                  <a:lnTo>
                    <a:pt x="17906" y="108584"/>
                  </a:lnTo>
                  <a:lnTo>
                    <a:pt x="18923" y="117601"/>
                  </a:lnTo>
                  <a:lnTo>
                    <a:pt x="20700" y="132333"/>
                  </a:lnTo>
                  <a:lnTo>
                    <a:pt x="23875" y="162432"/>
                  </a:lnTo>
                  <a:lnTo>
                    <a:pt x="28541" y="207735"/>
                  </a:lnTo>
                  <a:lnTo>
                    <a:pt x="28970" y="210057"/>
                  </a:lnTo>
                  <a:lnTo>
                    <a:pt x="29050" y="210470"/>
                  </a:lnTo>
                  <a:lnTo>
                    <a:pt x="29142" y="210946"/>
                  </a:lnTo>
                  <a:lnTo>
                    <a:pt x="29192" y="211200"/>
                  </a:lnTo>
                  <a:lnTo>
                    <a:pt x="29315" y="211835"/>
                  </a:lnTo>
                  <a:lnTo>
                    <a:pt x="29340" y="211962"/>
                  </a:lnTo>
                  <a:lnTo>
                    <a:pt x="29464" y="212597"/>
                  </a:lnTo>
                  <a:lnTo>
                    <a:pt x="29591" y="213486"/>
                  </a:lnTo>
                  <a:lnTo>
                    <a:pt x="31115" y="219201"/>
                  </a:lnTo>
                  <a:lnTo>
                    <a:pt x="32893" y="223265"/>
                  </a:lnTo>
                  <a:lnTo>
                    <a:pt x="34163" y="224916"/>
                  </a:lnTo>
                  <a:lnTo>
                    <a:pt x="35687" y="227075"/>
                  </a:lnTo>
                  <a:lnTo>
                    <a:pt x="37846" y="229996"/>
                  </a:lnTo>
                  <a:lnTo>
                    <a:pt x="41148" y="231775"/>
                  </a:lnTo>
                  <a:lnTo>
                    <a:pt x="46481" y="232155"/>
                  </a:lnTo>
                  <a:lnTo>
                    <a:pt x="48132" y="232155"/>
                  </a:lnTo>
                  <a:lnTo>
                    <a:pt x="50038" y="231647"/>
                  </a:lnTo>
                  <a:lnTo>
                    <a:pt x="55372" y="228980"/>
                  </a:lnTo>
                  <a:lnTo>
                    <a:pt x="56896" y="227329"/>
                  </a:lnTo>
                  <a:lnTo>
                    <a:pt x="57912" y="225297"/>
                  </a:lnTo>
                  <a:lnTo>
                    <a:pt x="58674" y="223900"/>
                  </a:lnTo>
                  <a:lnTo>
                    <a:pt x="59181" y="222503"/>
                  </a:lnTo>
                  <a:lnTo>
                    <a:pt x="61087" y="217042"/>
                  </a:lnTo>
                  <a:lnTo>
                    <a:pt x="61372" y="215900"/>
                  </a:lnTo>
                  <a:lnTo>
                    <a:pt x="38989" y="215900"/>
                  </a:lnTo>
                  <a:lnTo>
                    <a:pt x="39052" y="215772"/>
                  </a:lnTo>
                  <a:lnTo>
                    <a:pt x="39179" y="215518"/>
                  </a:lnTo>
                  <a:lnTo>
                    <a:pt x="40640" y="211200"/>
                  </a:lnTo>
                  <a:lnTo>
                    <a:pt x="41139" y="208406"/>
                  </a:lnTo>
                  <a:lnTo>
                    <a:pt x="41655" y="205739"/>
                  </a:lnTo>
                  <a:lnTo>
                    <a:pt x="42672" y="200025"/>
                  </a:lnTo>
                  <a:lnTo>
                    <a:pt x="48259" y="196214"/>
                  </a:lnTo>
                  <a:lnTo>
                    <a:pt x="51455" y="196214"/>
                  </a:lnTo>
                  <a:lnTo>
                    <a:pt x="51060" y="192658"/>
                  </a:lnTo>
                  <a:lnTo>
                    <a:pt x="50706" y="190257"/>
                  </a:lnTo>
                  <a:lnTo>
                    <a:pt x="50771" y="189981"/>
                  </a:lnTo>
                  <a:lnTo>
                    <a:pt x="49280" y="176149"/>
                  </a:lnTo>
                  <a:lnTo>
                    <a:pt x="49200" y="175404"/>
                  </a:lnTo>
                  <a:lnTo>
                    <a:pt x="47878" y="160146"/>
                  </a:lnTo>
                  <a:lnTo>
                    <a:pt x="47878" y="159892"/>
                  </a:lnTo>
                  <a:lnTo>
                    <a:pt x="45720" y="139445"/>
                  </a:lnTo>
                  <a:lnTo>
                    <a:pt x="44576" y="129539"/>
                  </a:lnTo>
                  <a:lnTo>
                    <a:pt x="42799" y="114680"/>
                  </a:lnTo>
                  <a:lnTo>
                    <a:pt x="41655" y="105663"/>
                  </a:lnTo>
                  <a:lnTo>
                    <a:pt x="40513" y="96392"/>
                  </a:lnTo>
                  <a:lnTo>
                    <a:pt x="39497" y="86740"/>
                  </a:lnTo>
                  <a:lnTo>
                    <a:pt x="38353" y="77342"/>
                  </a:lnTo>
                  <a:lnTo>
                    <a:pt x="38226" y="76961"/>
                  </a:lnTo>
                  <a:lnTo>
                    <a:pt x="36884" y="67563"/>
                  </a:lnTo>
                  <a:lnTo>
                    <a:pt x="36218" y="62737"/>
                  </a:lnTo>
                  <a:lnTo>
                    <a:pt x="35687" y="58546"/>
                  </a:lnTo>
                  <a:lnTo>
                    <a:pt x="35432" y="57150"/>
                  </a:lnTo>
                  <a:lnTo>
                    <a:pt x="30123" y="35047"/>
                  </a:lnTo>
                  <a:lnTo>
                    <a:pt x="28701" y="27558"/>
                  </a:lnTo>
                  <a:lnTo>
                    <a:pt x="26312" y="18795"/>
                  </a:lnTo>
                  <a:lnTo>
                    <a:pt x="22351" y="18795"/>
                  </a:lnTo>
                  <a:lnTo>
                    <a:pt x="23749" y="9397"/>
                  </a:lnTo>
                  <a:lnTo>
                    <a:pt x="24129" y="9397"/>
                  </a:lnTo>
                  <a:lnTo>
                    <a:pt x="24129" y="7873"/>
                  </a:lnTo>
                  <a:lnTo>
                    <a:pt x="21463" y="3809"/>
                  </a:lnTo>
                  <a:lnTo>
                    <a:pt x="17399" y="1904"/>
                  </a:lnTo>
                  <a:lnTo>
                    <a:pt x="13207" y="0"/>
                  </a:lnTo>
                  <a:close/>
                </a:path>
                <a:path w="63500" h="232409">
                  <a:moveTo>
                    <a:pt x="41705" y="214375"/>
                  </a:moveTo>
                  <a:lnTo>
                    <a:pt x="39750" y="214375"/>
                  </a:lnTo>
                  <a:lnTo>
                    <a:pt x="39231" y="215518"/>
                  </a:lnTo>
                  <a:lnTo>
                    <a:pt x="39052" y="215772"/>
                  </a:lnTo>
                  <a:lnTo>
                    <a:pt x="38989" y="215900"/>
                  </a:lnTo>
                  <a:lnTo>
                    <a:pt x="39215" y="215772"/>
                  </a:lnTo>
                  <a:lnTo>
                    <a:pt x="39200" y="215518"/>
                  </a:lnTo>
                  <a:lnTo>
                    <a:pt x="39668" y="215518"/>
                  </a:lnTo>
                  <a:lnTo>
                    <a:pt x="41705" y="214375"/>
                  </a:lnTo>
                  <a:close/>
                </a:path>
                <a:path w="63500" h="232409">
                  <a:moveTo>
                    <a:pt x="48668" y="210470"/>
                  </a:moveTo>
                  <a:lnTo>
                    <a:pt x="38989" y="215900"/>
                  </a:lnTo>
                  <a:lnTo>
                    <a:pt x="61372" y="215900"/>
                  </a:lnTo>
                  <a:lnTo>
                    <a:pt x="61468" y="215518"/>
                  </a:lnTo>
                  <a:lnTo>
                    <a:pt x="61669" y="214375"/>
                  </a:lnTo>
                  <a:lnTo>
                    <a:pt x="61714" y="214121"/>
                  </a:lnTo>
                  <a:lnTo>
                    <a:pt x="55245" y="214121"/>
                  </a:lnTo>
                  <a:lnTo>
                    <a:pt x="55083" y="213867"/>
                  </a:lnTo>
                  <a:lnTo>
                    <a:pt x="55245" y="213867"/>
                  </a:lnTo>
                  <a:lnTo>
                    <a:pt x="48668" y="210470"/>
                  </a:lnTo>
                  <a:close/>
                </a:path>
                <a:path w="63500" h="232409">
                  <a:moveTo>
                    <a:pt x="48259" y="196214"/>
                  </a:moveTo>
                  <a:lnTo>
                    <a:pt x="42672" y="200025"/>
                  </a:lnTo>
                  <a:lnTo>
                    <a:pt x="41768" y="205106"/>
                  </a:lnTo>
                  <a:lnTo>
                    <a:pt x="40894" y="209676"/>
                  </a:lnTo>
                  <a:lnTo>
                    <a:pt x="40767" y="210946"/>
                  </a:lnTo>
                  <a:lnTo>
                    <a:pt x="40544" y="211835"/>
                  </a:lnTo>
                  <a:lnTo>
                    <a:pt x="40386" y="211962"/>
                  </a:lnTo>
                  <a:lnTo>
                    <a:pt x="39200" y="215518"/>
                  </a:lnTo>
                  <a:lnTo>
                    <a:pt x="39750" y="214375"/>
                  </a:lnTo>
                  <a:lnTo>
                    <a:pt x="41705" y="214375"/>
                  </a:lnTo>
                  <a:lnTo>
                    <a:pt x="48668" y="210470"/>
                  </a:lnTo>
                  <a:lnTo>
                    <a:pt x="47870" y="210057"/>
                  </a:lnTo>
                  <a:lnTo>
                    <a:pt x="53548" y="210057"/>
                  </a:lnTo>
                  <a:lnTo>
                    <a:pt x="53145" y="208406"/>
                  </a:lnTo>
                  <a:lnTo>
                    <a:pt x="53022" y="208025"/>
                  </a:lnTo>
                  <a:lnTo>
                    <a:pt x="52669" y="205739"/>
                  </a:lnTo>
                  <a:lnTo>
                    <a:pt x="51530" y="196796"/>
                  </a:lnTo>
                  <a:lnTo>
                    <a:pt x="48259" y="196214"/>
                  </a:lnTo>
                  <a:close/>
                </a:path>
                <a:path w="63500" h="232409">
                  <a:moveTo>
                    <a:pt x="51530" y="196796"/>
                  </a:moveTo>
                  <a:lnTo>
                    <a:pt x="52401" y="203707"/>
                  </a:lnTo>
                  <a:lnTo>
                    <a:pt x="52481" y="204339"/>
                  </a:lnTo>
                  <a:lnTo>
                    <a:pt x="52578" y="205106"/>
                  </a:lnTo>
                  <a:lnTo>
                    <a:pt x="52981" y="207735"/>
                  </a:lnTo>
                  <a:lnTo>
                    <a:pt x="53983" y="211835"/>
                  </a:lnTo>
                  <a:lnTo>
                    <a:pt x="54101" y="212250"/>
                  </a:lnTo>
                  <a:lnTo>
                    <a:pt x="54313" y="212597"/>
                  </a:lnTo>
                  <a:lnTo>
                    <a:pt x="54355" y="212725"/>
                  </a:lnTo>
                  <a:lnTo>
                    <a:pt x="55245" y="213867"/>
                  </a:lnTo>
                  <a:lnTo>
                    <a:pt x="55089" y="213867"/>
                  </a:lnTo>
                  <a:lnTo>
                    <a:pt x="55245" y="214121"/>
                  </a:lnTo>
                  <a:lnTo>
                    <a:pt x="61714" y="214121"/>
                  </a:lnTo>
                  <a:lnTo>
                    <a:pt x="61759" y="213867"/>
                  </a:lnTo>
                  <a:lnTo>
                    <a:pt x="55245" y="213867"/>
                  </a:lnTo>
                  <a:lnTo>
                    <a:pt x="54948" y="213486"/>
                  </a:lnTo>
                  <a:lnTo>
                    <a:pt x="61826" y="213486"/>
                  </a:lnTo>
                  <a:lnTo>
                    <a:pt x="63390" y="204339"/>
                  </a:lnTo>
                  <a:lnTo>
                    <a:pt x="63500" y="203707"/>
                  </a:lnTo>
                  <a:lnTo>
                    <a:pt x="59690" y="198246"/>
                  </a:lnTo>
                  <a:lnTo>
                    <a:pt x="51530" y="196796"/>
                  </a:lnTo>
                  <a:close/>
                </a:path>
                <a:path w="63500" h="232409">
                  <a:moveTo>
                    <a:pt x="54283" y="212597"/>
                  </a:moveTo>
                  <a:lnTo>
                    <a:pt x="54122" y="212725"/>
                  </a:lnTo>
                  <a:lnTo>
                    <a:pt x="54507" y="213486"/>
                  </a:lnTo>
                  <a:lnTo>
                    <a:pt x="55245" y="213867"/>
                  </a:lnTo>
                  <a:lnTo>
                    <a:pt x="55083" y="213867"/>
                  </a:lnTo>
                  <a:lnTo>
                    <a:pt x="54355" y="212725"/>
                  </a:lnTo>
                  <a:lnTo>
                    <a:pt x="54283" y="212597"/>
                  </a:lnTo>
                  <a:close/>
                </a:path>
                <a:path w="63500" h="232409">
                  <a:moveTo>
                    <a:pt x="53548" y="210057"/>
                  </a:moveTo>
                  <a:lnTo>
                    <a:pt x="49402" y="210057"/>
                  </a:lnTo>
                  <a:lnTo>
                    <a:pt x="48668" y="210470"/>
                  </a:lnTo>
                  <a:lnTo>
                    <a:pt x="54507" y="213486"/>
                  </a:lnTo>
                  <a:lnTo>
                    <a:pt x="54200" y="212725"/>
                  </a:lnTo>
                  <a:lnTo>
                    <a:pt x="54075" y="212597"/>
                  </a:lnTo>
                  <a:lnTo>
                    <a:pt x="53560" y="211200"/>
                  </a:lnTo>
                  <a:lnTo>
                    <a:pt x="53467" y="210946"/>
                  </a:lnTo>
                  <a:lnTo>
                    <a:pt x="53766" y="210946"/>
                  </a:lnTo>
                  <a:lnTo>
                    <a:pt x="53649" y="210470"/>
                  </a:lnTo>
                  <a:lnTo>
                    <a:pt x="53548" y="210057"/>
                  </a:lnTo>
                  <a:close/>
                </a:path>
                <a:path w="63500" h="232409">
                  <a:moveTo>
                    <a:pt x="53920" y="211962"/>
                  </a:moveTo>
                  <a:lnTo>
                    <a:pt x="53947" y="212250"/>
                  </a:lnTo>
                  <a:lnTo>
                    <a:pt x="54075" y="212597"/>
                  </a:lnTo>
                  <a:lnTo>
                    <a:pt x="54084" y="212250"/>
                  </a:lnTo>
                  <a:lnTo>
                    <a:pt x="53920" y="211962"/>
                  </a:lnTo>
                  <a:close/>
                </a:path>
                <a:path w="63500" h="232409">
                  <a:moveTo>
                    <a:pt x="53766" y="210946"/>
                  </a:moveTo>
                  <a:lnTo>
                    <a:pt x="53467" y="210946"/>
                  </a:lnTo>
                  <a:lnTo>
                    <a:pt x="53911" y="211835"/>
                  </a:lnTo>
                  <a:lnTo>
                    <a:pt x="53828" y="211200"/>
                  </a:lnTo>
                  <a:lnTo>
                    <a:pt x="53766" y="210946"/>
                  </a:lnTo>
                  <a:close/>
                </a:path>
                <a:path w="63500" h="232409">
                  <a:moveTo>
                    <a:pt x="49402" y="210057"/>
                  </a:moveTo>
                  <a:lnTo>
                    <a:pt x="47870" y="210057"/>
                  </a:lnTo>
                  <a:lnTo>
                    <a:pt x="48668" y="210470"/>
                  </a:lnTo>
                  <a:lnTo>
                    <a:pt x="49402" y="210057"/>
                  </a:lnTo>
                  <a:close/>
                </a:path>
                <a:path w="63500" h="232409">
                  <a:moveTo>
                    <a:pt x="51455" y="196214"/>
                  </a:moveTo>
                  <a:lnTo>
                    <a:pt x="48259" y="196214"/>
                  </a:lnTo>
                  <a:lnTo>
                    <a:pt x="51530" y="196796"/>
                  </a:lnTo>
                  <a:lnTo>
                    <a:pt x="51455" y="196214"/>
                  </a:lnTo>
                  <a:close/>
                </a:path>
                <a:path w="63500" h="232409">
                  <a:moveTo>
                    <a:pt x="23749" y="9397"/>
                  </a:moveTo>
                  <a:lnTo>
                    <a:pt x="22351" y="18795"/>
                  </a:lnTo>
                  <a:lnTo>
                    <a:pt x="23622" y="16636"/>
                  </a:lnTo>
                  <a:lnTo>
                    <a:pt x="24129" y="14858"/>
                  </a:lnTo>
                  <a:lnTo>
                    <a:pt x="24129" y="10794"/>
                  </a:lnTo>
                  <a:lnTo>
                    <a:pt x="23749" y="9397"/>
                  </a:lnTo>
                  <a:close/>
                </a:path>
                <a:path w="63500" h="232409">
                  <a:moveTo>
                    <a:pt x="24233" y="11175"/>
                  </a:moveTo>
                  <a:lnTo>
                    <a:pt x="24129" y="14858"/>
                  </a:lnTo>
                  <a:lnTo>
                    <a:pt x="23622" y="16636"/>
                  </a:lnTo>
                  <a:lnTo>
                    <a:pt x="22351" y="18795"/>
                  </a:lnTo>
                  <a:lnTo>
                    <a:pt x="26312" y="18795"/>
                  </a:lnTo>
                  <a:lnTo>
                    <a:pt x="24233" y="11175"/>
                  </a:lnTo>
                  <a:close/>
                </a:path>
                <a:path w="63500" h="232409">
                  <a:moveTo>
                    <a:pt x="24129" y="9397"/>
                  </a:moveTo>
                  <a:lnTo>
                    <a:pt x="23749" y="9397"/>
                  </a:lnTo>
                  <a:lnTo>
                    <a:pt x="24129" y="10794"/>
                  </a:lnTo>
                  <a:lnTo>
                    <a:pt x="24129" y="9397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913750" y="1199895"/>
              <a:ext cx="443348" cy="30416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123178" y="786384"/>
              <a:ext cx="691133" cy="17398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952625" y="857249"/>
              <a:ext cx="1457325" cy="628650"/>
            </a:xfrm>
            <a:custGeom>
              <a:avLst/>
              <a:gdLst/>
              <a:ahLst/>
              <a:cxnLst/>
              <a:rect l="l" t="t" r="r" b="b"/>
              <a:pathLst>
                <a:path w="1457325" h="628650">
                  <a:moveTo>
                    <a:pt x="0" y="628650"/>
                  </a:moveTo>
                  <a:lnTo>
                    <a:pt x="1457325" y="628650"/>
                  </a:lnTo>
                  <a:lnTo>
                    <a:pt x="1457325" y="0"/>
                  </a:lnTo>
                  <a:lnTo>
                    <a:pt x="0" y="0"/>
                  </a:lnTo>
                  <a:lnTo>
                    <a:pt x="0" y="628650"/>
                  </a:lnTo>
                  <a:close/>
                </a:path>
              </a:pathLst>
            </a:custGeom>
            <a:ln w="381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38988" y="443230"/>
              <a:ext cx="5251450" cy="51435"/>
            </a:xfrm>
            <a:custGeom>
              <a:avLst/>
              <a:gdLst/>
              <a:ahLst/>
              <a:cxnLst/>
              <a:rect l="l" t="t" r="r" b="b"/>
              <a:pathLst>
                <a:path w="5251450" h="51434">
                  <a:moveTo>
                    <a:pt x="4085285" y="49156"/>
                  </a:moveTo>
                  <a:lnTo>
                    <a:pt x="3753073" y="49156"/>
                  </a:lnTo>
                  <a:lnTo>
                    <a:pt x="3784951" y="50037"/>
                  </a:lnTo>
                  <a:lnTo>
                    <a:pt x="3786231" y="50037"/>
                  </a:lnTo>
                  <a:lnTo>
                    <a:pt x="3803853" y="50419"/>
                  </a:lnTo>
                  <a:lnTo>
                    <a:pt x="3830904" y="50673"/>
                  </a:lnTo>
                  <a:lnTo>
                    <a:pt x="3855161" y="50673"/>
                  </a:lnTo>
                  <a:lnTo>
                    <a:pt x="3894689" y="51308"/>
                  </a:lnTo>
                  <a:lnTo>
                    <a:pt x="3965397" y="51308"/>
                  </a:lnTo>
                  <a:lnTo>
                    <a:pt x="4055821" y="50037"/>
                  </a:lnTo>
                  <a:lnTo>
                    <a:pt x="4085285" y="49156"/>
                  </a:lnTo>
                  <a:close/>
                </a:path>
                <a:path w="5251450" h="51434">
                  <a:moveTo>
                    <a:pt x="4180027" y="46619"/>
                  </a:moveTo>
                  <a:lnTo>
                    <a:pt x="3601376" y="46619"/>
                  </a:lnTo>
                  <a:lnTo>
                    <a:pt x="3663137" y="47371"/>
                  </a:lnTo>
                  <a:lnTo>
                    <a:pt x="3690696" y="48133"/>
                  </a:lnTo>
                  <a:lnTo>
                    <a:pt x="3753419" y="49156"/>
                  </a:lnTo>
                  <a:lnTo>
                    <a:pt x="4084809" y="49156"/>
                  </a:lnTo>
                  <a:lnTo>
                    <a:pt x="4109161" y="48768"/>
                  </a:lnTo>
                  <a:lnTo>
                    <a:pt x="4137101" y="47625"/>
                  </a:lnTo>
                  <a:lnTo>
                    <a:pt x="4136847" y="47625"/>
                  </a:lnTo>
                  <a:lnTo>
                    <a:pt x="4161612" y="47371"/>
                  </a:lnTo>
                  <a:lnTo>
                    <a:pt x="4180027" y="46619"/>
                  </a:lnTo>
                  <a:close/>
                </a:path>
                <a:path w="5251450" h="51434">
                  <a:moveTo>
                    <a:pt x="3377768" y="45465"/>
                  </a:moveTo>
                  <a:lnTo>
                    <a:pt x="3377641" y="45465"/>
                  </a:lnTo>
                  <a:lnTo>
                    <a:pt x="3407613" y="45847"/>
                  </a:lnTo>
                  <a:lnTo>
                    <a:pt x="3541471" y="46100"/>
                  </a:lnTo>
                  <a:lnTo>
                    <a:pt x="3572586" y="46100"/>
                  </a:lnTo>
                  <a:lnTo>
                    <a:pt x="3601095" y="46619"/>
                  </a:lnTo>
                  <a:lnTo>
                    <a:pt x="4179644" y="46619"/>
                  </a:lnTo>
                  <a:lnTo>
                    <a:pt x="4224096" y="45593"/>
                  </a:lnTo>
                  <a:lnTo>
                    <a:pt x="3294202" y="45593"/>
                  </a:lnTo>
                  <a:lnTo>
                    <a:pt x="3377768" y="45465"/>
                  </a:lnTo>
                  <a:close/>
                </a:path>
                <a:path w="5251450" h="51434">
                  <a:moveTo>
                    <a:pt x="4276747" y="44078"/>
                  </a:moveTo>
                  <a:lnTo>
                    <a:pt x="3189807" y="44078"/>
                  </a:lnTo>
                  <a:lnTo>
                    <a:pt x="3216478" y="45085"/>
                  </a:lnTo>
                  <a:lnTo>
                    <a:pt x="3267659" y="45085"/>
                  </a:lnTo>
                  <a:lnTo>
                    <a:pt x="3294202" y="45593"/>
                  </a:lnTo>
                  <a:lnTo>
                    <a:pt x="3387631" y="45593"/>
                  </a:lnTo>
                  <a:lnTo>
                    <a:pt x="3377641" y="45465"/>
                  </a:lnTo>
                  <a:lnTo>
                    <a:pt x="4228837" y="45465"/>
                  </a:lnTo>
                  <a:lnTo>
                    <a:pt x="4276747" y="44078"/>
                  </a:lnTo>
                  <a:close/>
                </a:path>
                <a:path w="5251450" h="51434">
                  <a:moveTo>
                    <a:pt x="4228837" y="45465"/>
                  </a:moveTo>
                  <a:lnTo>
                    <a:pt x="3377768" y="45465"/>
                  </a:lnTo>
                  <a:lnTo>
                    <a:pt x="3294202" y="45593"/>
                  </a:lnTo>
                  <a:lnTo>
                    <a:pt x="4224096" y="45593"/>
                  </a:lnTo>
                  <a:lnTo>
                    <a:pt x="4228837" y="45465"/>
                  </a:lnTo>
                  <a:close/>
                </a:path>
                <a:path w="5251450" h="51434">
                  <a:moveTo>
                    <a:pt x="4295978" y="43687"/>
                  </a:moveTo>
                  <a:lnTo>
                    <a:pt x="3170186" y="43687"/>
                  </a:lnTo>
                  <a:lnTo>
                    <a:pt x="3190301" y="44078"/>
                  </a:lnTo>
                  <a:lnTo>
                    <a:pt x="4276449" y="44078"/>
                  </a:lnTo>
                  <a:lnTo>
                    <a:pt x="4295978" y="43687"/>
                  </a:lnTo>
                  <a:close/>
                </a:path>
                <a:path w="5251450" h="51434">
                  <a:moveTo>
                    <a:pt x="4439955" y="41664"/>
                  </a:moveTo>
                  <a:lnTo>
                    <a:pt x="2436480" y="41664"/>
                  </a:lnTo>
                  <a:lnTo>
                    <a:pt x="2470988" y="42290"/>
                  </a:lnTo>
                  <a:lnTo>
                    <a:pt x="2463325" y="42290"/>
                  </a:lnTo>
                  <a:lnTo>
                    <a:pt x="2578112" y="43687"/>
                  </a:lnTo>
                  <a:lnTo>
                    <a:pt x="2846590" y="43687"/>
                  </a:lnTo>
                  <a:lnTo>
                    <a:pt x="2900121" y="42925"/>
                  </a:lnTo>
                  <a:lnTo>
                    <a:pt x="4319092" y="42925"/>
                  </a:lnTo>
                  <a:lnTo>
                    <a:pt x="4399546" y="42037"/>
                  </a:lnTo>
                  <a:lnTo>
                    <a:pt x="4396054" y="42037"/>
                  </a:lnTo>
                  <a:lnTo>
                    <a:pt x="4439955" y="41664"/>
                  </a:lnTo>
                  <a:close/>
                </a:path>
                <a:path w="5251450" h="51434">
                  <a:moveTo>
                    <a:pt x="4330945" y="42925"/>
                  </a:moveTo>
                  <a:lnTo>
                    <a:pt x="2940888" y="42925"/>
                  </a:lnTo>
                  <a:lnTo>
                    <a:pt x="2986608" y="43687"/>
                  </a:lnTo>
                  <a:lnTo>
                    <a:pt x="4297544" y="43687"/>
                  </a:lnTo>
                  <a:lnTo>
                    <a:pt x="4330945" y="42925"/>
                  </a:lnTo>
                  <a:close/>
                </a:path>
                <a:path w="5251450" h="51434">
                  <a:moveTo>
                    <a:pt x="5052644" y="42290"/>
                  </a:moveTo>
                  <a:lnTo>
                    <a:pt x="4976571" y="42290"/>
                  </a:lnTo>
                  <a:lnTo>
                    <a:pt x="5018904" y="42925"/>
                  </a:lnTo>
                  <a:lnTo>
                    <a:pt x="5010945" y="42925"/>
                  </a:lnTo>
                  <a:lnTo>
                    <a:pt x="5052644" y="42290"/>
                  </a:lnTo>
                  <a:close/>
                </a:path>
                <a:path w="5251450" h="51434">
                  <a:moveTo>
                    <a:pt x="5132908" y="41664"/>
                  </a:moveTo>
                  <a:lnTo>
                    <a:pt x="4671234" y="41664"/>
                  </a:lnTo>
                  <a:lnTo>
                    <a:pt x="4703478" y="42037"/>
                  </a:lnTo>
                  <a:lnTo>
                    <a:pt x="4857360" y="42037"/>
                  </a:lnTo>
                  <a:lnTo>
                    <a:pt x="4880305" y="42290"/>
                  </a:lnTo>
                  <a:lnTo>
                    <a:pt x="5115170" y="42290"/>
                  </a:lnTo>
                  <a:lnTo>
                    <a:pt x="5132908" y="41664"/>
                  </a:lnTo>
                  <a:close/>
                </a:path>
                <a:path w="5251450" h="51434">
                  <a:moveTo>
                    <a:pt x="5214442" y="39750"/>
                  </a:moveTo>
                  <a:lnTo>
                    <a:pt x="2304364" y="39750"/>
                  </a:lnTo>
                  <a:lnTo>
                    <a:pt x="2320620" y="40259"/>
                  </a:lnTo>
                  <a:lnTo>
                    <a:pt x="2355862" y="40894"/>
                  </a:lnTo>
                  <a:lnTo>
                    <a:pt x="2383739" y="40894"/>
                  </a:lnTo>
                  <a:lnTo>
                    <a:pt x="2438939" y="41664"/>
                  </a:lnTo>
                  <a:lnTo>
                    <a:pt x="5132373" y="41664"/>
                  </a:lnTo>
                  <a:lnTo>
                    <a:pt x="5178374" y="40894"/>
                  </a:lnTo>
                  <a:lnTo>
                    <a:pt x="5214442" y="39750"/>
                  </a:lnTo>
                  <a:close/>
                </a:path>
                <a:path w="5251450" h="51434">
                  <a:moveTo>
                    <a:pt x="5232391" y="38862"/>
                  </a:moveTo>
                  <a:lnTo>
                    <a:pt x="2202002" y="38862"/>
                  </a:lnTo>
                  <a:lnTo>
                    <a:pt x="2292299" y="39750"/>
                  </a:lnTo>
                  <a:lnTo>
                    <a:pt x="5219352" y="39750"/>
                  </a:lnTo>
                  <a:lnTo>
                    <a:pt x="5232391" y="38862"/>
                  </a:lnTo>
                  <a:close/>
                </a:path>
                <a:path w="5251450" h="51434">
                  <a:moveTo>
                    <a:pt x="2142635" y="38104"/>
                  </a:moveTo>
                  <a:lnTo>
                    <a:pt x="2085426" y="38104"/>
                  </a:lnTo>
                  <a:lnTo>
                    <a:pt x="2126183" y="38862"/>
                  </a:lnTo>
                  <a:lnTo>
                    <a:pt x="2114016" y="38862"/>
                  </a:lnTo>
                  <a:lnTo>
                    <a:pt x="2142635" y="38104"/>
                  </a:lnTo>
                  <a:close/>
                </a:path>
                <a:path w="5251450" h="51434">
                  <a:moveTo>
                    <a:pt x="5237651" y="37211"/>
                  </a:moveTo>
                  <a:lnTo>
                    <a:pt x="2050618" y="37211"/>
                  </a:lnTo>
                  <a:lnTo>
                    <a:pt x="2084436" y="38104"/>
                  </a:lnTo>
                  <a:lnTo>
                    <a:pt x="2142635" y="38104"/>
                  </a:lnTo>
                  <a:lnTo>
                    <a:pt x="2173046" y="38862"/>
                  </a:lnTo>
                  <a:lnTo>
                    <a:pt x="5234326" y="38862"/>
                  </a:lnTo>
                  <a:lnTo>
                    <a:pt x="5239715" y="37719"/>
                  </a:lnTo>
                  <a:lnTo>
                    <a:pt x="5241080" y="37719"/>
                  </a:lnTo>
                  <a:lnTo>
                    <a:pt x="5237651" y="37211"/>
                  </a:lnTo>
                  <a:close/>
                </a:path>
                <a:path w="5251450" h="51434">
                  <a:moveTo>
                    <a:pt x="1992641" y="36832"/>
                  </a:moveTo>
                  <a:lnTo>
                    <a:pt x="1904229" y="36832"/>
                  </a:lnTo>
                  <a:lnTo>
                    <a:pt x="1922856" y="37719"/>
                  </a:lnTo>
                  <a:lnTo>
                    <a:pt x="1964406" y="37719"/>
                  </a:lnTo>
                  <a:lnTo>
                    <a:pt x="1992641" y="36832"/>
                  </a:lnTo>
                  <a:close/>
                </a:path>
                <a:path w="5251450" h="51434">
                  <a:moveTo>
                    <a:pt x="5235837" y="30987"/>
                  </a:moveTo>
                  <a:lnTo>
                    <a:pt x="5235385" y="30987"/>
                  </a:lnTo>
                  <a:lnTo>
                    <a:pt x="5236540" y="34798"/>
                  </a:lnTo>
                  <a:lnTo>
                    <a:pt x="5240350" y="37211"/>
                  </a:lnTo>
                  <a:lnTo>
                    <a:pt x="5237651" y="37211"/>
                  </a:lnTo>
                  <a:lnTo>
                    <a:pt x="5241080" y="37719"/>
                  </a:lnTo>
                  <a:lnTo>
                    <a:pt x="5239931" y="37719"/>
                  </a:lnTo>
                  <a:lnTo>
                    <a:pt x="5242852" y="36449"/>
                  </a:lnTo>
                  <a:lnTo>
                    <a:pt x="5241620" y="36449"/>
                  </a:lnTo>
                  <a:lnTo>
                    <a:pt x="5243243" y="35962"/>
                  </a:lnTo>
                  <a:lnTo>
                    <a:pt x="5235837" y="30987"/>
                  </a:lnTo>
                  <a:close/>
                </a:path>
                <a:path w="5251450" h="51434">
                  <a:moveTo>
                    <a:pt x="5247144" y="35687"/>
                  </a:moveTo>
                  <a:lnTo>
                    <a:pt x="5244160" y="35687"/>
                  </a:lnTo>
                  <a:lnTo>
                    <a:pt x="5243473" y="36116"/>
                  </a:lnTo>
                  <a:lnTo>
                    <a:pt x="5243968" y="36449"/>
                  </a:lnTo>
                  <a:lnTo>
                    <a:pt x="5242852" y="36449"/>
                  </a:lnTo>
                  <a:lnTo>
                    <a:pt x="5239931" y="37719"/>
                  </a:lnTo>
                  <a:lnTo>
                    <a:pt x="5239613" y="37719"/>
                  </a:lnTo>
                  <a:lnTo>
                    <a:pt x="5241544" y="37211"/>
                  </a:lnTo>
                  <a:lnTo>
                    <a:pt x="5240350" y="37211"/>
                  </a:lnTo>
                  <a:lnTo>
                    <a:pt x="5243516" y="36691"/>
                  </a:lnTo>
                  <a:lnTo>
                    <a:pt x="5244439" y="36449"/>
                  </a:lnTo>
                  <a:lnTo>
                    <a:pt x="5243968" y="36449"/>
                  </a:lnTo>
                  <a:lnTo>
                    <a:pt x="5243473" y="36116"/>
                  </a:lnTo>
                  <a:lnTo>
                    <a:pt x="5245641" y="36116"/>
                  </a:lnTo>
                  <a:lnTo>
                    <a:pt x="5247144" y="35687"/>
                  </a:lnTo>
                  <a:close/>
                </a:path>
                <a:path w="5251450" h="51434">
                  <a:moveTo>
                    <a:pt x="3863162" y="30987"/>
                  </a:moveTo>
                  <a:lnTo>
                    <a:pt x="1612642" y="30987"/>
                  </a:lnTo>
                  <a:lnTo>
                    <a:pt x="1646250" y="32512"/>
                  </a:lnTo>
                  <a:lnTo>
                    <a:pt x="1728800" y="34036"/>
                  </a:lnTo>
                  <a:lnTo>
                    <a:pt x="1749628" y="34798"/>
                  </a:lnTo>
                  <a:lnTo>
                    <a:pt x="1815668" y="35687"/>
                  </a:lnTo>
                  <a:lnTo>
                    <a:pt x="1841660" y="35687"/>
                  </a:lnTo>
                  <a:lnTo>
                    <a:pt x="1855597" y="35962"/>
                  </a:lnTo>
                  <a:lnTo>
                    <a:pt x="1855225" y="35962"/>
                  </a:lnTo>
                  <a:lnTo>
                    <a:pt x="1871294" y="36449"/>
                  </a:lnTo>
                  <a:lnTo>
                    <a:pt x="1904361" y="36832"/>
                  </a:lnTo>
                  <a:lnTo>
                    <a:pt x="1992641" y="36832"/>
                  </a:lnTo>
                  <a:lnTo>
                    <a:pt x="2028139" y="37211"/>
                  </a:lnTo>
                  <a:lnTo>
                    <a:pt x="5236945" y="37211"/>
                  </a:lnTo>
                  <a:lnTo>
                    <a:pt x="5231968" y="33020"/>
                  </a:lnTo>
                  <a:lnTo>
                    <a:pt x="5231602" y="32004"/>
                  </a:lnTo>
                  <a:lnTo>
                    <a:pt x="3965270" y="32004"/>
                  </a:lnTo>
                  <a:lnTo>
                    <a:pt x="3911803" y="31369"/>
                  </a:lnTo>
                  <a:lnTo>
                    <a:pt x="3886784" y="31369"/>
                  </a:lnTo>
                  <a:lnTo>
                    <a:pt x="3863162" y="30987"/>
                  </a:lnTo>
                  <a:close/>
                </a:path>
                <a:path w="5251450" h="51434">
                  <a:moveTo>
                    <a:pt x="5232603" y="23368"/>
                  </a:moveTo>
                  <a:lnTo>
                    <a:pt x="5232410" y="23368"/>
                  </a:lnTo>
                  <a:lnTo>
                    <a:pt x="5231739" y="26162"/>
                  </a:lnTo>
                  <a:lnTo>
                    <a:pt x="5230729" y="30225"/>
                  </a:lnTo>
                  <a:lnTo>
                    <a:pt x="5230962" y="30225"/>
                  </a:lnTo>
                  <a:lnTo>
                    <a:pt x="5231968" y="33020"/>
                  </a:lnTo>
                  <a:lnTo>
                    <a:pt x="5236945" y="37211"/>
                  </a:lnTo>
                  <a:lnTo>
                    <a:pt x="5240350" y="37211"/>
                  </a:lnTo>
                  <a:lnTo>
                    <a:pt x="5236540" y="34798"/>
                  </a:lnTo>
                  <a:lnTo>
                    <a:pt x="5235693" y="32004"/>
                  </a:lnTo>
                  <a:lnTo>
                    <a:pt x="5235578" y="31623"/>
                  </a:lnTo>
                  <a:lnTo>
                    <a:pt x="5235501" y="31369"/>
                  </a:lnTo>
                  <a:lnTo>
                    <a:pt x="5235385" y="30987"/>
                  </a:lnTo>
                  <a:lnTo>
                    <a:pt x="5250465" y="30987"/>
                  </a:lnTo>
                  <a:lnTo>
                    <a:pt x="5251038" y="29350"/>
                  </a:lnTo>
                  <a:lnTo>
                    <a:pt x="5250895" y="28575"/>
                  </a:lnTo>
                  <a:lnTo>
                    <a:pt x="5250794" y="25455"/>
                  </a:lnTo>
                  <a:lnTo>
                    <a:pt x="5249708" y="23875"/>
                  </a:lnTo>
                  <a:lnTo>
                    <a:pt x="5232095" y="23875"/>
                  </a:lnTo>
                  <a:lnTo>
                    <a:pt x="5232603" y="23368"/>
                  </a:lnTo>
                  <a:close/>
                </a:path>
                <a:path w="5251450" h="51434">
                  <a:moveTo>
                    <a:pt x="5243516" y="36691"/>
                  </a:moveTo>
                  <a:lnTo>
                    <a:pt x="5240350" y="37211"/>
                  </a:lnTo>
                  <a:lnTo>
                    <a:pt x="5241544" y="37211"/>
                  </a:lnTo>
                  <a:lnTo>
                    <a:pt x="5243516" y="36691"/>
                  </a:lnTo>
                  <a:close/>
                </a:path>
                <a:path w="5251450" h="51434">
                  <a:moveTo>
                    <a:pt x="5250948" y="30225"/>
                  </a:moveTo>
                  <a:lnTo>
                    <a:pt x="5250732" y="30225"/>
                  </a:lnTo>
                  <a:lnTo>
                    <a:pt x="5250475" y="30987"/>
                  </a:lnTo>
                  <a:lnTo>
                    <a:pt x="5249921" y="33020"/>
                  </a:lnTo>
                  <a:lnTo>
                    <a:pt x="5249852" y="33274"/>
                  </a:lnTo>
                  <a:lnTo>
                    <a:pt x="5249748" y="33655"/>
                  </a:lnTo>
                  <a:lnTo>
                    <a:pt x="5247445" y="35687"/>
                  </a:lnTo>
                  <a:lnTo>
                    <a:pt x="5247144" y="35687"/>
                  </a:lnTo>
                  <a:lnTo>
                    <a:pt x="5243516" y="36691"/>
                  </a:lnTo>
                  <a:lnTo>
                    <a:pt x="5247968" y="35962"/>
                  </a:lnTo>
                  <a:lnTo>
                    <a:pt x="5248305" y="35687"/>
                  </a:lnTo>
                  <a:lnTo>
                    <a:pt x="5250913" y="32512"/>
                  </a:lnTo>
                  <a:lnTo>
                    <a:pt x="5250948" y="30225"/>
                  </a:lnTo>
                  <a:close/>
                </a:path>
                <a:path w="5251450" h="51434">
                  <a:moveTo>
                    <a:pt x="5243243" y="35962"/>
                  </a:moveTo>
                  <a:lnTo>
                    <a:pt x="5241620" y="36449"/>
                  </a:lnTo>
                  <a:lnTo>
                    <a:pt x="5242941" y="36449"/>
                  </a:lnTo>
                  <a:lnTo>
                    <a:pt x="5243473" y="36116"/>
                  </a:lnTo>
                  <a:lnTo>
                    <a:pt x="5243243" y="35962"/>
                  </a:lnTo>
                  <a:close/>
                </a:path>
                <a:path w="5251450" h="51434">
                  <a:moveTo>
                    <a:pt x="5244160" y="35687"/>
                  </a:moveTo>
                  <a:lnTo>
                    <a:pt x="5243243" y="35962"/>
                  </a:lnTo>
                  <a:lnTo>
                    <a:pt x="5243473" y="36116"/>
                  </a:lnTo>
                  <a:lnTo>
                    <a:pt x="5244160" y="35687"/>
                  </a:lnTo>
                  <a:close/>
                </a:path>
                <a:path w="5251450" h="51434">
                  <a:moveTo>
                    <a:pt x="5250475" y="30987"/>
                  </a:moveTo>
                  <a:lnTo>
                    <a:pt x="5235837" y="30987"/>
                  </a:lnTo>
                  <a:lnTo>
                    <a:pt x="5243243" y="35962"/>
                  </a:lnTo>
                  <a:lnTo>
                    <a:pt x="5244160" y="35687"/>
                  </a:lnTo>
                  <a:lnTo>
                    <a:pt x="5247445" y="35687"/>
                  </a:lnTo>
                  <a:lnTo>
                    <a:pt x="5249748" y="33655"/>
                  </a:lnTo>
                  <a:lnTo>
                    <a:pt x="5250198" y="32004"/>
                  </a:lnTo>
                  <a:lnTo>
                    <a:pt x="5250302" y="31623"/>
                  </a:lnTo>
                  <a:lnTo>
                    <a:pt x="5250371" y="31369"/>
                  </a:lnTo>
                  <a:lnTo>
                    <a:pt x="5250475" y="30987"/>
                  </a:lnTo>
                  <a:close/>
                </a:path>
                <a:path w="5251450" h="51434">
                  <a:moveTo>
                    <a:pt x="5230962" y="30225"/>
                  </a:moveTo>
                  <a:lnTo>
                    <a:pt x="4073886" y="30225"/>
                  </a:lnTo>
                  <a:lnTo>
                    <a:pt x="4051598" y="30987"/>
                  </a:lnTo>
                  <a:lnTo>
                    <a:pt x="4045534" y="30987"/>
                  </a:lnTo>
                  <a:lnTo>
                    <a:pt x="3965270" y="32004"/>
                  </a:lnTo>
                  <a:lnTo>
                    <a:pt x="5231602" y="32004"/>
                  </a:lnTo>
                  <a:lnTo>
                    <a:pt x="5230962" y="30225"/>
                  </a:lnTo>
                  <a:close/>
                </a:path>
                <a:path w="5251450" h="51434">
                  <a:moveTo>
                    <a:pt x="118402" y="0"/>
                  </a:moveTo>
                  <a:lnTo>
                    <a:pt x="99631" y="0"/>
                  </a:lnTo>
                  <a:lnTo>
                    <a:pt x="90523" y="643"/>
                  </a:lnTo>
                  <a:lnTo>
                    <a:pt x="90804" y="643"/>
                  </a:lnTo>
                  <a:lnTo>
                    <a:pt x="76377" y="2032"/>
                  </a:lnTo>
                  <a:lnTo>
                    <a:pt x="76136" y="2032"/>
                  </a:lnTo>
                  <a:lnTo>
                    <a:pt x="67106" y="3175"/>
                  </a:lnTo>
                  <a:lnTo>
                    <a:pt x="66700" y="3429"/>
                  </a:lnTo>
                  <a:lnTo>
                    <a:pt x="53759" y="5969"/>
                  </a:lnTo>
                  <a:lnTo>
                    <a:pt x="52574" y="5969"/>
                  </a:lnTo>
                  <a:lnTo>
                    <a:pt x="46583" y="6350"/>
                  </a:lnTo>
                  <a:lnTo>
                    <a:pt x="45084" y="6731"/>
                  </a:lnTo>
                  <a:lnTo>
                    <a:pt x="33781" y="9906"/>
                  </a:lnTo>
                  <a:lnTo>
                    <a:pt x="33636" y="9906"/>
                  </a:lnTo>
                  <a:lnTo>
                    <a:pt x="30251" y="10668"/>
                  </a:lnTo>
                  <a:lnTo>
                    <a:pt x="19367" y="13715"/>
                  </a:lnTo>
                  <a:lnTo>
                    <a:pt x="19536" y="13715"/>
                  </a:lnTo>
                  <a:lnTo>
                    <a:pt x="7645" y="17399"/>
                  </a:lnTo>
                  <a:lnTo>
                    <a:pt x="5600" y="18669"/>
                  </a:lnTo>
                  <a:lnTo>
                    <a:pt x="4397" y="19685"/>
                  </a:lnTo>
                  <a:lnTo>
                    <a:pt x="2725" y="20709"/>
                  </a:lnTo>
                  <a:lnTo>
                    <a:pt x="673" y="22225"/>
                  </a:lnTo>
                  <a:lnTo>
                    <a:pt x="593" y="22606"/>
                  </a:lnTo>
                  <a:lnTo>
                    <a:pt x="514" y="22987"/>
                  </a:lnTo>
                  <a:lnTo>
                    <a:pt x="434" y="23368"/>
                  </a:lnTo>
                  <a:lnTo>
                    <a:pt x="329" y="23875"/>
                  </a:lnTo>
                  <a:lnTo>
                    <a:pt x="276" y="24130"/>
                  </a:lnTo>
                  <a:lnTo>
                    <a:pt x="170" y="24637"/>
                  </a:lnTo>
                  <a:lnTo>
                    <a:pt x="117" y="24892"/>
                  </a:lnTo>
                  <a:lnTo>
                    <a:pt x="0" y="25455"/>
                  </a:lnTo>
                  <a:lnTo>
                    <a:pt x="146" y="25455"/>
                  </a:lnTo>
                  <a:lnTo>
                    <a:pt x="2970" y="30225"/>
                  </a:lnTo>
                  <a:lnTo>
                    <a:pt x="3323" y="30225"/>
                  </a:lnTo>
                  <a:lnTo>
                    <a:pt x="5892" y="30987"/>
                  </a:lnTo>
                  <a:lnTo>
                    <a:pt x="9459" y="29350"/>
                  </a:lnTo>
                  <a:lnTo>
                    <a:pt x="11067" y="28575"/>
                  </a:lnTo>
                  <a:lnTo>
                    <a:pt x="15272" y="28575"/>
                  </a:lnTo>
                  <a:lnTo>
                    <a:pt x="20210" y="27076"/>
                  </a:lnTo>
                  <a:lnTo>
                    <a:pt x="22898" y="26415"/>
                  </a:lnTo>
                  <a:lnTo>
                    <a:pt x="34258" y="23368"/>
                  </a:lnTo>
                  <a:lnTo>
                    <a:pt x="34626" y="23368"/>
                  </a:lnTo>
                  <a:lnTo>
                    <a:pt x="36614" y="22987"/>
                  </a:lnTo>
                  <a:lnTo>
                    <a:pt x="36817" y="22987"/>
                  </a:lnTo>
                  <a:lnTo>
                    <a:pt x="40855" y="22225"/>
                  </a:lnTo>
                  <a:lnTo>
                    <a:pt x="41304" y="22225"/>
                  </a:lnTo>
                  <a:lnTo>
                    <a:pt x="47624" y="20709"/>
                  </a:lnTo>
                  <a:lnTo>
                    <a:pt x="47841" y="20709"/>
                  </a:lnTo>
                  <a:lnTo>
                    <a:pt x="55923" y="18290"/>
                  </a:lnTo>
                  <a:lnTo>
                    <a:pt x="55424" y="18290"/>
                  </a:lnTo>
                  <a:lnTo>
                    <a:pt x="77359" y="14350"/>
                  </a:lnTo>
                  <a:lnTo>
                    <a:pt x="76161" y="14350"/>
                  </a:lnTo>
                  <a:lnTo>
                    <a:pt x="93202" y="12712"/>
                  </a:lnTo>
                  <a:lnTo>
                    <a:pt x="116513" y="12712"/>
                  </a:lnTo>
                  <a:lnTo>
                    <a:pt x="126819" y="11951"/>
                  </a:lnTo>
                  <a:lnTo>
                    <a:pt x="445525" y="11951"/>
                  </a:lnTo>
                  <a:lnTo>
                    <a:pt x="387540" y="9906"/>
                  </a:lnTo>
                  <a:lnTo>
                    <a:pt x="368909" y="8636"/>
                  </a:lnTo>
                  <a:lnTo>
                    <a:pt x="350456" y="7874"/>
                  </a:lnTo>
                  <a:lnTo>
                    <a:pt x="334074" y="7624"/>
                  </a:lnTo>
                  <a:lnTo>
                    <a:pt x="297205" y="5587"/>
                  </a:lnTo>
                  <a:lnTo>
                    <a:pt x="281266" y="5587"/>
                  </a:lnTo>
                  <a:lnTo>
                    <a:pt x="245986" y="4572"/>
                  </a:lnTo>
                  <a:lnTo>
                    <a:pt x="230797" y="4318"/>
                  </a:lnTo>
                  <a:lnTo>
                    <a:pt x="198843" y="3175"/>
                  </a:lnTo>
                  <a:lnTo>
                    <a:pt x="159359" y="1270"/>
                  </a:lnTo>
                  <a:lnTo>
                    <a:pt x="148424" y="1270"/>
                  </a:lnTo>
                  <a:lnTo>
                    <a:pt x="127117" y="643"/>
                  </a:lnTo>
                  <a:lnTo>
                    <a:pt x="118402" y="0"/>
                  </a:lnTo>
                  <a:close/>
                </a:path>
                <a:path w="5251450" h="51434">
                  <a:moveTo>
                    <a:pt x="3780739" y="30225"/>
                  </a:moveTo>
                  <a:lnTo>
                    <a:pt x="1590116" y="30225"/>
                  </a:lnTo>
                  <a:lnTo>
                    <a:pt x="1619072" y="30987"/>
                  </a:lnTo>
                  <a:lnTo>
                    <a:pt x="3815981" y="30987"/>
                  </a:lnTo>
                  <a:lnTo>
                    <a:pt x="3780739" y="30225"/>
                  </a:lnTo>
                  <a:close/>
                </a:path>
                <a:path w="5251450" h="51434">
                  <a:moveTo>
                    <a:pt x="771600" y="29350"/>
                  </a:moveTo>
                  <a:lnTo>
                    <a:pt x="9427" y="29350"/>
                  </a:lnTo>
                  <a:lnTo>
                    <a:pt x="7576" y="30225"/>
                  </a:lnTo>
                  <a:lnTo>
                    <a:pt x="826829" y="30225"/>
                  </a:lnTo>
                  <a:lnTo>
                    <a:pt x="771600" y="29350"/>
                  </a:lnTo>
                  <a:close/>
                </a:path>
                <a:path w="5251450" h="51434">
                  <a:moveTo>
                    <a:pt x="1563322" y="29350"/>
                  </a:moveTo>
                  <a:lnTo>
                    <a:pt x="914958" y="29350"/>
                  </a:lnTo>
                  <a:lnTo>
                    <a:pt x="827868" y="30225"/>
                  </a:lnTo>
                  <a:lnTo>
                    <a:pt x="1587467" y="30225"/>
                  </a:lnTo>
                  <a:lnTo>
                    <a:pt x="1563322" y="29350"/>
                  </a:lnTo>
                  <a:close/>
                </a:path>
                <a:path w="5251450" h="51434">
                  <a:moveTo>
                    <a:pt x="4108159" y="29350"/>
                  </a:moveTo>
                  <a:lnTo>
                    <a:pt x="3742732" y="29350"/>
                  </a:lnTo>
                  <a:lnTo>
                    <a:pt x="3780739" y="30225"/>
                  </a:lnTo>
                  <a:lnTo>
                    <a:pt x="4067219" y="30225"/>
                  </a:lnTo>
                  <a:lnTo>
                    <a:pt x="4108159" y="29350"/>
                  </a:lnTo>
                  <a:close/>
                </a:path>
                <a:path w="5251450" h="51434">
                  <a:moveTo>
                    <a:pt x="16262" y="28575"/>
                  </a:moveTo>
                  <a:lnTo>
                    <a:pt x="15272" y="28575"/>
                  </a:lnTo>
                  <a:lnTo>
                    <a:pt x="12717" y="29350"/>
                  </a:lnTo>
                  <a:lnTo>
                    <a:pt x="4051" y="29350"/>
                  </a:lnTo>
                  <a:lnTo>
                    <a:pt x="16262" y="28575"/>
                  </a:lnTo>
                  <a:close/>
                </a:path>
                <a:path w="5251450" h="51434">
                  <a:moveTo>
                    <a:pt x="1337386" y="28575"/>
                  </a:moveTo>
                  <a:lnTo>
                    <a:pt x="663727" y="28575"/>
                  </a:lnTo>
                  <a:lnTo>
                    <a:pt x="703861" y="29350"/>
                  </a:lnTo>
                  <a:lnTo>
                    <a:pt x="1259082" y="29350"/>
                  </a:lnTo>
                  <a:lnTo>
                    <a:pt x="1337386" y="28575"/>
                  </a:lnTo>
                  <a:close/>
                </a:path>
                <a:path w="5251450" h="51434">
                  <a:moveTo>
                    <a:pt x="2441938" y="27833"/>
                  </a:moveTo>
                  <a:lnTo>
                    <a:pt x="1525613" y="27833"/>
                  </a:lnTo>
                  <a:lnTo>
                    <a:pt x="1562444" y="29350"/>
                  </a:lnTo>
                  <a:lnTo>
                    <a:pt x="2580210" y="29350"/>
                  </a:lnTo>
                  <a:lnTo>
                    <a:pt x="2493086" y="28575"/>
                  </a:lnTo>
                  <a:lnTo>
                    <a:pt x="2441938" y="27833"/>
                  </a:lnTo>
                  <a:close/>
                </a:path>
                <a:path w="5251450" h="51434">
                  <a:moveTo>
                    <a:pt x="3664271" y="27833"/>
                  </a:moveTo>
                  <a:lnTo>
                    <a:pt x="2792334" y="27833"/>
                  </a:lnTo>
                  <a:lnTo>
                    <a:pt x="2766390" y="28575"/>
                  </a:lnTo>
                  <a:lnTo>
                    <a:pt x="2634640" y="28575"/>
                  </a:lnTo>
                  <a:lnTo>
                    <a:pt x="2594015" y="29350"/>
                  </a:lnTo>
                  <a:lnTo>
                    <a:pt x="3722603" y="29350"/>
                  </a:lnTo>
                  <a:lnTo>
                    <a:pt x="3664271" y="27833"/>
                  </a:lnTo>
                  <a:close/>
                </a:path>
                <a:path w="5251450" h="51434">
                  <a:moveTo>
                    <a:pt x="4545406" y="22225"/>
                  </a:moveTo>
                  <a:lnTo>
                    <a:pt x="4433392" y="22225"/>
                  </a:lnTo>
                  <a:lnTo>
                    <a:pt x="4308170" y="23875"/>
                  </a:lnTo>
                  <a:lnTo>
                    <a:pt x="4250102" y="25455"/>
                  </a:lnTo>
                  <a:lnTo>
                    <a:pt x="4249416" y="25455"/>
                  </a:lnTo>
                  <a:lnTo>
                    <a:pt x="4217924" y="26162"/>
                  </a:lnTo>
                  <a:lnTo>
                    <a:pt x="4219977" y="26162"/>
                  </a:lnTo>
                  <a:lnTo>
                    <a:pt x="4198315" y="26924"/>
                  </a:lnTo>
                  <a:lnTo>
                    <a:pt x="4190863" y="27076"/>
                  </a:lnTo>
                  <a:lnTo>
                    <a:pt x="4188001" y="27076"/>
                  </a:lnTo>
                  <a:lnTo>
                    <a:pt x="4124210" y="28575"/>
                  </a:lnTo>
                  <a:lnTo>
                    <a:pt x="4129576" y="28575"/>
                  </a:lnTo>
                  <a:lnTo>
                    <a:pt x="4108159" y="29350"/>
                  </a:lnTo>
                  <a:lnTo>
                    <a:pt x="5230948" y="29350"/>
                  </a:lnTo>
                  <a:lnTo>
                    <a:pt x="5232044" y="24892"/>
                  </a:lnTo>
                  <a:lnTo>
                    <a:pt x="5232105" y="24637"/>
                  </a:lnTo>
                  <a:lnTo>
                    <a:pt x="5232227" y="24130"/>
                  </a:lnTo>
                  <a:lnTo>
                    <a:pt x="5232288" y="23875"/>
                  </a:lnTo>
                  <a:lnTo>
                    <a:pt x="4903376" y="23875"/>
                  </a:lnTo>
                  <a:lnTo>
                    <a:pt x="4857487" y="23368"/>
                  </a:lnTo>
                  <a:lnTo>
                    <a:pt x="4692472" y="23368"/>
                  </a:lnTo>
                  <a:lnTo>
                    <a:pt x="4667707" y="22987"/>
                  </a:lnTo>
                  <a:lnTo>
                    <a:pt x="4577257" y="22987"/>
                  </a:lnTo>
                  <a:lnTo>
                    <a:pt x="4545406" y="22225"/>
                  </a:lnTo>
                  <a:close/>
                </a:path>
                <a:path w="5251450" h="51434">
                  <a:moveTo>
                    <a:pt x="5250969" y="25455"/>
                  </a:moveTo>
                  <a:lnTo>
                    <a:pt x="5250920" y="29350"/>
                  </a:lnTo>
                  <a:lnTo>
                    <a:pt x="5251310" y="28575"/>
                  </a:lnTo>
                  <a:lnTo>
                    <a:pt x="5251189" y="26924"/>
                  </a:lnTo>
                  <a:lnTo>
                    <a:pt x="5251075" y="26162"/>
                  </a:lnTo>
                  <a:lnTo>
                    <a:pt x="5250969" y="25455"/>
                  </a:lnTo>
                  <a:close/>
                </a:path>
                <a:path w="5251450" h="51434">
                  <a:moveTo>
                    <a:pt x="1400627" y="27833"/>
                  </a:moveTo>
                  <a:lnTo>
                    <a:pt x="601486" y="27833"/>
                  </a:lnTo>
                  <a:lnTo>
                    <a:pt x="658304" y="28575"/>
                  </a:lnTo>
                  <a:lnTo>
                    <a:pt x="1318717" y="28575"/>
                  </a:lnTo>
                  <a:lnTo>
                    <a:pt x="1400627" y="27833"/>
                  </a:lnTo>
                  <a:close/>
                </a:path>
                <a:path w="5251450" h="51434">
                  <a:moveTo>
                    <a:pt x="1417467" y="27076"/>
                  </a:moveTo>
                  <a:lnTo>
                    <a:pt x="562850" y="27076"/>
                  </a:lnTo>
                  <a:lnTo>
                    <a:pt x="606062" y="27833"/>
                  </a:lnTo>
                  <a:lnTo>
                    <a:pt x="1488687" y="27833"/>
                  </a:lnTo>
                  <a:lnTo>
                    <a:pt x="1417467" y="27076"/>
                  </a:lnTo>
                  <a:close/>
                </a:path>
                <a:path w="5251450" h="51434">
                  <a:moveTo>
                    <a:pt x="1474075" y="27076"/>
                  </a:moveTo>
                  <a:lnTo>
                    <a:pt x="1417467" y="27076"/>
                  </a:lnTo>
                  <a:lnTo>
                    <a:pt x="1488687" y="27833"/>
                  </a:lnTo>
                  <a:lnTo>
                    <a:pt x="1425333" y="27833"/>
                  </a:lnTo>
                  <a:lnTo>
                    <a:pt x="1474075" y="27076"/>
                  </a:lnTo>
                  <a:close/>
                </a:path>
                <a:path w="5251450" h="51434">
                  <a:moveTo>
                    <a:pt x="2412650" y="27076"/>
                  </a:moveTo>
                  <a:lnTo>
                    <a:pt x="1474075" y="27076"/>
                  </a:lnTo>
                  <a:lnTo>
                    <a:pt x="1425333" y="27833"/>
                  </a:lnTo>
                  <a:lnTo>
                    <a:pt x="2447350" y="27833"/>
                  </a:lnTo>
                  <a:lnTo>
                    <a:pt x="2412650" y="27076"/>
                  </a:lnTo>
                  <a:close/>
                </a:path>
                <a:path w="5251450" h="51434">
                  <a:moveTo>
                    <a:pt x="3572713" y="26924"/>
                  </a:moveTo>
                  <a:lnTo>
                    <a:pt x="2832557" y="26924"/>
                  </a:lnTo>
                  <a:lnTo>
                    <a:pt x="2788707" y="27833"/>
                  </a:lnTo>
                  <a:lnTo>
                    <a:pt x="3644136" y="27833"/>
                  </a:lnTo>
                  <a:lnTo>
                    <a:pt x="3582008" y="27076"/>
                  </a:lnTo>
                  <a:lnTo>
                    <a:pt x="3583916" y="27076"/>
                  </a:lnTo>
                  <a:lnTo>
                    <a:pt x="3572713" y="26924"/>
                  </a:lnTo>
                  <a:close/>
                </a:path>
                <a:path w="5251450" h="51434">
                  <a:moveTo>
                    <a:pt x="1973376" y="21336"/>
                  </a:moveTo>
                  <a:lnTo>
                    <a:pt x="370981" y="21336"/>
                  </a:lnTo>
                  <a:lnTo>
                    <a:pt x="443914" y="24637"/>
                  </a:lnTo>
                  <a:lnTo>
                    <a:pt x="446705" y="24637"/>
                  </a:lnTo>
                  <a:lnTo>
                    <a:pt x="458050" y="24892"/>
                  </a:lnTo>
                  <a:lnTo>
                    <a:pt x="497560" y="26415"/>
                  </a:lnTo>
                  <a:lnTo>
                    <a:pt x="515416" y="26415"/>
                  </a:lnTo>
                  <a:lnTo>
                    <a:pt x="544525" y="27076"/>
                  </a:lnTo>
                  <a:lnTo>
                    <a:pt x="2408752" y="27076"/>
                  </a:lnTo>
                  <a:lnTo>
                    <a:pt x="2400122" y="26924"/>
                  </a:lnTo>
                  <a:lnTo>
                    <a:pt x="2377008" y="26924"/>
                  </a:lnTo>
                  <a:lnTo>
                    <a:pt x="2267051" y="26162"/>
                  </a:lnTo>
                  <a:lnTo>
                    <a:pt x="2239795" y="25455"/>
                  </a:lnTo>
                  <a:lnTo>
                    <a:pt x="2247427" y="25455"/>
                  </a:lnTo>
                  <a:lnTo>
                    <a:pt x="2202129" y="24892"/>
                  </a:lnTo>
                  <a:lnTo>
                    <a:pt x="2173427" y="24892"/>
                  </a:lnTo>
                  <a:lnTo>
                    <a:pt x="2126987" y="23875"/>
                  </a:lnTo>
                  <a:lnTo>
                    <a:pt x="2097100" y="23368"/>
                  </a:lnTo>
                  <a:lnTo>
                    <a:pt x="2084146" y="22987"/>
                  </a:lnTo>
                  <a:lnTo>
                    <a:pt x="2084633" y="22987"/>
                  </a:lnTo>
                  <a:lnTo>
                    <a:pt x="2055804" y="22225"/>
                  </a:lnTo>
                  <a:lnTo>
                    <a:pt x="2046109" y="22225"/>
                  </a:lnTo>
                  <a:lnTo>
                    <a:pt x="1992579" y="21844"/>
                  </a:lnTo>
                  <a:lnTo>
                    <a:pt x="1973376" y="21336"/>
                  </a:lnTo>
                  <a:close/>
                </a:path>
                <a:path w="5251450" h="51434">
                  <a:moveTo>
                    <a:pt x="3041599" y="26162"/>
                  </a:moveTo>
                  <a:lnTo>
                    <a:pt x="2919958" y="26162"/>
                  </a:lnTo>
                  <a:lnTo>
                    <a:pt x="2906649" y="26415"/>
                  </a:lnTo>
                  <a:lnTo>
                    <a:pt x="2911889" y="26415"/>
                  </a:lnTo>
                  <a:lnTo>
                    <a:pt x="2864307" y="26924"/>
                  </a:lnTo>
                  <a:lnTo>
                    <a:pt x="3089033" y="26924"/>
                  </a:lnTo>
                  <a:lnTo>
                    <a:pt x="3041599" y="26162"/>
                  </a:lnTo>
                  <a:close/>
                </a:path>
                <a:path w="5251450" h="51434">
                  <a:moveTo>
                    <a:pt x="3385356" y="26162"/>
                  </a:moveTo>
                  <a:lnTo>
                    <a:pt x="3209747" y="26162"/>
                  </a:lnTo>
                  <a:lnTo>
                    <a:pt x="3189554" y="26924"/>
                  </a:lnTo>
                  <a:lnTo>
                    <a:pt x="3541598" y="26924"/>
                  </a:lnTo>
                  <a:lnTo>
                    <a:pt x="3499942" y="26415"/>
                  </a:lnTo>
                  <a:lnTo>
                    <a:pt x="3400278" y="26415"/>
                  </a:lnTo>
                  <a:lnTo>
                    <a:pt x="3385356" y="26162"/>
                  </a:lnTo>
                  <a:close/>
                </a:path>
                <a:path w="5251450" h="51434">
                  <a:moveTo>
                    <a:pt x="5248654" y="22225"/>
                  </a:moveTo>
                  <a:lnTo>
                    <a:pt x="5248859" y="22606"/>
                  </a:lnTo>
                  <a:lnTo>
                    <a:pt x="5250794" y="25455"/>
                  </a:lnTo>
                  <a:lnTo>
                    <a:pt x="5250768" y="24637"/>
                  </a:lnTo>
                  <a:lnTo>
                    <a:pt x="5250412" y="24130"/>
                  </a:lnTo>
                  <a:lnTo>
                    <a:pt x="5248654" y="22225"/>
                  </a:lnTo>
                  <a:close/>
                </a:path>
                <a:path w="5251450" h="51434">
                  <a:moveTo>
                    <a:pt x="5118176" y="23368"/>
                  </a:moveTo>
                  <a:lnTo>
                    <a:pt x="5077536" y="23368"/>
                  </a:lnTo>
                  <a:lnTo>
                    <a:pt x="5027498" y="23875"/>
                  </a:lnTo>
                  <a:lnTo>
                    <a:pt x="5103698" y="23875"/>
                  </a:lnTo>
                  <a:lnTo>
                    <a:pt x="5118176" y="23368"/>
                  </a:lnTo>
                  <a:close/>
                </a:path>
                <a:path w="5251450" h="51434">
                  <a:moveTo>
                    <a:pt x="5234635" y="21336"/>
                  </a:moveTo>
                  <a:lnTo>
                    <a:pt x="5206483" y="21336"/>
                  </a:lnTo>
                  <a:lnTo>
                    <a:pt x="5191836" y="21844"/>
                  </a:lnTo>
                  <a:lnTo>
                    <a:pt x="5170881" y="22225"/>
                  </a:lnTo>
                  <a:lnTo>
                    <a:pt x="5125097" y="22987"/>
                  </a:lnTo>
                  <a:lnTo>
                    <a:pt x="5129034" y="22987"/>
                  </a:lnTo>
                  <a:lnTo>
                    <a:pt x="5103698" y="23875"/>
                  </a:lnTo>
                  <a:lnTo>
                    <a:pt x="5232288" y="23875"/>
                  </a:lnTo>
                  <a:lnTo>
                    <a:pt x="5232410" y="23368"/>
                  </a:lnTo>
                  <a:lnTo>
                    <a:pt x="5232603" y="23368"/>
                  </a:lnTo>
                  <a:lnTo>
                    <a:pt x="5234635" y="21336"/>
                  </a:lnTo>
                  <a:close/>
                </a:path>
                <a:path w="5251450" h="51434">
                  <a:moveTo>
                    <a:pt x="5246421" y="20709"/>
                  </a:moveTo>
                  <a:lnTo>
                    <a:pt x="5243842" y="20709"/>
                  </a:lnTo>
                  <a:lnTo>
                    <a:pt x="5248700" y="21336"/>
                  </a:lnTo>
                  <a:lnTo>
                    <a:pt x="5234635" y="21336"/>
                  </a:lnTo>
                  <a:lnTo>
                    <a:pt x="5232095" y="23875"/>
                  </a:lnTo>
                  <a:lnTo>
                    <a:pt x="5249705" y="23875"/>
                  </a:lnTo>
                  <a:lnTo>
                    <a:pt x="5248351" y="21844"/>
                  </a:lnTo>
                  <a:lnTo>
                    <a:pt x="5246421" y="20709"/>
                  </a:lnTo>
                  <a:close/>
                </a:path>
                <a:path w="5251450" h="51434">
                  <a:moveTo>
                    <a:pt x="4846015" y="23240"/>
                  </a:moveTo>
                  <a:lnTo>
                    <a:pt x="4692472" y="23368"/>
                  </a:lnTo>
                  <a:lnTo>
                    <a:pt x="4857487" y="23368"/>
                  </a:lnTo>
                  <a:lnTo>
                    <a:pt x="4846015" y="23240"/>
                  </a:lnTo>
                  <a:close/>
                </a:path>
                <a:path w="5251450" h="51434">
                  <a:moveTo>
                    <a:pt x="5247833" y="21336"/>
                  </a:moveTo>
                  <a:lnTo>
                    <a:pt x="5247487" y="21336"/>
                  </a:lnTo>
                  <a:lnTo>
                    <a:pt x="5248351" y="21844"/>
                  </a:lnTo>
                  <a:lnTo>
                    <a:pt x="5247833" y="21336"/>
                  </a:lnTo>
                  <a:close/>
                </a:path>
                <a:path w="5251450" h="51434">
                  <a:moveTo>
                    <a:pt x="1822812" y="20709"/>
                  </a:moveTo>
                  <a:lnTo>
                    <a:pt x="356352" y="20709"/>
                  </a:lnTo>
                  <a:lnTo>
                    <a:pt x="371367" y="21336"/>
                  </a:lnTo>
                  <a:lnTo>
                    <a:pt x="1854784" y="21336"/>
                  </a:lnTo>
                  <a:lnTo>
                    <a:pt x="1822812" y="20709"/>
                  </a:lnTo>
                  <a:close/>
                </a:path>
                <a:path w="5251450" h="51434">
                  <a:moveTo>
                    <a:pt x="1872198" y="20709"/>
                  </a:moveTo>
                  <a:lnTo>
                    <a:pt x="1871454" y="20709"/>
                  </a:lnTo>
                  <a:lnTo>
                    <a:pt x="1854403" y="21336"/>
                  </a:lnTo>
                  <a:lnTo>
                    <a:pt x="1912632" y="21336"/>
                  </a:lnTo>
                  <a:lnTo>
                    <a:pt x="1872198" y="20709"/>
                  </a:lnTo>
                  <a:close/>
                </a:path>
                <a:path w="5251450" h="51434">
                  <a:moveTo>
                    <a:pt x="5237118" y="20709"/>
                  </a:moveTo>
                  <a:lnTo>
                    <a:pt x="5219866" y="20709"/>
                  </a:lnTo>
                  <a:lnTo>
                    <a:pt x="5209679" y="21336"/>
                  </a:lnTo>
                  <a:lnTo>
                    <a:pt x="5234163" y="21336"/>
                  </a:lnTo>
                  <a:lnTo>
                    <a:pt x="5237118" y="20709"/>
                  </a:lnTo>
                  <a:close/>
                </a:path>
                <a:path w="5251450" h="51434">
                  <a:moveTo>
                    <a:pt x="5237587" y="20065"/>
                  </a:moveTo>
                  <a:lnTo>
                    <a:pt x="5232984" y="20065"/>
                  </a:lnTo>
                  <a:lnTo>
                    <a:pt x="5218835" y="20709"/>
                  </a:lnTo>
                  <a:lnTo>
                    <a:pt x="5237118" y="20709"/>
                  </a:lnTo>
                  <a:lnTo>
                    <a:pt x="5234163" y="21336"/>
                  </a:lnTo>
                  <a:lnTo>
                    <a:pt x="5248700" y="21336"/>
                  </a:lnTo>
                  <a:lnTo>
                    <a:pt x="5243842" y="20709"/>
                  </a:lnTo>
                  <a:lnTo>
                    <a:pt x="5237587" y="20065"/>
                  </a:lnTo>
                  <a:close/>
                </a:path>
                <a:path w="5251450" h="51434">
                  <a:moveTo>
                    <a:pt x="1787050" y="20065"/>
                  </a:moveTo>
                  <a:lnTo>
                    <a:pt x="324853" y="20065"/>
                  </a:lnTo>
                  <a:lnTo>
                    <a:pt x="367426" y="20709"/>
                  </a:lnTo>
                  <a:lnTo>
                    <a:pt x="1816419" y="20709"/>
                  </a:lnTo>
                  <a:lnTo>
                    <a:pt x="1787050" y="20065"/>
                  </a:lnTo>
                  <a:close/>
                </a:path>
                <a:path w="5251450" h="51434">
                  <a:moveTo>
                    <a:pt x="5241366" y="20065"/>
                  </a:moveTo>
                  <a:lnTo>
                    <a:pt x="5240150" y="20065"/>
                  </a:lnTo>
                  <a:lnTo>
                    <a:pt x="5237118" y="20709"/>
                  </a:lnTo>
                  <a:lnTo>
                    <a:pt x="5247475" y="20709"/>
                  </a:lnTo>
                  <a:lnTo>
                    <a:pt x="5241366" y="20065"/>
                  </a:lnTo>
                  <a:close/>
                </a:path>
                <a:path w="5251450" h="51434">
                  <a:moveTo>
                    <a:pt x="1729650" y="18933"/>
                  </a:moveTo>
                  <a:lnTo>
                    <a:pt x="315060" y="18933"/>
                  </a:lnTo>
                  <a:lnTo>
                    <a:pt x="331425" y="20065"/>
                  </a:lnTo>
                  <a:lnTo>
                    <a:pt x="1782436" y="20065"/>
                  </a:lnTo>
                  <a:lnTo>
                    <a:pt x="1758116" y="19685"/>
                  </a:lnTo>
                  <a:lnTo>
                    <a:pt x="1754149" y="19685"/>
                  </a:lnTo>
                  <a:lnTo>
                    <a:pt x="1729650" y="18933"/>
                  </a:lnTo>
                  <a:close/>
                </a:path>
                <a:path w="5251450" h="51434">
                  <a:moveTo>
                    <a:pt x="1692427" y="18290"/>
                  </a:moveTo>
                  <a:lnTo>
                    <a:pt x="296777" y="18290"/>
                  </a:lnTo>
                  <a:lnTo>
                    <a:pt x="315365" y="18933"/>
                  </a:lnTo>
                  <a:lnTo>
                    <a:pt x="1729920" y="18933"/>
                  </a:lnTo>
                  <a:lnTo>
                    <a:pt x="1692427" y="18290"/>
                  </a:lnTo>
                  <a:close/>
                </a:path>
                <a:path w="5251450" h="51434">
                  <a:moveTo>
                    <a:pt x="663930" y="15875"/>
                  </a:moveTo>
                  <a:lnTo>
                    <a:pt x="201446" y="15875"/>
                  </a:lnTo>
                  <a:lnTo>
                    <a:pt x="284790" y="18669"/>
                  </a:lnTo>
                  <a:lnTo>
                    <a:pt x="272834" y="18669"/>
                  </a:lnTo>
                  <a:lnTo>
                    <a:pt x="296777" y="18290"/>
                  </a:lnTo>
                  <a:lnTo>
                    <a:pt x="1681313" y="18290"/>
                  </a:lnTo>
                  <a:lnTo>
                    <a:pt x="1604975" y="16510"/>
                  </a:lnTo>
                  <a:lnTo>
                    <a:pt x="713143" y="16510"/>
                  </a:lnTo>
                  <a:lnTo>
                    <a:pt x="663930" y="15875"/>
                  </a:lnTo>
                  <a:close/>
                </a:path>
                <a:path w="5251450" h="51434">
                  <a:moveTo>
                    <a:pt x="794905" y="15875"/>
                  </a:moveTo>
                  <a:lnTo>
                    <a:pt x="749503" y="15875"/>
                  </a:lnTo>
                  <a:lnTo>
                    <a:pt x="691749" y="16510"/>
                  </a:lnTo>
                  <a:lnTo>
                    <a:pt x="824972" y="16510"/>
                  </a:lnTo>
                  <a:lnTo>
                    <a:pt x="794905" y="15875"/>
                  </a:lnTo>
                  <a:close/>
                </a:path>
                <a:path w="5251450" h="51434">
                  <a:moveTo>
                    <a:pt x="1584866" y="15875"/>
                  </a:moveTo>
                  <a:lnTo>
                    <a:pt x="907599" y="15875"/>
                  </a:lnTo>
                  <a:lnTo>
                    <a:pt x="879563" y="16510"/>
                  </a:lnTo>
                  <a:lnTo>
                    <a:pt x="1604975" y="16510"/>
                  </a:lnTo>
                  <a:lnTo>
                    <a:pt x="1584866" y="15875"/>
                  </a:lnTo>
                  <a:close/>
                </a:path>
                <a:path w="5251450" h="51434">
                  <a:moveTo>
                    <a:pt x="629354" y="15112"/>
                  </a:moveTo>
                  <a:lnTo>
                    <a:pt x="187786" y="15112"/>
                  </a:lnTo>
                  <a:lnTo>
                    <a:pt x="200308" y="15875"/>
                  </a:lnTo>
                  <a:lnTo>
                    <a:pt x="668765" y="15875"/>
                  </a:lnTo>
                  <a:lnTo>
                    <a:pt x="629354" y="15112"/>
                  </a:lnTo>
                  <a:close/>
                </a:path>
                <a:path w="5251450" h="51434">
                  <a:moveTo>
                    <a:pt x="1009459" y="15112"/>
                  </a:moveTo>
                  <a:lnTo>
                    <a:pt x="984872" y="15112"/>
                  </a:lnTo>
                  <a:lnTo>
                    <a:pt x="952315" y="15875"/>
                  </a:lnTo>
                  <a:lnTo>
                    <a:pt x="1046111" y="15875"/>
                  </a:lnTo>
                  <a:lnTo>
                    <a:pt x="1009459" y="15112"/>
                  </a:lnTo>
                  <a:close/>
                </a:path>
                <a:path w="5251450" h="51434">
                  <a:moveTo>
                    <a:pt x="1165682" y="15367"/>
                  </a:moveTo>
                  <a:lnTo>
                    <a:pt x="1063091" y="15367"/>
                  </a:lnTo>
                  <a:lnTo>
                    <a:pt x="863244" y="15875"/>
                  </a:lnTo>
                  <a:lnTo>
                    <a:pt x="1188034" y="15875"/>
                  </a:lnTo>
                  <a:lnTo>
                    <a:pt x="1165682" y="15367"/>
                  </a:lnTo>
                  <a:close/>
                </a:path>
                <a:path w="5251450" h="51434">
                  <a:moveTo>
                    <a:pt x="1298714" y="15367"/>
                  </a:moveTo>
                  <a:lnTo>
                    <a:pt x="1165682" y="15367"/>
                  </a:lnTo>
                  <a:lnTo>
                    <a:pt x="1188034" y="15875"/>
                  </a:lnTo>
                  <a:lnTo>
                    <a:pt x="1264594" y="15875"/>
                  </a:lnTo>
                  <a:lnTo>
                    <a:pt x="1298714" y="15367"/>
                  </a:lnTo>
                  <a:close/>
                </a:path>
                <a:path w="5251450" h="51434">
                  <a:moveTo>
                    <a:pt x="1547698" y="15112"/>
                  </a:moveTo>
                  <a:lnTo>
                    <a:pt x="1315775" y="15112"/>
                  </a:lnTo>
                  <a:lnTo>
                    <a:pt x="1264594" y="15875"/>
                  </a:lnTo>
                  <a:lnTo>
                    <a:pt x="1589015" y="15875"/>
                  </a:lnTo>
                  <a:lnTo>
                    <a:pt x="1556334" y="15367"/>
                  </a:lnTo>
                  <a:lnTo>
                    <a:pt x="1547698" y="15112"/>
                  </a:lnTo>
                  <a:close/>
                </a:path>
                <a:path w="5251450" h="51434">
                  <a:moveTo>
                    <a:pt x="446102" y="11951"/>
                  </a:moveTo>
                  <a:lnTo>
                    <a:pt x="126819" y="11951"/>
                  </a:lnTo>
                  <a:lnTo>
                    <a:pt x="148398" y="12712"/>
                  </a:lnTo>
                  <a:lnTo>
                    <a:pt x="148043" y="12712"/>
                  </a:lnTo>
                  <a:lnTo>
                    <a:pt x="158635" y="13462"/>
                  </a:lnTo>
                  <a:lnTo>
                    <a:pt x="187954" y="15112"/>
                  </a:lnTo>
                  <a:lnTo>
                    <a:pt x="630472" y="15112"/>
                  </a:lnTo>
                  <a:lnTo>
                    <a:pt x="597992" y="14350"/>
                  </a:lnTo>
                  <a:lnTo>
                    <a:pt x="564129" y="14350"/>
                  </a:lnTo>
                  <a:lnTo>
                    <a:pt x="529416" y="13715"/>
                  </a:lnTo>
                  <a:lnTo>
                    <a:pt x="498030" y="13715"/>
                  </a:lnTo>
                  <a:lnTo>
                    <a:pt x="446102" y="11951"/>
                  </a:lnTo>
                  <a:close/>
                </a:path>
                <a:path w="5251450" h="51434">
                  <a:moveTo>
                    <a:pt x="1519313" y="14350"/>
                  </a:moveTo>
                  <a:lnTo>
                    <a:pt x="1360282" y="14350"/>
                  </a:lnTo>
                  <a:lnTo>
                    <a:pt x="1316957" y="15112"/>
                  </a:lnTo>
                  <a:lnTo>
                    <a:pt x="1550174" y="15112"/>
                  </a:lnTo>
                  <a:lnTo>
                    <a:pt x="1519313" y="14350"/>
                  </a:lnTo>
                  <a:close/>
                </a:path>
                <a:path w="5251450" h="51434">
                  <a:moveTo>
                    <a:pt x="1475816" y="13715"/>
                  </a:moveTo>
                  <a:lnTo>
                    <a:pt x="1427429" y="13715"/>
                  </a:lnTo>
                  <a:lnTo>
                    <a:pt x="1486801" y="14350"/>
                  </a:lnTo>
                  <a:lnTo>
                    <a:pt x="1414221" y="14350"/>
                  </a:lnTo>
                  <a:lnTo>
                    <a:pt x="1475816" y="13715"/>
                  </a:lnTo>
                  <a:close/>
                </a:path>
                <a:path w="5251450" h="51434">
                  <a:moveTo>
                    <a:pt x="515531" y="13462"/>
                  </a:moveTo>
                  <a:lnTo>
                    <a:pt x="497776" y="13715"/>
                  </a:lnTo>
                  <a:lnTo>
                    <a:pt x="529416" y="13715"/>
                  </a:lnTo>
                  <a:lnTo>
                    <a:pt x="515531" y="13462"/>
                  </a:lnTo>
                  <a:close/>
                </a:path>
                <a:path w="5251450" h="51434">
                  <a:moveTo>
                    <a:pt x="97624" y="12712"/>
                  </a:moveTo>
                  <a:lnTo>
                    <a:pt x="93318" y="12712"/>
                  </a:lnTo>
                  <a:lnTo>
                    <a:pt x="93052" y="12954"/>
                  </a:lnTo>
                  <a:lnTo>
                    <a:pt x="97624" y="12712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23701" y="1028438"/>
              <a:ext cx="205184" cy="20518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914334" y="3314565"/>
              <a:ext cx="214693" cy="20518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676826" y="3419340"/>
              <a:ext cx="205184" cy="20518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838134" y="742688"/>
              <a:ext cx="214693" cy="205184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6155435" y="1581467"/>
            <a:ext cx="610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96FF"/>
                </a:solidFill>
                <a:latin typeface="Verdana"/>
                <a:cs typeface="Verdana"/>
              </a:rPr>
              <a:t>Code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207302" y="953388"/>
            <a:ext cx="153670" cy="1282700"/>
          </a:xfrm>
          <a:custGeom>
            <a:avLst/>
            <a:gdLst/>
            <a:ahLst/>
            <a:cxnLst/>
            <a:rect l="l" t="t" r="r" b="b"/>
            <a:pathLst>
              <a:path w="153670" h="1282700">
                <a:moveTo>
                  <a:pt x="141808" y="1270000"/>
                </a:moveTo>
                <a:lnTo>
                  <a:pt x="110299" y="1270000"/>
                </a:lnTo>
                <a:lnTo>
                  <a:pt x="112661" y="1282700"/>
                </a:lnTo>
                <a:lnTo>
                  <a:pt x="141808" y="1282700"/>
                </a:lnTo>
                <a:lnTo>
                  <a:pt x="141808" y="1270000"/>
                </a:lnTo>
                <a:close/>
              </a:path>
              <a:path w="153670" h="1282700">
                <a:moveTo>
                  <a:pt x="152107" y="1270000"/>
                </a:moveTo>
                <a:lnTo>
                  <a:pt x="141808" y="1270000"/>
                </a:lnTo>
                <a:lnTo>
                  <a:pt x="141808" y="1282700"/>
                </a:lnTo>
                <a:lnTo>
                  <a:pt x="152933" y="1282700"/>
                </a:lnTo>
                <a:lnTo>
                  <a:pt x="152933" y="1278510"/>
                </a:lnTo>
                <a:lnTo>
                  <a:pt x="152107" y="1270000"/>
                </a:lnTo>
                <a:close/>
              </a:path>
              <a:path w="153670" h="1282700">
                <a:moveTo>
                  <a:pt x="152933" y="1278510"/>
                </a:moveTo>
                <a:lnTo>
                  <a:pt x="152933" y="1282700"/>
                </a:lnTo>
                <a:lnTo>
                  <a:pt x="153339" y="1282700"/>
                </a:lnTo>
                <a:lnTo>
                  <a:pt x="152933" y="1278510"/>
                </a:lnTo>
                <a:close/>
              </a:path>
              <a:path w="153670" h="1282700">
                <a:moveTo>
                  <a:pt x="152933" y="1270000"/>
                </a:moveTo>
                <a:lnTo>
                  <a:pt x="152107" y="1270000"/>
                </a:lnTo>
                <a:lnTo>
                  <a:pt x="152933" y="1278510"/>
                </a:lnTo>
                <a:lnTo>
                  <a:pt x="152933" y="1270000"/>
                </a:lnTo>
                <a:close/>
              </a:path>
              <a:path w="153670" h="1282700">
                <a:moveTo>
                  <a:pt x="131597" y="1257300"/>
                </a:moveTo>
                <a:lnTo>
                  <a:pt x="99961" y="1257300"/>
                </a:lnTo>
                <a:lnTo>
                  <a:pt x="101409" y="1270000"/>
                </a:lnTo>
                <a:lnTo>
                  <a:pt x="133756" y="1270000"/>
                </a:lnTo>
                <a:lnTo>
                  <a:pt x="131597" y="1257300"/>
                </a:lnTo>
                <a:close/>
              </a:path>
              <a:path w="153670" h="1282700">
                <a:moveTo>
                  <a:pt x="133375" y="1257300"/>
                </a:moveTo>
                <a:lnTo>
                  <a:pt x="133756" y="1270000"/>
                </a:lnTo>
                <a:lnTo>
                  <a:pt x="135166" y="1270000"/>
                </a:lnTo>
                <a:lnTo>
                  <a:pt x="133375" y="1257300"/>
                </a:lnTo>
                <a:close/>
              </a:path>
              <a:path w="153670" h="1282700">
                <a:moveTo>
                  <a:pt x="91947" y="1244600"/>
                </a:moveTo>
                <a:lnTo>
                  <a:pt x="90246" y="1244600"/>
                </a:lnTo>
                <a:lnTo>
                  <a:pt x="92748" y="1257300"/>
                </a:lnTo>
                <a:lnTo>
                  <a:pt x="91947" y="1244600"/>
                </a:lnTo>
                <a:close/>
              </a:path>
              <a:path w="153670" h="1282700">
                <a:moveTo>
                  <a:pt x="118452" y="1244600"/>
                </a:moveTo>
                <a:lnTo>
                  <a:pt x="91947" y="1244600"/>
                </a:lnTo>
                <a:lnTo>
                  <a:pt x="93751" y="1257300"/>
                </a:lnTo>
                <a:lnTo>
                  <a:pt x="119888" y="1257300"/>
                </a:lnTo>
                <a:lnTo>
                  <a:pt x="118452" y="1244600"/>
                </a:lnTo>
                <a:close/>
              </a:path>
              <a:path w="153670" h="1282700">
                <a:moveTo>
                  <a:pt x="118490" y="1244600"/>
                </a:moveTo>
                <a:lnTo>
                  <a:pt x="119888" y="1257300"/>
                </a:lnTo>
                <a:lnTo>
                  <a:pt x="120294" y="1257300"/>
                </a:lnTo>
                <a:lnTo>
                  <a:pt x="118490" y="1244600"/>
                </a:lnTo>
                <a:close/>
              </a:path>
              <a:path w="153670" h="1282700">
                <a:moveTo>
                  <a:pt x="108305" y="1231900"/>
                </a:moveTo>
                <a:lnTo>
                  <a:pt x="83515" y="1231900"/>
                </a:lnTo>
                <a:lnTo>
                  <a:pt x="85966" y="1244600"/>
                </a:lnTo>
                <a:lnTo>
                  <a:pt x="110477" y="1244600"/>
                </a:lnTo>
                <a:lnTo>
                  <a:pt x="108305" y="1231900"/>
                </a:lnTo>
                <a:close/>
              </a:path>
              <a:path w="153670" h="1282700">
                <a:moveTo>
                  <a:pt x="99542" y="1219200"/>
                </a:moveTo>
                <a:lnTo>
                  <a:pt x="78054" y="1219200"/>
                </a:lnTo>
                <a:lnTo>
                  <a:pt x="79959" y="1231900"/>
                </a:lnTo>
                <a:lnTo>
                  <a:pt x="103162" y="1231900"/>
                </a:lnTo>
                <a:lnTo>
                  <a:pt x="99542" y="1219200"/>
                </a:lnTo>
                <a:close/>
              </a:path>
              <a:path w="153670" h="1282700">
                <a:moveTo>
                  <a:pt x="95008" y="1206500"/>
                </a:moveTo>
                <a:lnTo>
                  <a:pt x="72263" y="1206500"/>
                </a:lnTo>
                <a:lnTo>
                  <a:pt x="73494" y="1219200"/>
                </a:lnTo>
                <a:lnTo>
                  <a:pt x="96812" y="1219200"/>
                </a:lnTo>
                <a:lnTo>
                  <a:pt x="95008" y="1206500"/>
                </a:lnTo>
                <a:close/>
              </a:path>
              <a:path w="153670" h="1282700">
                <a:moveTo>
                  <a:pt x="92633" y="1193800"/>
                </a:moveTo>
                <a:lnTo>
                  <a:pt x="69697" y="1193800"/>
                </a:lnTo>
                <a:lnTo>
                  <a:pt x="70408" y="1206500"/>
                </a:lnTo>
                <a:lnTo>
                  <a:pt x="92900" y="1206500"/>
                </a:lnTo>
                <a:lnTo>
                  <a:pt x="92633" y="1193800"/>
                </a:lnTo>
                <a:close/>
              </a:path>
              <a:path w="153670" h="1282700">
                <a:moveTo>
                  <a:pt x="89306" y="1181100"/>
                </a:moveTo>
                <a:lnTo>
                  <a:pt x="67195" y="1181100"/>
                </a:lnTo>
                <a:lnTo>
                  <a:pt x="67906" y="1193800"/>
                </a:lnTo>
                <a:lnTo>
                  <a:pt x="90017" y="1193800"/>
                </a:lnTo>
                <a:lnTo>
                  <a:pt x="89306" y="1181100"/>
                </a:lnTo>
                <a:close/>
              </a:path>
              <a:path w="153670" h="1282700">
                <a:moveTo>
                  <a:pt x="86652" y="1168400"/>
                </a:moveTo>
                <a:lnTo>
                  <a:pt x="64389" y="1168400"/>
                </a:lnTo>
                <a:lnTo>
                  <a:pt x="65532" y="1181100"/>
                </a:lnTo>
                <a:lnTo>
                  <a:pt x="87503" y="1181100"/>
                </a:lnTo>
                <a:lnTo>
                  <a:pt x="86652" y="1168400"/>
                </a:lnTo>
                <a:close/>
              </a:path>
              <a:path w="153670" h="1282700">
                <a:moveTo>
                  <a:pt x="83896" y="1155700"/>
                </a:moveTo>
                <a:lnTo>
                  <a:pt x="62433" y="1155700"/>
                </a:lnTo>
                <a:lnTo>
                  <a:pt x="63157" y="1168400"/>
                </a:lnTo>
                <a:lnTo>
                  <a:pt x="84696" y="1168400"/>
                </a:lnTo>
                <a:lnTo>
                  <a:pt x="83896" y="1155700"/>
                </a:lnTo>
                <a:close/>
              </a:path>
              <a:path w="153670" h="1282700">
                <a:moveTo>
                  <a:pt x="82168" y="1143000"/>
                </a:moveTo>
                <a:lnTo>
                  <a:pt x="60629" y="1143000"/>
                </a:lnTo>
                <a:lnTo>
                  <a:pt x="61442" y="1155700"/>
                </a:lnTo>
                <a:lnTo>
                  <a:pt x="82905" y="1155700"/>
                </a:lnTo>
                <a:lnTo>
                  <a:pt x="82168" y="1143000"/>
                </a:lnTo>
                <a:close/>
              </a:path>
              <a:path w="153670" h="1282700">
                <a:moveTo>
                  <a:pt x="80010" y="1130300"/>
                </a:moveTo>
                <a:lnTo>
                  <a:pt x="58483" y="1130300"/>
                </a:lnTo>
                <a:lnTo>
                  <a:pt x="59613" y="1143000"/>
                </a:lnTo>
                <a:lnTo>
                  <a:pt x="81025" y="1143000"/>
                </a:lnTo>
                <a:lnTo>
                  <a:pt x="80010" y="1130300"/>
                </a:lnTo>
                <a:close/>
              </a:path>
              <a:path w="153670" h="1282700">
                <a:moveTo>
                  <a:pt x="74625" y="1092200"/>
                </a:moveTo>
                <a:lnTo>
                  <a:pt x="53136" y="1092200"/>
                </a:lnTo>
                <a:lnTo>
                  <a:pt x="56388" y="1117600"/>
                </a:lnTo>
                <a:lnTo>
                  <a:pt x="57924" y="1130300"/>
                </a:lnTo>
                <a:lnTo>
                  <a:pt x="79286" y="1130300"/>
                </a:lnTo>
                <a:lnTo>
                  <a:pt x="79133" y="1117600"/>
                </a:lnTo>
                <a:lnTo>
                  <a:pt x="77787" y="1117600"/>
                </a:lnTo>
                <a:lnTo>
                  <a:pt x="74625" y="1092200"/>
                </a:lnTo>
                <a:close/>
              </a:path>
              <a:path w="153670" h="1282700">
                <a:moveTo>
                  <a:pt x="72745" y="1079500"/>
                </a:moveTo>
                <a:lnTo>
                  <a:pt x="51333" y="1079500"/>
                </a:lnTo>
                <a:lnTo>
                  <a:pt x="52349" y="1092200"/>
                </a:lnTo>
                <a:lnTo>
                  <a:pt x="73914" y="1092200"/>
                </a:lnTo>
                <a:lnTo>
                  <a:pt x="72745" y="1079500"/>
                </a:lnTo>
                <a:close/>
              </a:path>
              <a:path w="153670" h="1282700">
                <a:moveTo>
                  <a:pt x="67386" y="1016000"/>
                </a:moveTo>
                <a:lnTo>
                  <a:pt x="45186" y="1016000"/>
                </a:lnTo>
                <a:lnTo>
                  <a:pt x="45846" y="1028700"/>
                </a:lnTo>
                <a:lnTo>
                  <a:pt x="46964" y="1041400"/>
                </a:lnTo>
                <a:lnTo>
                  <a:pt x="47637" y="1054100"/>
                </a:lnTo>
                <a:lnTo>
                  <a:pt x="47993" y="1054100"/>
                </a:lnTo>
                <a:lnTo>
                  <a:pt x="49466" y="1066800"/>
                </a:lnTo>
                <a:lnTo>
                  <a:pt x="50203" y="1079500"/>
                </a:lnTo>
                <a:lnTo>
                  <a:pt x="71742" y="1079500"/>
                </a:lnTo>
                <a:lnTo>
                  <a:pt x="71018" y="1066800"/>
                </a:lnTo>
                <a:lnTo>
                  <a:pt x="69621" y="1054100"/>
                </a:lnTo>
                <a:lnTo>
                  <a:pt x="69202" y="1041400"/>
                </a:lnTo>
                <a:lnTo>
                  <a:pt x="68529" y="1041400"/>
                </a:lnTo>
                <a:lnTo>
                  <a:pt x="68173" y="1028700"/>
                </a:lnTo>
                <a:lnTo>
                  <a:pt x="67386" y="1016000"/>
                </a:lnTo>
                <a:close/>
              </a:path>
              <a:path w="153670" h="1282700">
                <a:moveTo>
                  <a:pt x="66675" y="876300"/>
                </a:moveTo>
                <a:lnTo>
                  <a:pt x="45173" y="876300"/>
                </a:lnTo>
                <a:lnTo>
                  <a:pt x="45135" y="889000"/>
                </a:lnTo>
                <a:lnTo>
                  <a:pt x="44424" y="901700"/>
                </a:lnTo>
                <a:lnTo>
                  <a:pt x="44056" y="901700"/>
                </a:lnTo>
                <a:lnTo>
                  <a:pt x="44056" y="914400"/>
                </a:lnTo>
                <a:lnTo>
                  <a:pt x="43345" y="939800"/>
                </a:lnTo>
                <a:lnTo>
                  <a:pt x="43319" y="990600"/>
                </a:lnTo>
                <a:lnTo>
                  <a:pt x="44107" y="1003300"/>
                </a:lnTo>
                <a:lnTo>
                  <a:pt x="44754" y="1016000"/>
                </a:lnTo>
                <a:lnTo>
                  <a:pt x="66370" y="1016000"/>
                </a:lnTo>
                <a:lnTo>
                  <a:pt x="66306" y="1003300"/>
                </a:lnTo>
                <a:lnTo>
                  <a:pt x="65658" y="1003300"/>
                </a:lnTo>
                <a:lnTo>
                  <a:pt x="64947" y="990600"/>
                </a:lnTo>
                <a:lnTo>
                  <a:pt x="64909" y="939800"/>
                </a:lnTo>
                <a:lnTo>
                  <a:pt x="65646" y="914400"/>
                </a:lnTo>
                <a:lnTo>
                  <a:pt x="65633" y="901700"/>
                </a:lnTo>
                <a:lnTo>
                  <a:pt x="66725" y="889000"/>
                </a:lnTo>
                <a:lnTo>
                  <a:pt x="66675" y="876300"/>
                </a:lnTo>
                <a:close/>
              </a:path>
              <a:path w="153670" h="1282700">
                <a:moveTo>
                  <a:pt x="68846" y="850900"/>
                </a:moveTo>
                <a:lnTo>
                  <a:pt x="46608" y="850900"/>
                </a:lnTo>
                <a:lnTo>
                  <a:pt x="46202" y="863600"/>
                </a:lnTo>
                <a:lnTo>
                  <a:pt x="45885" y="876300"/>
                </a:lnTo>
                <a:lnTo>
                  <a:pt x="67449" y="876300"/>
                </a:lnTo>
                <a:lnTo>
                  <a:pt x="67805" y="863600"/>
                </a:lnTo>
                <a:lnTo>
                  <a:pt x="68122" y="863600"/>
                </a:lnTo>
                <a:lnTo>
                  <a:pt x="68846" y="850900"/>
                </a:lnTo>
                <a:close/>
              </a:path>
              <a:path w="153670" h="1282700">
                <a:moveTo>
                  <a:pt x="71577" y="825500"/>
                </a:moveTo>
                <a:lnTo>
                  <a:pt x="49517" y="825500"/>
                </a:lnTo>
                <a:lnTo>
                  <a:pt x="48882" y="838200"/>
                </a:lnTo>
                <a:lnTo>
                  <a:pt x="47663" y="838200"/>
                </a:lnTo>
                <a:lnTo>
                  <a:pt x="47332" y="850900"/>
                </a:lnTo>
                <a:lnTo>
                  <a:pt x="69088" y="850900"/>
                </a:lnTo>
                <a:lnTo>
                  <a:pt x="70269" y="838200"/>
                </a:lnTo>
                <a:lnTo>
                  <a:pt x="71577" y="825500"/>
                </a:lnTo>
                <a:close/>
              </a:path>
              <a:path w="153670" h="1282700">
                <a:moveTo>
                  <a:pt x="73355" y="812800"/>
                </a:moveTo>
                <a:lnTo>
                  <a:pt x="51435" y="812800"/>
                </a:lnTo>
                <a:lnTo>
                  <a:pt x="50241" y="825500"/>
                </a:lnTo>
                <a:lnTo>
                  <a:pt x="72758" y="825500"/>
                </a:lnTo>
                <a:lnTo>
                  <a:pt x="73355" y="812800"/>
                </a:lnTo>
                <a:close/>
              </a:path>
              <a:path w="153670" h="1282700">
                <a:moveTo>
                  <a:pt x="76542" y="800100"/>
                </a:moveTo>
                <a:lnTo>
                  <a:pt x="54356" y="800100"/>
                </a:lnTo>
                <a:lnTo>
                  <a:pt x="53276" y="812800"/>
                </a:lnTo>
                <a:lnTo>
                  <a:pt x="74434" y="812800"/>
                </a:lnTo>
                <a:lnTo>
                  <a:pt x="76542" y="800100"/>
                </a:lnTo>
                <a:close/>
              </a:path>
              <a:path w="153670" h="1282700">
                <a:moveTo>
                  <a:pt x="78498" y="787400"/>
                </a:moveTo>
                <a:lnTo>
                  <a:pt x="56553" y="787400"/>
                </a:lnTo>
                <a:lnTo>
                  <a:pt x="55435" y="800100"/>
                </a:lnTo>
                <a:lnTo>
                  <a:pt x="77774" y="800100"/>
                </a:lnTo>
                <a:lnTo>
                  <a:pt x="78498" y="787400"/>
                </a:lnTo>
                <a:close/>
              </a:path>
              <a:path w="153670" h="1282700">
                <a:moveTo>
                  <a:pt x="81381" y="774700"/>
                </a:moveTo>
                <a:lnTo>
                  <a:pt x="59423" y="774700"/>
                </a:lnTo>
                <a:lnTo>
                  <a:pt x="57264" y="787400"/>
                </a:lnTo>
                <a:lnTo>
                  <a:pt x="80657" y="787400"/>
                </a:lnTo>
                <a:lnTo>
                  <a:pt x="81381" y="774700"/>
                </a:lnTo>
                <a:close/>
              </a:path>
              <a:path w="153670" h="1282700">
                <a:moveTo>
                  <a:pt x="82880" y="762000"/>
                </a:moveTo>
                <a:lnTo>
                  <a:pt x="61480" y="762000"/>
                </a:lnTo>
                <a:lnTo>
                  <a:pt x="60020" y="774700"/>
                </a:lnTo>
                <a:lnTo>
                  <a:pt x="82778" y="774700"/>
                </a:lnTo>
                <a:lnTo>
                  <a:pt x="82880" y="762000"/>
                </a:lnTo>
                <a:close/>
              </a:path>
              <a:path w="153670" h="1282700">
                <a:moveTo>
                  <a:pt x="83908" y="749300"/>
                </a:moveTo>
                <a:lnTo>
                  <a:pt x="62115" y="749300"/>
                </a:lnTo>
                <a:lnTo>
                  <a:pt x="62103" y="762000"/>
                </a:lnTo>
                <a:lnTo>
                  <a:pt x="83578" y="762000"/>
                </a:lnTo>
                <a:lnTo>
                  <a:pt x="83908" y="749300"/>
                </a:lnTo>
                <a:close/>
              </a:path>
              <a:path w="153670" h="1282700">
                <a:moveTo>
                  <a:pt x="83608" y="728466"/>
                </a:moveTo>
                <a:lnTo>
                  <a:pt x="83759" y="731859"/>
                </a:lnTo>
                <a:lnTo>
                  <a:pt x="83829" y="735012"/>
                </a:lnTo>
                <a:lnTo>
                  <a:pt x="83973" y="736607"/>
                </a:lnTo>
                <a:lnTo>
                  <a:pt x="62788" y="736607"/>
                </a:lnTo>
                <a:lnTo>
                  <a:pt x="62877" y="749300"/>
                </a:lnTo>
                <a:lnTo>
                  <a:pt x="84264" y="749300"/>
                </a:lnTo>
                <a:lnTo>
                  <a:pt x="84340" y="736607"/>
                </a:lnTo>
                <a:lnTo>
                  <a:pt x="83608" y="728466"/>
                </a:lnTo>
                <a:close/>
              </a:path>
              <a:path w="153670" h="1282700">
                <a:moveTo>
                  <a:pt x="61201" y="723900"/>
                </a:moveTo>
                <a:lnTo>
                  <a:pt x="60858" y="723900"/>
                </a:lnTo>
                <a:lnTo>
                  <a:pt x="61232" y="731859"/>
                </a:lnTo>
                <a:lnTo>
                  <a:pt x="61298" y="733257"/>
                </a:lnTo>
                <a:lnTo>
                  <a:pt x="61380" y="735012"/>
                </a:lnTo>
                <a:lnTo>
                  <a:pt x="61455" y="736607"/>
                </a:lnTo>
                <a:lnTo>
                  <a:pt x="61734" y="736607"/>
                </a:lnTo>
                <a:lnTo>
                  <a:pt x="61650" y="733257"/>
                </a:lnTo>
                <a:lnTo>
                  <a:pt x="61221" y="724328"/>
                </a:lnTo>
                <a:lnTo>
                  <a:pt x="61201" y="723900"/>
                </a:lnTo>
                <a:close/>
              </a:path>
              <a:path w="153670" h="1282700">
                <a:moveTo>
                  <a:pt x="82689" y="723900"/>
                </a:moveTo>
                <a:lnTo>
                  <a:pt x="61734" y="723900"/>
                </a:lnTo>
                <a:lnTo>
                  <a:pt x="61848" y="728466"/>
                </a:lnTo>
                <a:lnTo>
                  <a:pt x="61933" y="731859"/>
                </a:lnTo>
                <a:lnTo>
                  <a:pt x="62052" y="736607"/>
                </a:lnTo>
                <a:lnTo>
                  <a:pt x="83248" y="736607"/>
                </a:lnTo>
                <a:lnTo>
                  <a:pt x="83246" y="735012"/>
                </a:lnTo>
                <a:lnTo>
                  <a:pt x="83101" y="733257"/>
                </a:lnTo>
                <a:lnTo>
                  <a:pt x="82708" y="724328"/>
                </a:lnTo>
                <a:lnTo>
                  <a:pt x="82689" y="723900"/>
                </a:lnTo>
                <a:close/>
              </a:path>
              <a:path w="153670" h="1282700">
                <a:moveTo>
                  <a:pt x="83240" y="728466"/>
                </a:moveTo>
                <a:lnTo>
                  <a:pt x="83248" y="736607"/>
                </a:lnTo>
                <a:lnTo>
                  <a:pt x="83972" y="736607"/>
                </a:lnTo>
                <a:lnTo>
                  <a:pt x="83900" y="735012"/>
                </a:lnTo>
                <a:lnTo>
                  <a:pt x="83671" y="733257"/>
                </a:lnTo>
                <a:lnTo>
                  <a:pt x="83240" y="728466"/>
                </a:lnTo>
                <a:close/>
              </a:path>
              <a:path w="153670" h="1282700">
                <a:moveTo>
                  <a:pt x="82829" y="723900"/>
                </a:moveTo>
                <a:lnTo>
                  <a:pt x="82708" y="724328"/>
                </a:lnTo>
                <a:lnTo>
                  <a:pt x="83039" y="731859"/>
                </a:lnTo>
                <a:lnTo>
                  <a:pt x="83101" y="733257"/>
                </a:lnTo>
                <a:lnTo>
                  <a:pt x="83178" y="735012"/>
                </a:lnTo>
                <a:lnTo>
                  <a:pt x="83240" y="728466"/>
                </a:lnTo>
                <a:lnTo>
                  <a:pt x="82867" y="724328"/>
                </a:lnTo>
                <a:lnTo>
                  <a:pt x="82829" y="723900"/>
                </a:lnTo>
                <a:close/>
              </a:path>
              <a:path w="153670" h="1282700">
                <a:moveTo>
                  <a:pt x="83236" y="724328"/>
                </a:moveTo>
                <a:lnTo>
                  <a:pt x="83240" y="728466"/>
                </a:lnTo>
                <a:lnTo>
                  <a:pt x="83829" y="735012"/>
                </a:lnTo>
                <a:lnTo>
                  <a:pt x="83759" y="731859"/>
                </a:lnTo>
                <a:lnTo>
                  <a:pt x="83606" y="728466"/>
                </a:lnTo>
                <a:lnTo>
                  <a:pt x="83236" y="724328"/>
                </a:lnTo>
                <a:close/>
              </a:path>
              <a:path w="153670" h="1282700">
                <a:moveTo>
                  <a:pt x="61734" y="723900"/>
                </a:moveTo>
                <a:lnTo>
                  <a:pt x="61201" y="723900"/>
                </a:lnTo>
                <a:lnTo>
                  <a:pt x="61734" y="731859"/>
                </a:lnTo>
                <a:lnTo>
                  <a:pt x="61734" y="723900"/>
                </a:lnTo>
                <a:close/>
              </a:path>
              <a:path w="153670" h="1282700">
                <a:moveTo>
                  <a:pt x="83197" y="723900"/>
                </a:moveTo>
                <a:lnTo>
                  <a:pt x="82829" y="723900"/>
                </a:lnTo>
                <a:lnTo>
                  <a:pt x="83240" y="728466"/>
                </a:lnTo>
                <a:lnTo>
                  <a:pt x="83197" y="723900"/>
                </a:lnTo>
                <a:close/>
              </a:path>
              <a:path w="153670" h="1282700">
                <a:moveTo>
                  <a:pt x="83400" y="723900"/>
                </a:moveTo>
                <a:lnTo>
                  <a:pt x="83235" y="723900"/>
                </a:lnTo>
                <a:lnTo>
                  <a:pt x="83236" y="724328"/>
                </a:lnTo>
                <a:lnTo>
                  <a:pt x="83608" y="728466"/>
                </a:lnTo>
                <a:lnTo>
                  <a:pt x="83420" y="724328"/>
                </a:lnTo>
                <a:lnTo>
                  <a:pt x="83400" y="723900"/>
                </a:lnTo>
                <a:close/>
              </a:path>
              <a:path w="153670" h="1282700">
                <a:moveTo>
                  <a:pt x="77508" y="711200"/>
                </a:moveTo>
                <a:lnTo>
                  <a:pt x="50114" y="711200"/>
                </a:lnTo>
                <a:lnTo>
                  <a:pt x="51561" y="723900"/>
                </a:lnTo>
                <a:lnTo>
                  <a:pt x="80175" y="723900"/>
                </a:lnTo>
                <a:lnTo>
                  <a:pt x="77508" y="711200"/>
                </a:lnTo>
                <a:close/>
              </a:path>
              <a:path w="153670" h="1282700">
                <a:moveTo>
                  <a:pt x="67424" y="698500"/>
                </a:moveTo>
                <a:lnTo>
                  <a:pt x="36029" y="698500"/>
                </a:lnTo>
                <a:lnTo>
                  <a:pt x="41059" y="711200"/>
                </a:lnTo>
                <a:lnTo>
                  <a:pt x="68872" y="711200"/>
                </a:lnTo>
                <a:lnTo>
                  <a:pt x="67424" y="698500"/>
                </a:lnTo>
                <a:close/>
              </a:path>
              <a:path w="153670" h="1282700">
                <a:moveTo>
                  <a:pt x="54546" y="685800"/>
                </a:moveTo>
                <a:lnTo>
                  <a:pt x="27546" y="685800"/>
                </a:lnTo>
                <a:lnTo>
                  <a:pt x="30772" y="698500"/>
                </a:lnTo>
                <a:lnTo>
                  <a:pt x="57048" y="698500"/>
                </a:lnTo>
                <a:lnTo>
                  <a:pt x="54546" y="685800"/>
                </a:lnTo>
                <a:close/>
              </a:path>
              <a:path w="153670" h="1282700">
                <a:moveTo>
                  <a:pt x="15570" y="673100"/>
                </a:moveTo>
                <a:lnTo>
                  <a:pt x="14681" y="673100"/>
                </a:lnTo>
                <a:lnTo>
                  <a:pt x="17551" y="685800"/>
                </a:lnTo>
                <a:lnTo>
                  <a:pt x="15570" y="673100"/>
                </a:lnTo>
                <a:close/>
              </a:path>
              <a:path w="153670" h="1282700">
                <a:moveTo>
                  <a:pt x="42481" y="673100"/>
                </a:moveTo>
                <a:lnTo>
                  <a:pt x="15570" y="673100"/>
                </a:lnTo>
                <a:lnTo>
                  <a:pt x="18084" y="685800"/>
                </a:lnTo>
                <a:lnTo>
                  <a:pt x="45732" y="685800"/>
                </a:lnTo>
                <a:lnTo>
                  <a:pt x="42481" y="673100"/>
                </a:lnTo>
                <a:close/>
              </a:path>
              <a:path w="153670" h="1282700">
                <a:moveTo>
                  <a:pt x="72936" y="660400"/>
                </a:moveTo>
                <a:lnTo>
                  <a:pt x="55676" y="660400"/>
                </a:lnTo>
                <a:lnTo>
                  <a:pt x="55575" y="685800"/>
                </a:lnTo>
                <a:lnTo>
                  <a:pt x="76441" y="685800"/>
                </a:lnTo>
                <a:lnTo>
                  <a:pt x="76466" y="673100"/>
                </a:lnTo>
                <a:lnTo>
                  <a:pt x="74129" y="673100"/>
                </a:lnTo>
                <a:lnTo>
                  <a:pt x="72936" y="660400"/>
                </a:lnTo>
                <a:close/>
              </a:path>
              <a:path w="153670" h="1282700">
                <a:moveTo>
                  <a:pt x="901" y="660400"/>
                </a:moveTo>
                <a:lnTo>
                  <a:pt x="0" y="660400"/>
                </a:lnTo>
                <a:lnTo>
                  <a:pt x="2514" y="673100"/>
                </a:lnTo>
                <a:lnTo>
                  <a:pt x="3835" y="673100"/>
                </a:lnTo>
                <a:lnTo>
                  <a:pt x="901" y="660400"/>
                </a:lnTo>
                <a:close/>
              </a:path>
              <a:path w="153670" h="1282700">
                <a:moveTo>
                  <a:pt x="2260" y="660400"/>
                </a:moveTo>
                <a:lnTo>
                  <a:pt x="901" y="660400"/>
                </a:lnTo>
                <a:lnTo>
                  <a:pt x="3835" y="673100"/>
                </a:lnTo>
                <a:lnTo>
                  <a:pt x="4191" y="673100"/>
                </a:lnTo>
                <a:lnTo>
                  <a:pt x="2260" y="660400"/>
                </a:lnTo>
                <a:close/>
              </a:path>
              <a:path w="153670" h="1282700">
                <a:moveTo>
                  <a:pt x="2616" y="660400"/>
                </a:moveTo>
                <a:lnTo>
                  <a:pt x="2260" y="660400"/>
                </a:lnTo>
                <a:lnTo>
                  <a:pt x="4191" y="673100"/>
                </a:lnTo>
                <a:lnTo>
                  <a:pt x="5702" y="673100"/>
                </a:lnTo>
                <a:lnTo>
                  <a:pt x="2616" y="660400"/>
                </a:lnTo>
                <a:close/>
              </a:path>
              <a:path w="153670" h="1282700">
                <a:moveTo>
                  <a:pt x="32169" y="660400"/>
                </a:moveTo>
                <a:lnTo>
                  <a:pt x="2616" y="660400"/>
                </a:lnTo>
                <a:lnTo>
                  <a:pt x="5702" y="673100"/>
                </a:lnTo>
                <a:lnTo>
                  <a:pt x="34696" y="673100"/>
                </a:lnTo>
                <a:lnTo>
                  <a:pt x="32169" y="660400"/>
                </a:lnTo>
                <a:close/>
              </a:path>
              <a:path w="153670" h="1282700">
                <a:moveTo>
                  <a:pt x="55676" y="660400"/>
                </a:moveTo>
                <a:lnTo>
                  <a:pt x="32169" y="660400"/>
                </a:lnTo>
                <a:lnTo>
                  <a:pt x="34696" y="673100"/>
                </a:lnTo>
                <a:lnTo>
                  <a:pt x="55549" y="673100"/>
                </a:lnTo>
                <a:lnTo>
                  <a:pt x="55676" y="660400"/>
                </a:lnTo>
                <a:close/>
              </a:path>
              <a:path w="153670" h="1282700">
                <a:moveTo>
                  <a:pt x="73761" y="660400"/>
                </a:moveTo>
                <a:lnTo>
                  <a:pt x="72936" y="660400"/>
                </a:lnTo>
                <a:lnTo>
                  <a:pt x="74129" y="673100"/>
                </a:lnTo>
                <a:lnTo>
                  <a:pt x="73761" y="660400"/>
                </a:lnTo>
                <a:close/>
              </a:path>
              <a:path w="153670" h="1282700">
                <a:moveTo>
                  <a:pt x="74099" y="668550"/>
                </a:moveTo>
                <a:lnTo>
                  <a:pt x="74129" y="673100"/>
                </a:lnTo>
                <a:lnTo>
                  <a:pt x="74358" y="673100"/>
                </a:lnTo>
                <a:lnTo>
                  <a:pt x="74180" y="669980"/>
                </a:lnTo>
                <a:lnTo>
                  <a:pt x="74099" y="668550"/>
                </a:lnTo>
                <a:close/>
              </a:path>
              <a:path w="153670" h="1282700">
                <a:moveTo>
                  <a:pt x="76339" y="660400"/>
                </a:moveTo>
                <a:lnTo>
                  <a:pt x="73761" y="660400"/>
                </a:lnTo>
                <a:lnTo>
                  <a:pt x="73893" y="664935"/>
                </a:lnTo>
                <a:lnTo>
                  <a:pt x="74358" y="673100"/>
                </a:lnTo>
                <a:lnTo>
                  <a:pt x="76161" y="673100"/>
                </a:lnTo>
                <a:lnTo>
                  <a:pt x="76276" y="664935"/>
                </a:lnTo>
                <a:lnTo>
                  <a:pt x="76339" y="660400"/>
                </a:lnTo>
                <a:close/>
              </a:path>
              <a:path w="153670" h="1282700">
                <a:moveTo>
                  <a:pt x="76385" y="664935"/>
                </a:moveTo>
                <a:lnTo>
                  <a:pt x="76225" y="668550"/>
                </a:lnTo>
                <a:lnTo>
                  <a:pt x="76161" y="673100"/>
                </a:lnTo>
                <a:lnTo>
                  <a:pt x="76339" y="669980"/>
                </a:lnTo>
                <a:lnTo>
                  <a:pt x="76385" y="664935"/>
                </a:lnTo>
                <a:close/>
              </a:path>
              <a:path w="153670" h="1282700">
                <a:moveTo>
                  <a:pt x="76435" y="669980"/>
                </a:moveTo>
                <a:lnTo>
                  <a:pt x="76161" y="673100"/>
                </a:lnTo>
                <a:lnTo>
                  <a:pt x="76466" y="673100"/>
                </a:lnTo>
                <a:lnTo>
                  <a:pt x="76435" y="669980"/>
                </a:lnTo>
                <a:close/>
              </a:path>
              <a:path w="153670" h="1282700">
                <a:moveTo>
                  <a:pt x="76885" y="660400"/>
                </a:moveTo>
                <a:lnTo>
                  <a:pt x="76339" y="660400"/>
                </a:lnTo>
                <a:lnTo>
                  <a:pt x="76421" y="668550"/>
                </a:lnTo>
                <a:lnTo>
                  <a:pt x="76885" y="660400"/>
                </a:lnTo>
                <a:close/>
              </a:path>
              <a:path w="153670" h="1282700">
                <a:moveTo>
                  <a:pt x="5981" y="647700"/>
                </a:moveTo>
                <a:lnTo>
                  <a:pt x="3352" y="647700"/>
                </a:lnTo>
                <a:lnTo>
                  <a:pt x="1714" y="660400"/>
                </a:lnTo>
                <a:lnTo>
                  <a:pt x="1930" y="660400"/>
                </a:lnTo>
                <a:lnTo>
                  <a:pt x="5981" y="647700"/>
                </a:lnTo>
                <a:close/>
              </a:path>
              <a:path w="153670" h="1282700">
                <a:moveTo>
                  <a:pt x="18224" y="647700"/>
                </a:moveTo>
                <a:lnTo>
                  <a:pt x="5981" y="647700"/>
                </a:lnTo>
                <a:lnTo>
                  <a:pt x="1930" y="660400"/>
                </a:lnTo>
                <a:lnTo>
                  <a:pt x="20891" y="660400"/>
                </a:lnTo>
                <a:lnTo>
                  <a:pt x="20426" y="657401"/>
                </a:lnTo>
                <a:lnTo>
                  <a:pt x="18224" y="647700"/>
                </a:lnTo>
                <a:close/>
              </a:path>
              <a:path w="153670" h="1282700">
                <a:moveTo>
                  <a:pt x="20426" y="657401"/>
                </a:moveTo>
                <a:lnTo>
                  <a:pt x="20891" y="660400"/>
                </a:lnTo>
                <a:lnTo>
                  <a:pt x="21107" y="660400"/>
                </a:lnTo>
                <a:lnTo>
                  <a:pt x="20426" y="657401"/>
                </a:lnTo>
                <a:close/>
              </a:path>
              <a:path w="153670" h="1282700">
                <a:moveTo>
                  <a:pt x="55600" y="647700"/>
                </a:moveTo>
                <a:lnTo>
                  <a:pt x="18922" y="647700"/>
                </a:lnTo>
                <a:lnTo>
                  <a:pt x="20196" y="655917"/>
                </a:lnTo>
                <a:lnTo>
                  <a:pt x="21272" y="660400"/>
                </a:lnTo>
                <a:lnTo>
                  <a:pt x="56400" y="660400"/>
                </a:lnTo>
                <a:lnTo>
                  <a:pt x="56698" y="650134"/>
                </a:lnTo>
                <a:lnTo>
                  <a:pt x="55600" y="647700"/>
                </a:lnTo>
                <a:close/>
              </a:path>
              <a:path w="153670" h="1282700">
                <a:moveTo>
                  <a:pt x="56698" y="650134"/>
                </a:moveTo>
                <a:lnTo>
                  <a:pt x="56530" y="655917"/>
                </a:lnTo>
                <a:lnTo>
                  <a:pt x="56487" y="657401"/>
                </a:lnTo>
                <a:lnTo>
                  <a:pt x="56400" y="660400"/>
                </a:lnTo>
                <a:lnTo>
                  <a:pt x="61328" y="660400"/>
                </a:lnTo>
                <a:lnTo>
                  <a:pt x="56698" y="650134"/>
                </a:lnTo>
                <a:close/>
              </a:path>
              <a:path w="153670" h="1282700">
                <a:moveTo>
                  <a:pt x="77393" y="647700"/>
                </a:moveTo>
                <a:lnTo>
                  <a:pt x="56768" y="647700"/>
                </a:lnTo>
                <a:lnTo>
                  <a:pt x="56698" y="650134"/>
                </a:lnTo>
                <a:lnTo>
                  <a:pt x="61328" y="660400"/>
                </a:lnTo>
                <a:lnTo>
                  <a:pt x="77038" y="660400"/>
                </a:lnTo>
                <a:lnTo>
                  <a:pt x="77325" y="650134"/>
                </a:lnTo>
                <a:lnTo>
                  <a:pt x="77393" y="647700"/>
                </a:lnTo>
                <a:close/>
              </a:path>
              <a:path w="153670" h="1282700">
                <a:moveTo>
                  <a:pt x="18922" y="647700"/>
                </a:moveTo>
                <a:lnTo>
                  <a:pt x="18224" y="647700"/>
                </a:lnTo>
                <a:lnTo>
                  <a:pt x="20196" y="655917"/>
                </a:lnTo>
                <a:lnTo>
                  <a:pt x="18922" y="647700"/>
                </a:lnTo>
                <a:close/>
              </a:path>
              <a:path w="153670" h="1282700">
                <a:moveTo>
                  <a:pt x="81661" y="520700"/>
                </a:moveTo>
                <a:lnTo>
                  <a:pt x="61150" y="520700"/>
                </a:lnTo>
                <a:lnTo>
                  <a:pt x="61137" y="571500"/>
                </a:lnTo>
                <a:lnTo>
                  <a:pt x="60045" y="596900"/>
                </a:lnTo>
                <a:lnTo>
                  <a:pt x="58610" y="622300"/>
                </a:lnTo>
                <a:lnTo>
                  <a:pt x="57886" y="622300"/>
                </a:lnTo>
                <a:lnTo>
                  <a:pt x="57124" y="647700"/>
                </a:lnTo>
                <a:lnTo>
                  <a:pt x="77762" y="647700"/>
                </a:lnTo>
                <a:lnTo>
                  <a:pt x="79159" y="622300"/>
                </a:lnTo>
                <a:lnTo>
                  <a:pt x="81330" y="584200"/>
                </a:lnTo>
                <a:lnTo>
                  <a:pt x="81686" y="571500"/>
                </a:lnTo>
                <a:lnTo>
                  <a:pt x="81661" y="520700"/>
                </a:lnTo>
                <a:close/>
              </a:path>
              <a:path w="153670" h="1282700">
                <a:moveTo>
                  <a:pt x="66014" y="76200"/>
                </a:moveTo>
                <a:lnTo>
                  <a:pt x="47231" y="76200"/>
                </a:lnTo>
                <a:lnTo>
                  <a:pt x="46837" y="88900"/>
                </a:lnTo>
                <a:lnTo>
                  <a:pt x="46456" y="88900"/>
                </a:lnTo>
                <a:lnTo>
                  <a:pt x="46354" y="114300"/>
                </a:lnTo>
                <a:lnTo>
                  <a:pt x="46228" y="152400"/>
                </a:lnTo>
                <a:lnTo>
                  <a:pt x="46875" y="165100"/>
                </a:lnTo>
                <a:lnTo>
                  <a:pt x="47193" y="177800"/>
                </a:lnTo>
                <a:lnTo>
                  <a:pt x="48526" y="203200"/>
                </a:lnTo>
                <a:lnTo>
                  <a:pt x="49517" y="241300"/>
                </a:lnTo>
                <a:lnTo>
                  <a:pt x="50215" y="254000"/>
                </a:lnTo>
                <a:lnTo>
                  <a:pt x="50558" y="266700"/>
                </a:lnTo>
                <a:lnTo>
                  <a:pt x="51269" y="266700"/>
                </a:lnTo>
                <a:lnTo>
                  <a:pt x="52362" y="279400"/>
                </a:lnTo>
                <a:lnTo>
                  <a:pt x="53390" y="292100"/>
                </a:lnTo>
                <a:lnTo>
                  <a:pt x="54101" y="304800"/>
                </a:lnTo>
                <a:lnTo>
                  <a:pt x="55549" y="317500"/>
                </a:lnTo>
                <a:lnTo>
                  <a:pt x="57645" y="342900"/>
                </a:lnTo>
                <a:lnTo>
                  <a:pt x="59042" y="368300"/>
                </a:lnTo>
                <a:lnTo>
                  <a:pt x="59397" y="381000"/>
                </a:lnTo>
                <a:lnTo>
                  <a:pt x="60109" y="393700"/>
                </a:lnTo>
                <a:lnTo>
                  <a:pt x="60109" y="419100"/>
                </a:lnTo>
                <a:lnTo>
                  <a:pt x="60464" y="431800"/>
                </a:lnTo>
                <a:lnTo>
                  <a:pt x="60451" y="495300"/>
                </a:lnTo>
                <a:lnTo>
                  <a:pt x="60807" y="508000"/>
                </a:lnTo>
                <a:lnTo>
                  <a:pt x="60807" y="520700"/>
                </a:lnTo>
                <a:lnTo>
                  <a:pt x="81292" y="520700"/>
                </a:lnTo>
                <a:lnTo>
                  <a:pt x="81279" y="508000"/>
                </a:lnTo>
                <a:lnTo>
                  <a:pt x="80924" y="495300"/>
                </a:lnTo>
                <a:lnTo>
                  <a:pt x="80899" y="431800"/>
                </a:lnTo>
                <a:lnTo>
                  <a:pt x="80543" y="419100"/>
                </a:lnTo>
                <a:lnTo>
                  <a:pt x="80530" y="393700"/>
                </a:lnTo>
                <a:lnTo>
                  <a:pt x="79819" y="381000"/>
                </a:lnTo>
                <a:lnTo>
                  <a:pt x="79451" y="368300"/>
                </a:lnTo>
                <a:lnTo>
                  <a:pt x="77965" y="342900"/>
                </a:lnTo>
                <a:lnTo>
                  <a:pt x="75742" y="317500"/>
                </a:lnTo>
                <a:lnTo>
                  <a:pt x="74320" y="304800"/>
                </a:lnTo>
                <a:lnTo>
                  <a:pt x="73558" y="292100"/>
                </a:lnTo>
                <a:lnTo>
                  <a:pt x="71374" y="266700"/>
                </a:lnTo>
                <a:lnTo>
                  <a:pt x="70650" y="254000"/>
                </a:lnTo>
                <a:lnTo>
                  <a:pt x="70269" y="254000"/>
                </a:lnTo>
                <a:lnTo>
                  <a:pt x="69532" y="241300"/>
                </a:lnTo>
                <a:lnTo>
                  <a:pt x="68364" y="203200"/>
                </a:lnTo>
                <a:lnTo>
                  <a:pt x="68300" y="190500"/>
                </a:lnTo>
                <a:lnTo>
                  <a:pt x="67551" y="190500"/>
                </a:lnTo>
                <a:lnTo>
                  <a:pt x="66814" y="177800"/>
                </a:lnTo>
                <a:lnTo>
                  <a:pt x="66027" y="152400"/>
                </a:lnTo>
                <a:lnTo>
                  <a:pt x="65633" y="152400"/>
                </a:lnTo>
                <a:lnTo>
                  <a:pt x="65519" y="114300"/>
                </a:lnTo>
                <a:lnTo>
                  <a:pt x="65404" y="88900"/>
                </a:lnTo>
                <a:lnTo>
                  <a:pt x="66014" y="76200"/>
                </a:lnTo>
                <a:close/>
              </a:path>
              <a:path w="153670" h="1282700">
                <a:moveTo>
                  <a:pt x="67271" y="63500"/>
                </a:moveTo>
                <a:lnTo>
                  <a:pt x="48806" y="63500"/>
                </a:lnTo>
                <a:lnTo>
                  <a:pt x="48056" y="76200"/>
                </a:lnTo>
                <a:lnTo>
                  <a:pt x="66700" y="76200"/>
                </a:lnTo>
                <a:lnTo>
                  <a:pt x="67271" y="63500"/>
                </a:lnTo>
                <a:close/>
              </a:path>
              <a:path w="153670" h="1282700">
                <a:moveTo>
                  <a:pt x="70916" y="50800"/>
                </a:moveTo>
                <a:lnTo>
                  <a:pt x="51815" y="50800"/>
                </a:lnTo>
                <a:lnTo>
                  <a:pt x="50330" y="63500"/>
                </a:lnTo>
                <a:lnTo>
                  <a:pt x="69456" y="63500"/>
                </a:lnTo>
                <a:lnTo>
                  <a:pt x="70916" y="50800"/>
                </a:lnTo>
                <a:close/>
              </a:path>
              <a:path w="153670" h="1282700">
                <a:moveTo>
                  <a:pt x="78790" y="38100"/>
                </a:moveTo>
                <a:lnTo>
                  <a:pt x="58369" y="38100"/>
                </a:lnTo>
                <a:lnTo>
                  <a:pt x="55537" y="50800"/>
                </a:lnTo>
                <a:lnTo>
                  <a:pt x="76682" y="50800"/>
                </a:lnTo>
                <a:lnTo>
                  <a:pt x="78790" y="38100"/>
                </a:lnTo>
                <a:close/>
              </a:path>
              <a:path w="153670" h="1282700">
                <a:moveTo>
                  <a:pt x="86525" y="25400"/>
                </a:moveTo>
                <a:lnTo>
                  <a:pt x="63474" y="25400"/>
                </a:lnTo>
                <a:lnTo>
                  <a:pt x="62687" y="38100"/>
                </a:lnTo>
                <a:lnTo>
                  <a:pt x="83680" y="38100"/>
                </a:lnTo>
                <a:lnTo>
                  <a:pt x="86525" y="25400"/>
                </a:lnTo>
                <a:close/>
              </a:path>
              <a:path w="153670" h="1282700">
                <a:moveTo>
                  <a:pt x="97777" y="12700"/>
                </a:moveTo>
                <a:lnTo>
                  <a:pt x="72453" y="12700"/>
                </a:lnTo>
                <a:lnTo>
                  <a:pt x="72212" y="25400"/>
                </a:lnTo>
                <a:lnTo>
                  <a:pt x="94919" y="25400"/>
                </a:lnTo>
                <a:lnTo>
                  <a:pt x="97777" y="12700"/>
                </a:lnTo>
                <a:close/>
              </a:path>
              <a:path w="153670" h="1282700">
                <a:moveTo>
                  <a:pt x="147167" y="12700"/>
                </a:moveTo>
                <a:lnTo>
                  <a:pt x="128231" y="12700"/>
                </a:lnTo>
                <a:lnTo>
                  <a:pt x="135496" y="25400"/>
                </a:lnTo>
                <a:lnTo>
                  <a:pt x="144894" y="25400"/>
                </a:lnTo>
                <a:lnTo>
                  <a:pt x="147167" y="12700"/>
                </a:lnTo>
                <a:close/>
              </a:path>
              <a:path w="153670" h="1282700">
                <a:moveTo>
                  <a:pt x="137604" y="0"/>
                </a:moveTo>
                <a:lnTo>
                  <a:pt x="85445" y="0"/>
                </a:lnTo>
                <a:lnTo>
                  <a:pt x="82537" y="12700"/>
                </a:lnTo>
                <a:lnTo>
                  <a:pt x="144081" y="12700"/>
                </a:lnTo>
                <a:lnTo>
                  <a:pt x="137604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2" name="object 7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621785" y="1825117"/>
            <a:ext cx="1720215" cy="47625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7671434" y="1569910"/>
            <a:ext cx="606425" cy="63690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345"/>
              </a:spcBef>
            </a:pPr>
            <a:r>
              <a:rPr sz="1800" spc="-20" dirty="0">
                <a:solidFill>
                  <a:srgbClr val="7030A0"/>
                </a:solidFill>
                <a:latin typeface="Verdana"/>
                <a:cs typeface="Verdana"/>
              </a:rPr>
              <a:t>Math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onsolas"/>
                <a:cs typeface="Consolas"/>
              </a:rPr>
              <a:t>a==c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74" name="object 7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653656" y="3407917"/>
            <a:ext cx="872617" cy="38226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061085" marR="5080" indent="-619760">
              <a:lnSpc>
                <a:spcPts val="5710"/>
              </a:lnSpc>
              <a:spcBef>
                <a:spcPts val="259"/>
              </a:spcBef>
            </a:pPr>
            <a:r>
              <a:rPr sz="4800" dirty="0">
                <a:solidFill>
                  <a:srgbClr val="0070EA"/>
                </a:solidFill>
              </a:rPr>
              <a:t>Training</a:t>
            </a:r>
            <a:r>
              <a:rPr sz="4800" spc="-9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Linear Regression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65935" marR="5080" indent="-1068070">
              <a:lnSpc>
                <a:spcPct val="115399"/>
              </a:lnSpc>
              <a:spcBef>
                <a:spcPts val="90"/>
              </a:spcBef>
            </a:pPr>
            <a:r>
              <a:rPr sz="3800" dirty="0">
                <a:latin typeface="Verdana"/>
                <a:cs typeface="Verdana"/>
              </a:rPr>
              <a:t>Gradient</a:t>
            </a:r>
            <a:r>
              <a:rPr sz="3800" spc="-120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Descent Intuition</a:t>
            </a:r>
            <a:endParaRPr sz="3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Gradient</a:t>
            </a:r>
            <a:r>
              <a:rPr spc="-75" dirty="0"/>
              <a:t> </a:t>
            </a:r>
            <a:r>
              <a:rPr dirty="0"/>
              <a:t>descent</a:t>
            </a:r>
            <a:r>
              <a:rPr spc="-7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1040" y="932180"/>
            <a:ext cx="329057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dirty="0">
                <a:latin typeface="Arial"/>
                <a:cs typeface="Arial"/>
              </a:rPr>
              <a:t>repeat</a:t>
            </a:r>
            <a:r>
              <a:rPr sz="2150" spc="7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until</a:t>
            </a:r>
            <a:r>
              <a:rPr sz="2150" spc="5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convergence</a:t>
            </a:r>
            <a:r>
              <a:rPr sz="2150" spc="365" dirty="0">
                <a:latin typeface="Arial"/>
                <a:cs typeface="Arial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{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0025" y="1009650"/>
            <a:ext cx="5347970" cy="1698625"/>
            <a:chOff x="200025" y="1009650"/>
            <a:chExt cx="5347970" cy="16986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8318" y="1667763"/>
              <a:ext cx="212712" cy="1446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06601" y="1682241"/>
              <a:ext cx="183515" cy="81915"/>
            </a:xfrm>
            <a:custGeom>
              <a:avLst/>
              <a:gdLst/>
              <a:ahLst/>
              <a:cxnLst/>
              <a:rect l="l" t="t" r="r" b="b"/>
              <a:pathLst>
                <a:path w="183514" h="81914">
                  <a:moveTo>
                    <a:pt x="183388" y="61722"/>
                  </a:moveTo>
                  <a:lnTo>
                    <a:pt x="0" y="61722"/>
                  </a:lnTo>
                  <a:lnTo>
                    <a:pt x="0" y="81534"/>
                  </a:lnTo>
                  <a:lnTo>
                    <a:pt x="183388" y="81534"/>
                  </a:lnTo>
                  <a:lnTo>
                    <a:pt x="183388" y="61722"/>
                  </a:lnTo>
                  <a:close/>
                </a:path>
                <a:path w="183514" h="81914">
                  <a:moveTo>
                    <a:pt x="183388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183388" y="19812"/>
                  </a:lnTo>
                  <a:lnTo>
                    <a:pt x="1833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6955" y="1667763"/>
              <a:ext cx="212725" cy="1446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3830" y="2292603"/>
              <a:ext cx="134937" cy="21513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49451" y="2377566"/>
              <a:ext cx="183515" cy="81915"/>
            </a:xfrm>
            <a:custGeom>
              <a:avLst/>
              <a:gdLst/>
              <a:ahLst/>
              <a:cxnLst/>
              <a:rect l="l" t="t" r="r" b="b"/>
              <a:pathLst>
                <a:path w="183514" h="81914">
                  <a:moveTo>
                    <a:pt x="183388" y="61722"/>
                  </a:moveTo>
                  <a:lnTo>
                    <a:pt x="0" y="61722"/>
                  </a:lnTo>
                  <a:lnTo>
                    <a:pt x="0" y="81534"/>
                  </a:lnTo>
                  <a:lnTo>
                    <a:pt x="183388" y="81534"/>
                  </a:lnTo>
                  <a:lnTo>
                    <a:pt x="183388" y="61722"/>
                  </a:lnTo>
                  <a:close/>
                </a:path>
                <a:path w="183514" h="81914">
                  <a:moveTo>
                    <a:pt x="183388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183388" y="19812"/>
                  </a:lnTo>
                  <a:lnTo>
                    <a:pt x="1833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5266" y="2292603"/>
              <a:ext cx="135000" cy="2151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01901" y="2408318"/>
              <a:ext cx="183515" cy="20320"/>
            </a:xfrm>
            <a:custGeom>
              <a:avLst/>
              <a:gdLst/>
              <a:ahLst/>
              <a:cxnLst/>
              <a:rect l="l" t="t" r="r" b="b"/>
              <a:pathLst>
                <a:path w="183514" h="20319">
                  <a:moveTo>
                    <a:pt x="183349" y="0"/>
                  </a:moveTo>
                  <a:lnTo>
                    <a:pt x="0" y="0"/>
                  </a:lnTo>
                  <a:lnTo>
                    <a:pt x="0" y="19794"/>
                  </a:lnTo>
                  <a:lnTo>
                    <a:pt x="183349" y="19794"/>
                  </a:lnTo>
                  <a:lnTo>
                    <a:pt x="1833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0698" y="2360802"/>
              <a:ext cx="161925" cy="14693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04900" y="1876425"/>
              <a:ext cx="335915" cy="704850"/>
            </a:xfrm>
            <a:custGeom>
              <a:avLst/>
              <a:gdLst/>
              <a:ahLst/>
              <a:cxnLst/>
              <a:rect l="l" t="t" r="r" b="b"/>
              <a:pathLst>
                <a:path w="335915" h="704850">
                  <a:moveTo>
                    <a:pt x="47625" y="0"/>
                  </a:moveTo>
                  <a:lnTo>
                    <a:pt x="335661" y="0"/>
                  </a:lnTo>
                </a:path>
                <a:path w="335915" h="704850">
                  <a:moveTo>
                    <a:pt x="0" y="704850"/>
                  </a:moveTo>
                  <a:lnTo>
                    <a:pt x="287909" y="70485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6121" y="1278890"/>
              <a:ext cx="4071746" cy="142887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2700" y="1133475"/>
              <a:ext cx="180975" cy="1809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05350" y="1009650"/>
              <a:ext cx="180975" cy="1809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0025" y="1143000"/>
              <a:ext cx="1181100" cy="1525016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6629907" y="2166873"/>
            <a:ext cx="434975" cy="282575"/>
          </a:xfrm>
          <a:custGeom>
            <a:avLst/>
            <a:gdLst/>
            <a:ahLst/>
            <a:cxnLst/>
            <a:rect l="l" t="t" r="r" b="b"/>
            <a:pathLst>
              <a:path w="434975" h="282575">
                <a:moveTo>
                  <a:pt x="344805" y="0"/>
                </a:moveTo>
                <a:lnTo>
                  <a:pt x="340868" y="11430"/>
                </a:lnTo>
                <a:lnTo>
                  <a:pt x="357175" y="18504"/>
                </a:lnTo>
                <a:lnTo>
                  <a:pt x="371221" y="28305"/>
                </a:lnTo>
                <a:lnTo>
                  <a:pt x="399764" y="73852"/>
                </a:lnTo>
                <a:lnTo>
                  <a:pt x="408105" y="115339"/>
                </a:lnTo>
                <a:lnTo>
                  <a:pt x="409194" y="139700"/>
                </a:lnTo>
                <a:lnTo>
                  <a:pt x="408146" y="164580"/>
                </a:lnTo>
                <a:lnTo>
                  <a:pt x="399764" y="207529"/>
                </a:lnTo>
                <a:lnTo>
                  <a:pt x="371268" y="253777"/>
                </a:lnTo>
                <a:lnTo>
                  <a:pt x="341249" y="270763"/>
                </a:lnTo>
                <a:lnTo>
                  <a:pt x="344805" y="282320"/>
                </a:lnTo>
                <a:lnTo>
                  <a:pt x="383365" y="264239"/>
                </a:lnTo>
                <a:lnTo>
                  <a:pt x="411734" y="232918"/>
                </a:lnTo>
                <a:lnTo>
                  <a:pt x="429053" y="191071"/>
                </a:lnTo>
                <a:lnTo>
                  <a:pt x="434848" y="141224"/>
                </a:lnTo>
                <a:lnTo>
                  <a:pt x="433411" y="115623"/>
                </a:lnTo>
                <a:lnTo>
                  <a:pt x="433395" y="115339"/>
                </a:lnTo>
                <a:lnTo>
                  <a:pt x="421774" y="69429"/>
                </a:lnTo>
                <a:lnTo>
                  <a:pt x="398722" y="32093"/>
                </a:lnTo>
                <a:lnTo>
                  <a:pt x="365333" y="7379"/>
                </a:lnTo>
                <a:lnTo>
                  <a:pt x="344805" y="0"/>
                </a:lnTo>
                <a:close/>
              </a:path>
              <a:path w="43497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49" y="263663"/>
                </a:lnTo>
                <a:lnTo>
                  <a:pt x="63690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05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20359" y="2077719"/>
            <a:ext cx="1052195" cy="556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505"/>
              </a:lnSpc>
              <a:spcBef>
                <a:spcPts val="105"/>
              </a:spcBef>
            </a:pP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min</a:t>
            </a:r>
            <a:r>
              <a:rPr sz="2400" spc="-13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spc="175" dirty="0">
                <a:solidFill>
                  <a:srgbClr val="0096FF"/>
                </a:solidFill>
                <a:latin typeface="Cambria Math"/>
                <a:cs typeface="Cambria Math"/>
              </a:rPr>
              <a:t>J</a:t>
            </a:r>
            <a:r>
              <a:rPr sz="2400" spc="44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endParaRPr sz="2400">
              <a:latin typeface="Cambria Math"/>
              <a:cs typeface="Cambria Math"/>
            </a:endParaRPr>
          </a:p>
          <a:p>
            <a:pPr marL="165100">
              <a:lnSpc>
                <a:spcPts val="1664"/>
              </a:lnSpc>
            </a:pPr>
            <a:r>
              <a:rPr sz="1700" spc="4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962650" y="2676525"/>
            <a:ext cx="414020" cy="0"/>
          </a:xfrm>
          <a:custGeom>
            <a:avLst/>
            <a:gdLst/>
            <a:ahLst/>
            <a:cxnLst/>
            <a:rect l="l" t="t" r="r" b="b"/>
            <a:pathLst>
              <a:path w="414020">
                <a:moveTo>
                  <a:pt x="0" y="0"/>
                </a:moveTo>
                <a:lnTo>
                  <a:pt x="413638" y="0"/>
                </a:lnTo>
              </a:path>
            </a:pathLst>
          </a:custGeom>
          <a:ln w="38100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35242" y="1070863"/>
            <a:ext cx="434975" cy="282575"/>
          </a:xfrm>
          <a:custGeom>
            <a:avLst/>
            <a:gdLst/>
            <a:ahLst/>
            <a:cxnLst/>
            <a:rect l="l" t="t" r="r" b="b"/>
            <a:pathLst>
              <a:path w="434975" h="282575">
                <a:moveTo>
                  <a:pt x="344805" y="0"/>
                </a:moveTo>
                <a:lnTo>
                  <a:pt x="340741" y="11430"/>
                </a:lnTo>
                <a:lnTo>
                  <a:pt x="357104" y="18522"/>
                </a:lnTo>
                <a:lnTo>
                  <a:pt x="371157" y="28352"/>
                </a:lnTo>
                <a:lnTo>
                  <a:pt x="399690" y="73852"/>
                </a:lnTo>
                <a:lnTo>
                  <a:pt x="407981" y="115341"/>
                </a:lnTo>
                <a:lnTo>
                  <a:pt x="409066" y="139700"/>
                </a:lnTo>
                <a:lnTo>
                  <a:pt x="408019" y="164635"/>
                </a:lnTo>
                <a:lnTo>
                  <a:pt x="399637" y="207601"/>
                </a:lnTo>
                <a:lnTo>
                  <a:pt x="371205" y="253857"/>
                </a:lnTo>
                <a:lnTo>
                  <a:pt x="341249" y="270890"/>
                </a:lnTo>
                <a:lnTo>
                  <a:pt x="344805" y="282321"/>
                </a:lnTo>
                <a:lnTo>
                  <a:pt x="383301" y="264255"/>
                </a:lnTo>
                <a:lnTo>
                  <a:pt x="411607" y="233045"/>
                </a:lnTo>
                <a:lnTo>
                  <a:pt x="429037" y="191135"/>
                </a:lnTo>
                <a:lnTo>
                  <a:pt x="434848" y="141224"/>
                </a:lnTo>
                <a:lnTo>
                  <a:pt x="433411" y="115623"/>
                </a:lnTo>
                <a:lnTo>
                  <a:pt x="421774" y="69482"/>
                </a:lnTo>
                <a:lnTo>
                  <a:pt x="398651" y="32146"/>
                </a:lnTo>
                <a:lnTo>
                  <a:pt x="365261" y="7381"/>
                </a:lnTo>
                <a:lnTo>
                  <a:pt x="344805" y="0"/>
                </a:lnTo>
                <a:close/>
              </a:path>
              <a:path w="434975" h="282575">
                <a:moveTo>
                  <a:pt x="90043" y="0"/>
                </a:moveTo>
                <a:lnTo>
                  <a:pt x="51593" y="18097"/>
                </a:lnTo>
                <a:lnTo>
                  <a:pt x="23241" y="49530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071" y="250281"/>
                </a:lnTo>
                <a:lnTo>
                  <a:pt x="69496" y="274943"/>
                </a:lnTo>
                <a:lnTo>
                  <a:pt x="90043" y="282321"/>
                </a:lnTo>
                <a:lnTo>
                  <a:pt x="93599" y="270890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083" y="207601"/>
                </a:lnTo>
                <a:lnTo>
                  <a:pt x="26701" y="164635"/>
                </a:lnTo>
                <a:lnTo>
                  <a:pt x="25718" y="141224"/>
                </a:lnTo>
                <a:lnTo>
                  <a:pt x="25654" y="139700"/>
                </a:lnTo>
                <a:lnTo>
                  <a:pt x="29845" y="93678"/>
                </a:lnTo>
                <a:lnTo>
                  <a:pt x="42418" y="56134"/>
                </a:lnTo>
                <a:lnTo>
                  <a:pt x="77743" y="18522"/>
                </a:lnTo>
                <a:lnTo>
                  <a:pt x="93980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978144" y="979805"/>
            <a:ext cx="499109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0350" algn="l"/>
              </a:tabLst>
            </a:pPr>
            <a:r>
              <a:rPr sz="2400" spc="125" dirty="0">
                <a:solidFill>
                  <a:srgbClr val="0096FF"/>
                </a:solidFill>
                <a:latin typeface="Cambria Math"/>
                <a:cs typeface="Cambria Math"/>
              </a:rPr>
              <a:t>J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51346" y="1658366"/>
            <a:ext cx="212598" cy="144653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6279642" y="1672843"/>
            <a:ext cx="183515" cy="81915"/>
          </a:xfrm>
          <a:custGeom>
            <a:avLst/>
            <a:gdLst/>
            <a:ahLst/>
            <a:cxnLst/>
            <a:rect l="l" t="t" r="r" b="b"/>
            <a:pathLst>
              <a:path w="183514" h="81914">
                <a:moveTo>
                  <a:pt x="183388" y="61722"/>
                </a:moveTo>
                <a:lnTo>
                  <a:pt x="0" y="61722"/>
                </a:lnTo>
                <a:lnTo>
                  <a:pt x="0" y="81534"/>
                </a:lnTo>
                <a:lnTo>
                  <a:pt x="183388" y="81534"/>
                </a:lnTo>
                <a:lnTo>
                  <a:pt x="183388" y="61722"/>
                </a:lnTo>
                <a:close/>
              </a:path>
              <a:path w="183514" h="81914">
                <a:moveTo>
                  <a:pt x="183388" y="0"/>
                </a:moveTo>
                <a:lnTo>
                  <a:pt x="0" y="0"/>
                </a:lnTo>
                <a:lnTo>
                  <a:pt x="0" y="19812"/>
                </a:lnTo>
                <a:lnTo>
                  <a:pt x="183388" y="19812"/>
                </a:lnTo>
                <a:lnTo>
                  <a:pt x="18338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79996" y="1658366"/>
            <a:ext cx="212598" cy="144653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6898767" y="1703595"/>
            <a:ext cx="183515" cy="20320"/>
          </a:xfrm>
          <a:custGeom>
            <a:avLst/>
            <a:gdLst/>
            <a:ahLst/>
            <a:cxnLst/>
            <a:rect l="l" t="t" r="r" b="b"/>
            <a:pathLst>
              <a:path w="183515" h="20319">
                <a:moveTo>
                  <a:pt x="183349" y="0"/>
                </a:moveTo>
                <a:lnTo>
                  <a:pt x="0" y="0"/>
                </a:lnTo>
                <a:lnTo>
                  <a:pt x="0" y="19794"/>
                </a:lnTo>
                <a:lnTo>
                  <a:pt x="183349" y="19794"/>
                </a:lnTo>
                <a:lnTo>
                  <a:pt x="183349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87438" y="1656079"/>
            <a:ext cx="161925" cy="146939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7409942" y="1576069"/>
            <a:ext cx="1042669" cy="427355"/>
            <a:chOff x="7409942" y="1576069"/>
            <a:chExt cx="1042669" cy="427355"/>
          </a:xfrm>
        </p:grpSpPr>
        <p:sp>
          <p:nvSpPr>
            <p:cNvPr id="29" name="object 29"/>
            <p:cNvSpPr/>
            <p:nvPr/>
          </p:nvSpPr>
          <p:spPr>
            <a:xfrm>
              <a:off x="7409942" y="1705482"/>
              <a:ext cx="400050" cy="19050"/>
            </a:xfrm>
            <a:custGeom>
              <a:avLst/>
              <a:gdLst/>
              <a:ahLst/>
              <a:cxnLst/>
              <a:rect l="l" t="t" r="r" b="b"/>
              <a:pathLst>
                <a:path w="400050" h="19050">
                  <a:moveTo>
                    <a:pt x="400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400050" y="190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26498" y="1786889"/>
              <a:ext cx="135825" cy="21615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89647" y="1858390"/>
              <a:ext cx="212598" cy="14465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839837" y="1576069"/>
              <a:ext cx="612775" cy="282575"/>
            </a:xfrm>
            <a:custGeom>
              <a:avLst/>
              <a:gdLst/>
              <a:ahLst/>
              <a:cxnLst/>
              <a:rect l="l" t="t" r="r" b="b"/>
              <a:pathLst>
                <a:path w="612775" h="282575">
                  <a:moveTo>
                    <a:pt x="135255" y="21463"/>
                  </a:moveTo>
                  <a:lnTo>
                    <a:pt x="75692" y="21463"/>
                  </a:lnTo>
                  <a:lnTo>
                    <a:pt x="74041" y="28702"/>
                  </a:lnTo>
                  <a:lnTo>
                    <a:pt x="79121" y="29083"/>
                  </a:lnTo>
                  <a:lnTo>
                    <a:pt x="82804" y="30099"/>
                  </a:lnTo>
                  <a:lnTo>
                    <a:pt x="87503" y="33782"/>
                  </a:lnTo>
                  <a:lnTo>
                    <a:pt x="88646" y="37084"/>
                  </a:lnTo>
                  <a:lnTo>
                    <a:pt x="88646" y="47879"/>
                  </a:lnTo>
                  <a:lnTo>
                    <a:pt x="50546" y="222504"/>
                  </a:lnTo>
                  <a:lnTo>
                    <a:pt x="32004" y="264033"/>
                  </a:lnTo>
                  <a:lnTo>
                    <a:pt x="24511" y="267601"/>
                  </a:lnTo>
                  <a:lnTo>
                    <a:pt x="9652" y="267601"/>
                  </a:lnTo>
                  <a:lnTo>
                    <a:pt x="5842" y="267208"/>
                  </a:lnTo>
                  <a:lnTo>
                    <a:pt x="3810" y="266446"/>
                  </a:lnTo>
                  <a:lnTo>
                    <a:pt x="0" y="280670"/>
                  </a:lnTo>
                  <a:lnTo>
                    <a:pt x="3556" y="281686"/>
                  </a:lnTo>
                  <a:lnTo>
                    <a:pt x="8382" y="282194"/>
                  </a:lnTo>
                  <a:lnTo>
                    <a:pt x="14097" y="282194"/>
                  </a:lnTo>
                  <a:lnTo>
                    <a:pt x="50952" y="271830"/>
                  </a:lnTo>
                  <a:lnTo>
                    <a:pt x="72644" y="239052"/>
                  </a:lnTo>
                  <a:lnTo>
                    <a:pt x="113919" y="56261"/>
                  </a:lnTo>
                  <a:lnTo>
                    <a:pt x="116967" y="45212"/>
                  </a:lnTo>
                  <a:lnTo>
                    <a:pt x="133604" y="28702"/>
                  </a:lnTo>
                  <a:lnTo>
                    <a:pt x="135255" y="21463"/>
                  </a:lnTo>
                  <a:close/>
                </a:path>
                <a:path w="612775" h="282575">
                  <a:moveTo>
                    <a:pt x="272034" y="11430"/>
                  </a:moveTo>
                  <a:lnTo>
                    <a:pt x="267970" y="0"/>
                  </a:lnTo>
                  <a:lnTo>
                    <a:pt x="247510" y="7391"/>
                  </a:lnTo>
                  <a:lnTo>
                    <a:pt x="229577" y="18110"/>
                  </a:lnTo>
                  <a:lnTo>
                    <a:pt x="201295" y="49530"/>
                  </a:lnTo>
                  <a:lnTo>
                    <a:pt x="183743" y="91427"/>
                  </a:lnTo>
                  <a:lnTo>
                    <a:pt x="178003" y="139827"/>
                  </a:lnTo>
                  <a:lnTo>
                    <a:pt x="177927" y="141224"/>
                  </a:lnTo>
                  <a:lnTo>
                    <a:pt x="179374" y="167182"/>
                  </a:lnTo>
                  <a:lnTo>
                    <a:pt x="190995" y="213093"/>
                  </a:lnTo>
                  <a:lnTo>
                    <a:pt x="214045" y="250342"/>
                  </a:lnTo>
                  <a:lnTo>
                    <a:pt x="247434" y="274967"/>
                  </a:lnTo>
                  <a:lnTo>
                    <a:pt x="267970" y="282321"/>
                  </a:lnTo>
                  <a:lnTo>
                    <a:pt x="271526" y="270891"/>
                  </a:lnTo>
                  <a:lnTo>
                    <a:pt x="255473" y="263779"/>
                  </a:lnTo>
                  <a:lnTo>
                    <a:pt x="241617" y="253860"/>
                  </a:lnTo>
                  <a:lnTo>
                    <a:pt x="213131" y="207606"/>
                  </a:lnTo>
                  <a:lnTo>
                    <a:pt x="204749" y="164693"/>
                  </a:lnTo>
                  <a:lnTo>
                    <a:pt x="203708" y="139827"/>
                  </a:lnTo>
                  <a:lnTo>
                    <a:pt x="204749" y="115735"/>
                  </a:lnTo>
                  <a:lnTo>
                    <a:pt x="213131" y="73926"/>
                  </a:lnTo>
                  <a:lnTo>
                    <a:pt x="241719" y="28422"/>
                  </a:lnTo>
                  <a:lnTo>
                    <a:pt x="255739" y="18580"/>
                  </a:lnTo>
                  <a:lnTo>
                    <a:pt x="272034" y="11430"/>
                  </a:lnTo>
                  <a:close/>
                </a:path>
                <a:path w="612775" h="282575">
                  <a:moveTo>
                    <a:pt x="612775" y="141224"/>
                  </a:moveTo>
                  <a:lnTo>
                    <a:pt x="606958" y="91427"/>
                  </a:lnTo>
                  <a:lnTo>
                    <a:pt x="589534" y="49530"/>
                  </a:lnTo>
                  <a:lnTo>
                    <a:pt x="561174" y="18097"/>
                  </a:lnTo>
                  <a:lnTo>
                    <a:pt x="522732" y="0"/>
                  </a:lnTo>
                  <a:lnTo>
                    <a:pt x="518795" y="11430"/>
                  </a:lnTo>
                  <a:lnTo>
                    <a:pt x="535101" y="18580"/>
                  </a:lnTo>
                  <a:lnTo>
                    <a:pt x="549148" y="28422"/>
                  </a:lnTo>
                  <a:lnTo>
                    <a:pt x="577684" y="73926"/>
                  </a:lnTo>
                  <a:lnTo>
                    <a:pt x="586016" y="115354"/>
                  </a:lnTo>
                  <a:lnTo>
                    <a:pt x="587121" y="139827"/>
                  </a:lnTo>
                  <a:lnTo>
                    <a:pt x="586066" y="164693"/>
                  </a:lnTo>
                  <a:lnTo>
                    <a:pt x="577684" y="207606"/>
                  </a:lnTo>
                  <a:lnTo>
                    <a:pt x="549186" y="253860"/>
                  </a:lnTo>
                  <a:lnTo>
                    <a:pt x="519176" y="270891"/>
                  </a:lnTo>
                  <a:lnTo>
                    <a:pt x="522732" y="282321"/>
                  </a:lnTo>
                  <a:lnTo>
                    <a:pt x="561289" y="264312"/>
                  </a:lnTo>
                  <a:lnTo>
                    <a:pt x="589661" y="233045"/>
                  </a:lnTo>
                  <a:lnTo>
                    <a:pt x="606971" y="191135"/>
                  </a:lnTo>
                  <a:lnTo>
                    <a:pt x="611314" y="167182"/>
                  </a:lnTo>
                  <a:lnTo>
                    <a:pt x="612775" y="141224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23047" y="1658365"/>
              <a:ext cx="212598" cy="144653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31272" y="1358264"/>
            <a:ext cx="135825" cy="216154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7975" y="180975"/>
            <a:ext cx="2666365" cy="2083435"/>
            <a:chOff x="257975" y="180975"/>
            <a:chExt cx="2666365" cy="2083435"/>
          </a:xfrm>
        </p:grpSpPr>
        <p:sp>
          <p:nvSpPr>
            <p:cNvPr id="3" name="object 3"/>
            <p:cNvSpPr/>
            <p:nvPr/>
          </p:nvSpPr>
          <p:spPr>
            <a:xfrm>
              <a:off x="514350" y="180974"/>
              <a:ext cx="2409825" cy="1907539"/>
            </a:xfrm>
            <a:custGeom>
              <a:avLst/>
              <a:gdLst/>
              <a:ahLst/>
              <a:cxnLst/>
              <a:rect l="l" t="t" r="r" b="b"/>
              <a:pathLst>
                <a:path w="2409825" h="1907539">
                  <a:moveTo>
                    <a:pt x="2409571" y="1704975"/>
                  </a:moveTo>
                  <a:lnTo>
                    <a:pt x="2386698" y="1685925"/>
                  </a:lnTo>
                  <a:lnTo>
                    <a:pt x="2277745" y="1595120"/>
                  </a:lnTo>
                  <a:lnTo>
                    <a:pt x="2271064" y="1591525"/>
                  </a:lnTo>
                  <a:lnTo>
                    <a:pt x="2246579" y="1611464"/>
                  </a:lnTo>
                  <a:lnTo>
                    <a:pt x="2248598" y="1618449"/>
                  </a:lnTo>
                  <a:lnTo>
                    <a:pt x="2253361" y="1624330"/>
                  </a:lnTo>
                  <a:lnTo>
                    <a:pt x="2327275" y="1685925"/>
                  </a:lnTo>
                  <a:lnTo>
                    <a:pt x="209550" y="1685925"/>
                  </a:lnTo>
                  <a:lnTo>
                    <a:pt x="209550" y="82334"/>
                  </a:lnTo>
                  <a:lnTo>
                    <a:pt x="271119" y="156210"/>
                  </a:lnTo>
                  <a:lnTo>
                    <a:pt x="277012" y="160972"/>
                  </a:lnTo>
                  <a:lnTo>
                    <a:pt x="284022" y="162991"/>
                  </a:lnTo>
                  <a:lnTo>
                    <a:pt x="291287" y="162229"/>
                  </a:lnTo>
                  <a:lnTo>
                    <a:pt x="297942" y="158623"/>
                  </a:lnTo>
                  <a:lnTo>
                    <a:pt x="302679" y="152742"/>
                  </a:lnTo>
                  <a:lnTo>
                    <a:pt x="304723" y="145757"/>
                  </a:lnTo>
                  <a:lnTo>
                    <a:pt x="303974" y="138506"/>
                  </a:lnTo>
                  <a:lnTo>
                    <a:pt x="300380" y="131826"/>
                  </a:lnTo>
                  <a:lnTo>
                    <a:pt x="215265" y="29718"/>
                  </a:lnTo>
                  <a:lnTo>
                    <a:pt x="190500" y="0"/>
                  </a:lnTo>
                  <a:lnTo>
                    <a:pt x="80619" y="131826"/>
                  </a:lnTo>
                  <a:lnTo>
                    <a:pt x="77012" y="138506"/>
                  </a:lnTo>
                  <a:lnTo>
                    <a:pt x="76276" y="145757"/>
                  </a:lnTo>
                  <a:lnTo>
                    <a:pt x="78308" y="152742"/>
                  </a:lnTo>
                  <a:lnTo>
                    <a:pt x="83058" y="158623"/>
                  </a:lnTo>
                  <a:lnTo>
                    <a:pt x="89700" y="162229"/>
                  </a:lnTo>
                  <a:lnTo>
                    <a:pt x="96964" y="162991"/>
                  </a:lnTo>
                  <a:lnTo>
                    <a:pt x="103974" y="160972"/>
                  </a:lnTo>
                  <a:lnTo>
                    <a:pt x="109880" y="156210"/>
                  </a:lnTo>
                  <a:lnTo>
                    <a:pt x="171450" y="82334"/>
                  </a:lnTo>
                  <a:lnTo>
                    <a:pt x="171450" y="1685925"/>
                  </a:lnTo>
                  <a:lnTo>
                    <a:pt x="0" y="1685925"/>
                  </a:lnTo>
                  <a:lnTo>
                    <a:pt x="0" y="1724025"/>
                  </a:lnTo>
                  <a:lnTo>
                    <a:pt x="171450" y="1724025"/>
                  </a:lnTo>
                  <a:lnTo>
                    <a:pt x="171450" y="1907159"/>
                  </a:lnTo>
                  <a:lnTo>
                    <a:pt x="209550" y="1907159"/>
                  </a:lnTo>
                  <a:lnTo>
                    <a:pt x="209550" y="1724025"/>
                  </a:lnTo>
                  <a:lnTo>
                    <a:pt x="2327275" y="1724025"/>
                  </a:lnTo>
                  <a:lnTo>
                    <a:pt x="2253361" y="1785620"/>
                  </a:lnTo>
                  <a:lnTo>
                    <a:pt x="2248598" y="1791512"/>
                  </a:lnTo>
                  <a:lnTo>
                    <a:pt x="2246579" y="1798497"/>
                  </a:lnTo>
                  <a:lnTo>
                    <a:pt x="2247341" y="1805749"/>
                  </a:lnTo>
                  <a:lnTo>
                    <a:pt x="2250948" y="1812417"/>
                  </a:lnTo>
                  <a:lnTo>
                    <a:pt x="2256828" y="1817179"/>
                  </a:lnTo>
                  <a:lnTo>
                    <a:pt x="2263813" y="1819198"/>
                  </a:lnTo>
                  <a:lnTo>
                    <a:pt x="2271064" y="1818436"/>
                  </a:lnTo>
                  <a:lnTo>
                    <a:pt x="2277745" y="1814830"/>
                  </a:lnTo>
                  <a:lnTo>
                    <a:pt x="2386698" y="1724025"/>
                  </a:lnTo>
                  <a:lnTo>
                    <a:pt x="2409571" y="1704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66775" y="514350"/>
              <a:ext cx="1933575" cy="1509395"/>
            </a:xfrm>
            <a:custGeom>
              <a:avLst/>
              <a:gdLst/>
              <a:ahLst/>
              <a:cxnLst/>
              <a:rect l="l" t="t" r="r" b="b"/>
              <a:pathLst>
                <a:path w="1933575" h="1509395">
                  <a:moveTo>
                    <a:pt x="0" y="0"/>
                  </a:moveTo>
                  <a:lnTo>
                    <a:pt x="2816" y="55889"/>
                  </a:lnTo>
                  <a:lnTo>
                    <a:pt x="5910" y="111549"/>
                  </a:lnTo>
                  <a:lnTo>
                    <a:pt x="9559" y="166756"/>
                  </a:lnTo>
                  <a:lnTo>
                    <a:pt x="14039" y="221288"/>
                  </a:lnTo>
                  <a:lnTo>
                    <a:pt x="19627" y="274923"/>
                  </a:lnTo>
                  <a:lnTo>
                    <a:pt x="26601" y="327437"/>
                  </a:lnTo>
                  <a:lnTo>
                    <a:pt x="35237" y="378609"/>
                  </a:lnTo>
                  <a:lnTo>
                    <a:pt x="45813" y="428215"/>
                  </a:lnTo>
                  <a:lnTo>
                    <a:pt x="58604" y="476034"/>
                  </a:lnTo>
                  <a:lnTo>
                    <a:pt x="73888" y="521842"/>
                  </a:lnTo>
                  <a:lnTo>
                    <a:pt x="93435" y="569976"/>
                  </a:lnTo>
                  <a:lnTo>
                    <a:pt x="115162" y="615237"/>
                  </a:lnTo>
                  <a:lnTo>
                    <a:pt x="139119" y="658137"/>
                  </a:lnTo>
                  <a:lnTo>
                    <a:pt x="165356" y="699190"/>
                  </a:lnTo>
                  <a:lnTo>
                    <a:pt x="193925" y="738910"/>
                  </a:lnTo>
                  <a:lnTo>
                    <a:pt x="224875" y="777809"/>
                  </a:lnTo>
                  <a:lnTo>
                    <a:pt x="258258" y="816400"/>
                  </a:lnTo>
                  <a:lnTo>
                    <a:pt x="294124" y="855198"/>
                  </a:lnTo>
                  <a:lnTo>
                    <a:pt x="332524" y="894714"/>
                  </a:lnTo>
                  <a:lnTo>
                    <a:pt x="363331" y="925902"/>
                  </a:lnTo>
                  <a:lnTo>
                    <a:pt x="396080" y="958996"/>
                  </a:lnTo>
                  <a:lnTo>
                    <a:pt x="430579" y="993304"/>
                  </a:lnTo>
                  <a:lnTo>
                    <a:pt x="466637" y="1028135"/>
                  </a:lnTo>
                  <a:lnTo>
                    <a:pt x="504061" y="1062797"/>
                  </a:lnTo>
                  <a:lnTo>
                    <a:pt x="542659" y="1096597"/>
                  </a:lnTo>
                  <a:lnTo>
                    <a:pt x="582240" y="1128844"/>
                  </a:lnTo>
                  <a:lnTo>
                    <a:pt x="622611" y="1158846"/>
                  </a:lnTo>
                  <a:lnTo>
                    <a:pt x="663581" y="1185912"/>
                  </a:lnTo>
                  <a:lnTo>
                    <a:pt x="704957" y="1209348"/>
                  </a:lnTo>
                  <a:lnTo>
                    <a:pt x="746548" y="1228464"/>
                  </a:lnTo>
                  <a:lnTo>
                    <a:pt x="788162" y="1242567"/>
                  </a:lnTo>
                  <a:lnTo>
                    <a:pt x="835276" y="1252230"/>
                  </a:lnTo>
                  <a:lnTo>
                    <a:pt x="885318" y="1256758"/>
                  </a:lnTo>
                  <a:lnTo>
                    <a:pt x="937455" y="1256767"/>
                  </a:lnTo>
                  <a:lnTo>
                    <a:pt x="990854" y="1252873"/>
                  </a:lnTo>
                  <a:lnTo>
                    <a:pt x="1044683" y="1245691"/>
                  </a:lnTo>
                  <a:lnTo>
                    <a:pt x="1098109" y="1235837"/>
                  </a:lnTo>
                  <a:lnTo>
                    <a:pt x="1150301" y="1223925"/>
                  </a:lnTo>
                  <a:lnTo>
                    <a:pt x="1200425" y="1210572"/>
                  </a:lnTo>
                  <a:lnTo>
                    <a:pt x="1247650" y="1196393"/>
                  </a:lnTo>
                  <a:lnTo>
                    <a:pt x="1291143" y="1182003"/>
                  </a:lnTo>
                  <a:lnTo>
                    <a:pt x="1330070" y="1168019"/>
                  </a:lnTo>
                  <a:lnTo>
                    <a:pt x="1382010" y="1145426"/>
                  </a:lnTo>
                  <a:lnTo>
                    <a:pt x="1425001" y="1120070"/>
                  </a:lnTo>
                  <a:lnTo>
                    <a:pt x="1461416" y="1091737"/>
                  </a:lnTo>
                  <a:lnTo>
                    <a:pt x="1493627" y="1060214"/>
                  </a:lnTo>
                  <a:lnTo>
                    <a:pt x="1524008" y="1025288"/>
                  </a:lnTo>
                  <a:lnTo>
                    <a:pt x="1554932" y="986745"/>
                  </a:lnTo>
                  <a:lnTo>
                    <a:pt x="1588770" y="944372"/>
                  </a:lnTo>
                  <a:lnTo>
                    <a:pt x="1617467" y="908588"/>
                  </a:lnTo>
                  <a:lnTo>
                    <a:pt x="1647139" y="870344"/>
                  </a:lnTo>
                  <a:lnTo>
                    <a:pt x="1677223" y="829794"/>
                  </a:lnTo>
                  <a:lnTo>
                    <a:pt x="1707159" y="787093"/>
                  </a:lnTo>
                  <a:lnTo>
                    <a:pt x="1736388" y="742395"/>
                  </a:lnTo>
                  <a:lnTo>
                    <a:pt x="1764349" y="695856"/>
                  </a:lnTo>
                  <a:lnTo>
                    <a:pt x="1790482" y="647630"/>
                  </a:lnTo>
                  <a:lnTo>
                    <a:pt x="1814227" y="597871"/>
                  </a:lnTo>
                  <a:lnTo>
                    <a:pt x="1835023" y="546735"/>
                  </a:lnTo>
                  <a:lnTo>
                    <a:pt x="1849821" y="503553"/>
                  </a:lnTo>
                  <a:lnTo>
                    <a:pt x="1862949" y="458831"/>
                  </a:lnTo>
                  <a:lnTo>
                    <a:pt x="1874573" y="412724"/>
                  </a:lnTo>
                  <a:lnTo>
                    <a:pt x="1884862" y="365384"/>
                  </a:lnTo>
                  <a:lnTo>
                    <a:pt x="1893983" y="316966"/>
                  </a:lnTo>
                  <a:lnTo>
                    <a:pt x="1902103" y="267624"/>
                  </a:lnTo>
                  <a:lnTo>
                    <a:pt x="1909391" y="217513"/>
                  </a:lnTo>
                  <a:lnTo>
                    <a:pt x="1916015" y="166785"/>
                  </a:lnTo>
                  <a:lnTo>
                    <a:pt x="1922141" y="115595"/>
                  </a:lnTo>
                  <a:lnTo>
                    <a:pt x="1927939" y="64097"/>
                  </a:lnTo>
                  <a:lnTo>
                    <a:pt x="1933575" y="12446"/>
                  </a:lnTo>
                </a:path>
                <a:path w="1933575" h="1509395">
                  <a:moveTo>
                    <a:pt x="1752600" y="1257300"/>
                  </a:moveTo>
                  <a:lnTo>
                    <a:pt x="1752600" y="1509268"/>
                  </a:lnTo>
                </a:path>
              </a:pathLst>
            </a:custGeom>
            <a:ln w="3810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62199" y="676275"/>
              <a:ext cx="534035" cy="1027430"/>
            </a:xfrm>
            <a:custGeom>
              <a:avLst/>
              <a:gdLst/>
              <a:ahLst/>
              <a:cxnLst/>
              <a:rect l="l" t="t" r="r" b="b"/>
              <a:pathLst>
                <a:path w="534035" h="1027430">
                  <a:moveTo>
                    <a:pt x="533654" y="0"/>
                  </a:moveTo>
                  <a:lnTo>
                    <a:pt x="0" y="1027049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47924" y="771525"/>
              <a:ext cx="432434" cy="762000"/>
            </a:xfrm>
            <a:custGeom>
              <a:avLst/>
              <a:gdLst/>
              <a:ahLst/>
              <a:cxnLst/>
              <a:rect l="l" t="t" r="r" b="b"/>
              <a:pathLst>
                <a:path w="432435" h="762000">
                  <a:moveTo>
                    <a:pt x="409575" y="0"/>
                  </a:moveTo>
                  <a:lnTo>
                    <a:pt x="409575" y="726948"/>
                  </a:lnTo>
                </a:path>
                <a:path w="432435" h="762000">
                  <a:moveTo>
                    <a:pt x="0" y="762000"/>
                  </a:moveTo>
                  <a:lnTo>
                    <a:pt x="432054" y="762000"/>
                  </a:lnTo>
                </a:path>
              </a:pathLst>
            </a:custGeom>
            <a:ln w="38100">
              <a:solidFill>
                <a:srgbClr val="C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1301" y="1216786"/>
              <a:ext cx="344170" cy="387350"/>
            </a:xfrm>
            <a:custGeom>
              <a:avLst/>
              <a:gdLst/>
              <a:ahLst/>
              <a:cxnLst/>
              <a:rect l="l" t="t" r="r" b="b"/>
              <a:pathLst>
                <a:path w="344169" h="387350">
                  <a:moveTo>
                    <a:pt x="4825" y="188975"/>
                  </a:moveTo>
                  <a:lnTo>
                    <a:pt x="0" y="387350"/>
                  </a:lnTo>
                  <a:lnTo>
                    <a:pt x="195834" y="356362"/>
                  </a:lnTo>
                  <a:lnTo>
                    <a:pt x="141343" y="308610"/>
                  </a:lnTo>
                  <a:lnTo>
                    <a:pt x="102743" y="308610"/>
                  </a:lnTo>
                  <a:lnTo>
                    <a:pt x="64516" y="275082"/>
                  </a:lnTo>
                  <a:lnTo>
                    <a:pt x="81268" y="255964"/>
                  </a:lnTo>
                  <a:lnTo>
                    <a:pt x="4825" y="188975"/>
                  </a:lnTo>
                  <a:close/>
                </a:path>
                <a:path w="344169" h="387350">
                  <a:moveTo>
                    <a:pt x="81268" y="255964"/>
                  </a:moveTo>
                  <a:lnTo>
                    <a:pt x="64516" y="275082"/>
                  </a:lnTo>
                  <a:lnTo>
                    <a:pt x="102743" y="308610"/>
                  </a:lnTo>
                  <a:lnTo>
                    <a:pt x="119504" y="289472"/>
                  </a:lnTo>
                  <a:lnTo>
                    <a:pt x="81268" y="255964"/>
                  </a:lnTo>
                  <a:close/>
                </a:path>
                <a:path w="344169" h="387350">
                  <a:moveTo>
                    <a:pt x="119504" y="289472"/>
                  </a:moveTo>
                  <a:lnTo>
                    <a:pt x="102743" y="308610"/>
                  </a:lnTo>
                  <a:lnTo>
                    <a:pt x="141343" y="308610"/>
                  </a:lnTo>
                  <a:lnTo>
                    <a:pt x="119504" y="289472"/>
                  </a:lnTo>
                  <a:close/>
                </a:path>
                <a:path w="344169" h="387350">
                  <a:moveTo>
                    <a:pt x="305562" y="0"/>
                  </a:moveTo>
                  <a:lnTo>
                    <a:pt x="81268" y="255964"/>
                  </a:lnTo>
                  <a:lnTo>
                    <a:pt x="119504" y="289472"/>
                  </a:lnTo>
                  <a:lnTo>
                    <a:pt x="343788" y="33400"/>
                  </a:lnTo>
                  <a:lnTo>
                    <a:pt x="305562" y="0"/>
                  </a:lnTo>
                  <a:close/>
                </a:path>
              </a:pathLst>
            </a:custGeom>
            <a:solidFill>
              <a:srgbClr val="093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2092" y="1058163"/>
              <a:ext cx="213487" cy="29082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8944" y="1563624"/>
              <a:ext cx="121853" cy="13842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5901" y="2097913"/>
              <a:ext cx="417449" cy="16636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0309" y="1295019"/>
              <a:ext cx="191069" cy="40258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7975" y="940054"/>
              <a:ext cx="366395" cy="238760"/>
            </a:xfrm>
            <a:custGeom>
              <a:avLst/>
              <a:gdLst/>
              <a:ahLst/>
              <a:cxnLst/>
              <a:rect l="l" t="t" r="r" b="b"/>
              <a:pathLst>
                <a:path w="366395" h="238759">
                  <a:moveTo>
                    <a:pt x="290360" y="0"/>
                  </a:moveTo>
                  <a:lnTo>
                    <a:pt x="286969" y="9651"/>
                  </a:lnTo>
                  <a:lnTo>
                    <a:pt x="300758" y="15652"/>
                  </a:lnTo>
                  <a:lnTo>
                    <a:pt x="312618" y="23939"/>
                  </a:lnTo>
                  <a:lnTo>
                    <a:pt x="336693" y="62351"/>
                  </a:lnTo>
                  <a:lnTo>
                    <a:pt x="343687" y="97397"/>
                  </a:lnTo>
                  <a:lnTo>
                    <a:pt x="343723" y="97645"/>
                  </a:lnTo>
                  <a:lnTo>
                    <a:pt x="343720" y="138955"/>
                  </a:lnTo>
                  <a:lnTo>
                    <a:pt x="330479" y="190373"/>
                  </a:lnTo>
                  <a:lnTo>
                    <a:pt x="300918" y="222573"/>
                  </a:lnTo>
                  <a:lnTo>
                    <a:pt x="287350" y="228600"/>
                  </a:lnTo>
                  <a:lnTo>
                    <a:pt x="290360" y="238251"/>
                  </a:lnTo>
                  <a:lnTo>
                    <a:pt x="335867" y="211195"/>
                  </a:lnTo>
                  <a:lnTo>
                    <a:pt x="361434" y="161258"/>
                  </a:lnTo>
                  <a:lnTo>
                    <a:pt x="366331" y="119253"/>
                  </a:lnTo>
                  <a:lnTo>
                    <a:pt x="365116" y="97645"/>
                  </a:lnTo>
                  <a:lnTo>
                    <a:pt x="355272" y="58638"/>
                  </a:lnTo>
                  <a:lnTo>
                    <a:pt x="322773" y="15319"/>
                  </a:lnTo>
                  <a:lnTo>
                    <a:pt x="307631" y="6260"/>
                  </a:lnTo>
                  <a:lnTo>
                    <a:pt x="290360" y="0"/>
                  </a:lnTo>
                  <a:close/>
                </a:path>
                <a:path w="366395" h="238759">
                  <a:moveTo>
                    <a:pt x="75971" y="0"/>
                  </a:moveTo>
                  <a:lnTo>
                    <a:pt x="30538" y="27164"/>
                  </a:lnTo>
                  <a:lnTo>
                    <a:pt x="4913" y="77184"/>
                  </a:lnTo>
                  <a:lnTo>
                    <a:pt x="71" y="117983"/>
                  </a:lnTo>
                  <a:lnTo>
                    <a:pt x="0" y="119253"/>
                  </a:lnTo>
                  <a:lnTo>
                    <a:pt x="1104" y="138955"/>
                  </a:lnTo>
                  <a:lnTo>
                    <a:pt x="1223" y="141089"/>
                  </a:lnTo>
                  <a:lnTo>
                    <a:pt x="11015" y="179760"/>
                  </a:lnTo>
                  <a:lnTo>
                    <a:pt x="43481" y="222996"/>
                  </a:lnTo>
                  <a:lnTo>
                    <a:pt x="75971" y="238251"/>
                  </a:lnTo>
                  <a:lnTo>
                    <a:pt x="78981" y="228600"/>
                  </a:lnTo>
                  <a:lnTo>
                    <a:pt x="65411" y="222573"/>
                  </a:lnTo>
                  <a:lnTo>
                    <a:pt x="53697" y="214201"/>
                  </a:lnTo>
                  <a:lnTo>
                    <a:pt x="29669" y="175186"/>
                  </a:lnTo>
                  <a:lnTo>
                    <a:pt x="21783" y="119253"/>
                  </a:lnTo>
                  <a:lnTo>
                    <a:pt x="21729" y="117983"/>
                  </a:lnTo>
                  <a:lnTo>
                    <a:pt x="22611" y="97645"/>
                  </a:lnTo>
                  <a:lnTo>
                    <a:pt x="35852" y="47371"/>
                  </a:lnTo>
                  <a:lnTo>
                    <a:pt x="65620" y="15652"/>
                  </a:lnTo>
                  <a:lnTo>
                    <a:pt x="79362" y="9651"/>
                  </a:lnTo>
                  <a:lnTo>
                    <a:pt x="75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2948558" y="180339"/>
            <a:ext cx="60515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20" dirty="0">
                <a:solidFill>
                  <a:srgbClr val="4285F4"/>
                </a:solidFill>
                <a:latin typeface="Segoe Print"/>
                <a:cs typeface="Segoe Print"/>
              </a:rPr>
              <a:t>J(w)</a:t>
            </a:r>
            <a:endParaRPr sz="2000">
              <a:latin typeface="Segoe Print"/>
              <a:cs typeface="Segoe Prin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58419" y="2343150"/>
            <a:ext cx="2665730" cy="2052320"/>
            <a:chOff x="258419" y="2343150"/>
            <a:chExt cx="2665730" cy="2052320"/>
          </a:xfrm>
        </p:grpSpPr>
        <p:sp>
          <p:nvSpPr>
            <p:cNvPr id="15" name="object 15"/>
            <p:cNvSpPr/>
            <p:nvPr/>
          </p:nvSpPr>
          <p:spPr>
            <a:xfrm>
              <a:off x="514350" y="2343149"/>
              <a:ext cx="2409825" cy="1907539"/>
            </a:xfrm>
            <a:custGeom>
              <a:avLst/>
              <a:gdLst/>
              <a:ahLst/>
              <a:cxnLst/>
              <a:rect l="l" t="t" r="r" b="b"/>
              <a:pathLst>
                <a:path w="2409825" h="1907539">
                  <a:moveTo>
                    <a:pt x="2409571" y="1704975"/>
                  </a:moveTo>
                  <a:lnTo>
                    <a:pt x="2386711" y="1685925"/>
                  </a:lnTo>
                  <a:lnTo>
                    <a:pt x="2277745" y="1595094"/>
                  </a:lnTo>
                  <a:lnTo>
                    <a:pt x="2271064" y="1591500"/>
                  </a:lnTo>
                  <a:lnTo>
                    <a:pt x="2246579" y="1611452"/>
                  </a:lnTo>
                  <a:lnTo>
                    <a:pt x="2248598" y="1618462"/>
                  </a:lnTo>
                  <a:lnTo>
                    <a:pt x="2253361" y="1624355"/>
                  </a:lnTo>
                  <a:lnTo>
                    <a:pt x="2327237" y="1685925"/>
                  </a:lnTo>
                  <a:lnTo>
                    <a:pt x="209550" y="1685925"/>
                  </a:lnTo>
                  <a:lnTo>
                    <a:pt x="209550" y="82334"/>
                  </a:lnTo>
                  <a:lnTo>
                    <a:pt x="271119" y="156210"/>
                  </a:lnTo>
                  <a:lnTo>
                    <a:pt x="277012" y="160972"/>
                  </a:lnTo>
                  <a:lnTo>
                    <a:pt x="284022" y="162991"/>
                  </a:lnTo>
                  <a:lnTo>
                    <a:pt x="291287" y="162229"/>
                  </a:lnTo>
                  <a:lnTo>
                    <a:pt x="297942" y="158623"/>
                  </a:lnTo>
                  <a:lnTo>
                    <a:pt x="302679" y="152742"/>
                  </a:lnTo>
                  <a:lnTo>
                    <a:pt x="304723" y="145757"/>
                  </a:lnTo>
                  <a:lnTo>
                    <a:pt x="303974" y="138506"/>
                  </a:lnTo>
                  <a:lnTo>
                    <a:pt x="300380" y="131826"/>
                  </a:lnTo>
                  <a:lnTo>
                    <a:pt x="215265" y="29718"/>
                  </a:lnTo>
                  <a:lnTo>
                    <a:pt x="190500" y="0"/>
                  </a:lnTo>
                  <a:lnTo>
                    <a:pt x="80619" y="131826"/>
                  </a:lnTo>
                  <a:lnTo>
                    <a:pt x="77012" y="138506"/>
                  </a:lnTo>
                  <a:lnTo>
                    <a:pt x="76276" y="145757"/>
                  </a:lnTo>
                  <a:lnTo>
                    <a:pt x="78308" y="152742"/>
                  </a:lnTo>
                  <a:lnTo>
                    <a:pt x="83058" y="158623"/>
                  </a:lnTo>
                  <a:lnTo>
                    <a:pt x="89700" y="162229"/>
                  </a:lnTo>
                  <a:lnTo>
                    <a:pt x="96964" y="162991"/>
                  </a:lnTo>
                  <a:lnTo>
                    <a:pt x="103974" y="160972"/>
                  </a:lnTo>
                  <a:lnTo>
                    <a:pt x="109880" y="156210"/>
                  </a:lnTo>
                  <a:lnTo>
                    <a:pt x="171450" y="82334"/>
                  </a:lnTo>
                  <a:lnTo>
                    <a:pt x="171450" y="1685925"/>
                  </a:lnTo>
                  <a:lnTo>
                    <a:pt x="0" y="1685925"/>
                  </a:lnTo>
                  <a:lnTo>
                    <a:pt x="0" y="1724025"/>
                  </a:lnTo>
                  <a:lnTo>
                    <a:pt x="171450" y="1724025"/>
                  </a:lnTo>
                  <a:lnTo>
                    <a:pt x="171450" y="1907133"/>
                  </a:lnTo>
                  <a:lnTo>
                    <a:pt x="209550" y="1907133"/>
                  </a:lnTo>
                  <a:lnTo>
                    <a:pt x="209550" y="1724025"/>
                  </a:lnTo>
                  <a:lnTo>
                    <a:pt x="2327237" y="1724025"/>
                  </a:lnTo>
                  <a:lnTo>
                    <a:pt x="2253361" y="1785594"/>
                  </a:lnTo>
                  <a:lnTo>
                    <a:pt x="2248598" y="1791500"/>
                  </a:lnTo>
                  <a:lnTo>
                    <a:pt x="2246579" y="1798510"/>
                  </a:lnTo>
                  <a:lnTo>
                    <a:pt x="2247341" y="1805774"/>
                  </a:lnTo>
                  <a:lnTo>
                    <a:pt x="2250948" y="1812417"/>
                  </a:lnTo>
                  <a:lnTo>
                    <a:pt x="2256828" y="1817166"/>
                  </a:lnTo>
                  <a:lnTo>
                    <a:pt x="2263813" y="1819198"/>
                  </a:lnTo>
                  <a:lnTo>
                    <a:pt x="2271064" y="1818462"/>
                  </a:lnTo>
                  <a:lnTo>
                    <a:pt x="2277745" y="1814855"/>
                  </a:lnTo>
                  <a:lnTo>
                    <a:pt x="2386711" y="1724025"/>
                  </a:lnTo>
                  <a:lnTo>
                    <a:pt x="2409571" y="1704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2950" y="2575813"/>
              <a:ext cx="2133600" cy="181926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58419" y="3142741"/>
              <a:ext cx="366395" cy="238760"/>
            </a:xfrm>
            <a:custGeom>
              <a:avLst/>
              <a:gdLst/>
              <a:ahLst/>
              <a:cxnLst/>
              <a:rect l="l" t="t" r="r" b="b"/>
              <a:pathLst>
                <a:path w="366395" h="238760">
                  <a:moveTo>
                    <a:pt x="290360" y="0"/>
                  </a:moveTo>
                  <a:lnTo>
                    <a:pt x="286969" y="9651"/>
                  </a:lnTo>
                  <a:lnTo>
                    <a:pt x="300758" y="15652"/>
                  </a:lnTo>
                  <a:lnTo>
                    <a:pt x="312618" y="23939"/>
                  </a:lnTo>
                  <a:lnTo>
                    <a:pt x="336693" y="62349"/>
                  </a:lnTo>
                  <a:lnTo>
                    <a:pt x="343680" y="97289"/>
                  </a:lnTo>
                  <a:lnTo>
                    <a:pt x="343723" y="97591"/>
                  </a:lnTo>
                  <a:lnTo>
                    <a:pt x="343720" y="138884"/>
                  </a:lnTo>
                  <a:lnTo>
                    <a:pt x="330479" y="190372"/>
                  </a:lnTo>
                  <a:lnTo>
                    <a:pt x="300918" y="222573"/>
                  </a:lnTo>
                  <a:lnTo>
                    <a:pt x="287350" y="228600"/>
                  </a:lnTo>
                  <a:lnTo>
                    <a:pt x="290360" y="238251"/>
                  </a:lnTo>
                  <a:lnTo>
                    <a:pt x="335867" y="211195"/>
                  </a:lnTo>
                  <a:lnTo>
                    <a:pt x="361434" y="161242"/>
                  </a:lnTo>
                  <a:lnTo>
                    <a:pt x="366331" y="119125"/>
                  </a:lnTo>
                  <a:lnTo>
                    <a:pt x="365119" y="97591"/>
                  </a:lnTo>
                  <a:lnTo>
                    <a:pt x="365102" y="97289"/>
                  </a:lnTo>
                  <a:lnTo>
                    <a:pt x="355272" y="58618"/>
                  </a:lnTo>
                  <a:lnTo>
                    <a:pt x="322773" y="15271"/>
                  </a:lnTo>
                  <a:lnTo>
                    <a:pt x="307631" y="6242"/>
                  </a:lnTo>
                  <a:lnTo>
                    <a:pt x="290360" y="0"/>
                  </a:lnTo>
                  <a:close/>
                </a:path>
                <a:path w="366395" h="238760">
                  <a:moveTo>
                    <a:pt x="75971" y="0"/>
                  </a:moveTo>
                  <a:lnTo>
                    <a:pt x="30538" y="27110"/>
                  </a:lnTo>
                  <a:lnTo>
                    <a:pt x="4913" y="77120"/>
                  </a:lnTo>
                  <a:lnTo>
                    <a:pt x="71" y="117856"/>
                  </a:lnTo>
                  <a:lnTo>
                    <a:pt x="0" y="119125"/>
                  </a:lnTo>
                  <a:lnTo>
                    <a:pt x="1103" y="138884"/>
                  </a:lnTo>
                  <a:lnTo>
                    <a:pt x="1223" y="141035"/>
                  </a:lnTo>
                  <a:lnTo>
                    <a:pt x="4895" y="161242"/>
                  </a:lnTo>
                  <a:lnTo>
                    <a:pt x="19583" y="196595"/>
                  </a:lnTo>
                  <a:lnTo>
                    <a:pt x="58652" y="232011"/>
                  </a:lnTo>
                  <a:lnTo>
                    <a:pt x="75971" y="238251"/>
                  </a:lnTo>
                  <a:lnTo>
                    <a:pt x="78981" y="228600"/>
                  </a:lnTo>
                  <a:lnTo>
                    <a:pt x="65411" y="222573"/>
                  </a:lnTo>
                  <a:lnTo>
                    <a:pt x="53697" y="214201"/>
                  </a:lnTo>
                  <a:lnTo>
                    <a:pt x="29667" y="175131"/>
                  </a:lnTo>
                  <a:lnTo>
                    <a:pt x="21770" y="119125"/>
                  </a:lnTo>
                  <a:lnTo>
                    <a:pt x="21717" y="117856"/>
                  </a:lnTo>
                  <a:lnTo>
                    <a:pt x="25250" y="79089"/>
                  </a:lnTo>
                  <a:lnTo>
                    <a:pt x="43865" y="34512"/>
                  </a:lnTo>
                  <a:lnTo>
                    <a:pt x="79362" y="9651"/>
                  </a:lnTo>
                  <a:lnTo>
                    <a:pt x="75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943860" y="2327338"/>
            <a:ext cx="6045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solidFill>
                  <a:srgbClr val="4285F4"/>
                </a:solidFill>
                <a:latin typeface="Segoe Print"/>
                <a:cs typeface="Segoe Print"/>
              </a:rPr>
              <a:t>J(w)</a:t>
            </a:r>
            <a:endParaRPr sz="2000">
              <a:latin typeface="Segoe Print"/>
              <a:cs typeface="Segoe Prin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82465" y="2182812"/>
            <a:ext cx="133794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sz="2000" spc="130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4285F4"/>
                </a:solidFill>
                <a:latin typeface="Cambria Math"/>
                <a:cs typeface="Cambria Math"/>
              </a:rPr>
              <a:t>=</a:t>
            </a:r>
            <a:r>
              <a:rPr sz="2000" spc="45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sz="2000" spc="60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spc="844" dirty="0">
                <a:solidFill>
                  <a:srgbClr val="4285F4"/>
                </a:solidFill>
                <a:latin typeface="Cambria Math"/>
                <a:cs typeface="Cambria Math"/>
              </a:rPr>
              <a:t>-</a:t>
            </a:r>
            <a:r>
              <a:rPr sz="2000" spc="-25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spc="229" dirty="0">
                <a:solidFill>
                  <a:srgbClr val="4285F4"/>
                </a:solidFill>
                <a:latin typeface="Cambria Math"/>
                <a:cs typeface="Cambria Math"/>
              </a:rPr>
              <a:t>a</a:t>
            </a:r>
            <a:r>
              <a:rPr sz="2000" spc="-25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4285F4"/>
                </a:solidFill>
                <a:latin typeface="Cambria Math"/>
                <a:cs typeface="Cambria Math"/>
              </a:rPr>
              <a:t>·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84671" y="2257425"/>
            <a:ext cx="2042795" cy="238125"/>
          </a:xfrm>
          <a:custGeom>
            <a:avLst/>
            <a:gdLst/>
            <a:ahLst/>
            <a:cxnLst/>
            <a:rect l="l" t="t" r="r" b="b"/>
            <a:pathLst>
              <a:path w="2042795" h="238125">
                <a:moveTo>
                  <a:pt x="1966722" y="0"/>
                </a:moveTo>
                <a:lnTo>
                  <a:pt x="1963293" y="9651"/>
                </a:lnTo>
                <a:lnTo>
                  <a:pt x="1977102" y="15581"/>
                </a:lnTo>
                <a:lnTo>
                  <a:pt x="1988994" y="23844"/>
                </a:lnTo>
                <a:lnTo>
                  <a:pt x="2013075" y="62277"/>
                </a:lnTo>
                <a:lnTo>
                  <a:pt x="2020951" y="117856"/>
                </a:lnTo>
                <a:lnTo>
                  <a:pt x="2020069" y="138882"/>
                </a:lnTo>
                <a:lnTo>
                  <a:pt x="2006853" y="190245"/>
                </a:lnTo>
                <a:lnTo>
                  <a:pt x="1977296" y="222446"/>
                </a:lnTo>
                <a:lnTo>
                  <a:pt x="1963674" y="228473"/>
                </a:lnTo>
                <a:lnTo>
                  <a:pt x="1966722" y="238125"/>
                </a:lnTo>
                <a:lnTo>
                  <a:pt x="2012227" y="211068"/>
                </a:lnTo>
                <a:lnTo>
                  <a:pt x="2037794" y="161178"/>
                </a:lnTo>
                <a:lnTo>
                  <a:pt x="2042668" y="119125"/>
                </a:lnTo>
                <a:lnTo>
                  <a:pt x="2041464" y="97520"/>
                </a:lnTo>
                <a:lnTo>
                  <a:pt x="2031684" y="58564"/>
                </a:lnTo>
                <a:lnTo>
                  <a:pt x="1999154" y="15208"/>
                </a:lnTo>
                <a:lnTo>
                  <a:pt x="1984015" y="6187"/>
                </a:lnTo>
                <a:lnTo>
                  <a:pt x="1966722" y="0"/>
                </a:lnTo>
                <a:close/>
              </a:path>
              <a:path w="2042795" h="238125">
                <a:moveTo>
                  <a:pt x="75945" y="0"/>
                </a:moveTo>
                <a:lnTo>
                  <a:pt x="30565" y="27039"/>
                </a:lnTo>
                <a:lnTo>
                  <a:pt x="4889" y="77104"/>
                </a:lnTo>
                <a:lnTo>
                  <a:pt x="70" y="117856"/>
                </a:lnTo>
                <a:lnTo>
                  <a:pt x="0" y="119125"/>
                </a:lnTo>
                <a:lnTo>
                  <a:pt x="1099" y="138882"/>
                </a:lnTo>
                <a:lnTo>
                  <a:pt x="1216" y="140979"/>
                </a:lnTo>
                <a:lnTo>
                  <a:pt x="4873" y="161178"/>
                </a:lnTo>
                <a:lnTo>
                  <a:pt x="19557" y="196469"/>
                </a:lnTo>
                <a:lnTo>
                  <a:pt x="58634" y="231884"/>
                </a:lnTo>
                <a:lnTo>
                  <a:pt x="75945" y="238125"/>
                </a:lnTo>
                <a:lnTo>
                  <a:pt x="78993" y="228473"/>
                </a:lnTo>
                <a:lnTo>
                  <a:pt x="65371" y="222446"/>
                </a:lnTo>
                <a:lnTo>
                  <a:pt x="53641" y="214074"/>
                </a:lnTo>
                <a:lnTo>
                  <a:pt x="29646" y="175077"/>
                </a:lnTo>
                <a:lnTo>
                  <a:pt x="21770" y="119125"/>
                </a:lnTo>
                <a:lnTo>
                  <a:pt x="21716" y="117856"/>
                </a:lnTo>
                <a:lnTo>
                  <a:pt x="22598" y="97520"/>
                </a:lnTo>
                <a:lnTo>
                  <a:pt x="35813" y="47370"/>
                </a:lnTo>
                <a:lnTo>
                  <a:pt x="65585" y="15581"/>
                </a:lnTo>
                <a:lnTo>
                  <a:pt x="79375" y="9651"/>
                </a:lnTo>
                <a:lnTo>
                  <a:pt x="75945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960490" y="2182812"/>
            <a:ext cx="190118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5" dirty="0">
                <a:solidFill>
                  <a:srgbClr val="4285F4"/>
                </a:solidFill>
                <a:latin typeface="Cambria Math"/>
                <a:cs typeface="Cambria Math"/>
              </a:rPr>
              <a:t>positive</a:t>
            </a:r>
            <a:r>
              <a:rPr sz="2000" spc="-10" dirty="0">
                <a:solidFill>
                  <a:srgbClr val="4285F4"/>
                </a:solidFill>
                <a:latin typeface="Cambria Math"/>
                <a:cs typeface="Cambria Math"/>
              </a:rPr>
              <a:t> number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45583" y="3071241"/>
            <a:ext cx="342900" cy="19050"/>
          </a:xfrm>
          <a:custGeom>
            <a:avLst/>
            <a:gdLst/>
            <a:ahLst/>
            <a:cxnLst/>
            <a:rect l="l" t="t" r="r" b="b"/>
            <a:pathLst>
              <a:path w="342900" h="19050">
                <a:moveTo>
                  <a:pt x="342900" y="0"/>
                </a:moveTo>
                <a:lnTo>
                  <a:pt x="0" y="0"/>
                </a:lnTo>
                <a:lnTo>
                  <a:pt x="0" y="19050"/>
                </a:lnTo>
                <a:lnTo>
                  <a:pt x="342900" y="19050"/>
                </a:lnTo>
                <a:lnTo>
                  <a:pt x="3429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33721" y="2701861"/>
            <a:ext cx="1752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4285F4"/>
                </a:solidFill>
                <a:latin typeface="Cambria Math"/>
                <a:cs typeface="Cambria Math"/>
              </a:rPr>
              <a:t>d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38090" y="3064446"/>
            <a:ext cx="3721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solidFill>
                  <a:srgbClr val="4285F4"/>
                </a:solidFill>
                <a:latin typeface="Cambria Math"/>
                <a:cs typeface="Cambria Math"/>
              </a:rPr>
              <a:t>dw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553964" y="2966085"/>
            <a:ext cx="366395" cy="238125"/>
          </a:xfrm>
          <a:custGeom>
            <a:avLst/>
            <a:gdLst/>
            <a:ahLst/>
            <a:cxnLst/>
            <a:rect l="l" t="t" r="r" b="b"/>
            <a:pathLst>
              <a:path w="366395" h="238125">
                <a:moveTo>
                  <a:pt x="290449" y="0"/>
                </a:moveTo>
                <a:lnTo>
                  <a:pt x="287020" y="9651"/>
                </a:lnTo>
                <a:lnTo>
                  <a:pt x="300809" y="15581"/>
                </a:lnTo>
                <a:lnTo>
                  <a:pt x="312658" y="23844"/>
                </a:lnTo>
                <a:lnTo>
                  <a:pt x="336748" y="62277"/>
                </a:lnTo>
                <a:lnTo>
                  <a:pt x="344677" y="117856"/>
                </a:lnTo>
                <a:lnTo>
                  <a:pt x="343796" y="138882"/>
                </a:lnTo>
                <a:lnTo>
                  <a:pt x="330581" y="190245"/>
                </a:lnTo>
                <a:lnTo>
                  <a:pt x="300952" y="222446"/>
                </a:lnTo>
                <a:lnTo>
                  <a:pt x="287400" y="228472"/>
                </a:lnTo>
                <a:lnTo>
                  <a:pt x="290449" y="238125"/>
                </a:lnTo>
                <a:lnTo>
                  <a:pt x="335954" y="211068"/>
                </a:lnTo>
                <a:lnTo>
                  <a:pt x="361521" y="161178"/>
                </a:lnTo>
                <a:lnTo>
                  <a:pt x="366395" y="119125"/>
                </a:lnTo>
                <a:lnTo>
                  <a:pt x="365171" y="97520"/>
                </a:lnTo>
                <a:lnTo>
                  <a:pt x="365158" y="97287"/>
                </a:lnTo>
                <a:lnTo>
                  <a:pt x="355304" y="58564"/>
                </a:lnTo>
                <a:lnTo>
                  <a:pt x="322818" y="15208"/>
                </a:lnTo>
                <a:lnTo>
                  <a:pt x="307687" y="6187"/>
                </a:lnTo>
                <a:lnTo>
                  <a:pt x="290449" y="0"/>
                </a:lnTo>
                <a:close/>
              </a:path>
              <a:path w="366395" h="238125">
                <a:moveTo>
                  <a:pt x="76073" y="0"/>
                </a:moveTo>
                <a:lnTo>
                  <a:pt x="30567" y="27039"/>
                </a:lnTo>
                <a:lnTo>
                  <a:pt x="4937" y="77104"/>
                </a:lnTo>
                <a:lnTo>
                  <a:pt x="71" y="117856"/>
                </a:lnTo>
                <a:lnTo>
                  <a:pt x="0" y="119125"/>
                </a:lnTo>
                <a:lnTo>
                  <a:pt x="4937" y="161178"/>
                </a:lnTo>
                <a:lnTo>
                  <a:pt x="19685" y="196469"/>
                </a:lnTo>
                <a:lnTo>
                  <a:pt x="58761" y="231884"/>
                </a:lnTo>
                <a:lnTo>
                  <a:pt x="76073" y="238125"/>
                </a:lnTo>
                <a:lnTo>
                  <a:pt x="78994" y="228472"/>
                </a:lnTo>
                <a:lnTo>
                  <a:pt x="65444" y="222446"/>
                </a:lnTo>
                <a:lnTo>
                  <a:pt x="53752" y="214074"/>
                </a:lnTo>
                <a:lnTo>
                  <a:pt x="29773" y="175077"/>
                </a:lnTo>
                <a:lnTo>
                  <a:pt x="21897" y="119125"/>
                </a:lnTo>
                <a:lnTo>
                  <a:pt x="21844" y="117856"/>
                </a:lnTo>
                <a:lnTo>
                  <a:pt x="22725" y="97520"/>
                </a:lnTo>
                <a:lnTo>
                  <a:pt x="35940" y="47370"/>
                </a:lnTo>
                <a:lnTo>
                  <a:pt x="65659" y="15581"/>
                </a:lnTo>
                <a:lnTo>
                  <a:pt x="79375" y="9651"/>
                </a:lnTo>
                <a:lnTo>
                  <a:pt x="76073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419471" y="2892742"/>
            <a:ext cx="4254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55" dirty="0">
                <a:solidFill>
                  <a:srgbClr val="4285F4"/>
                </a:solidFill>
                <a:latin typeface="Cambria Math"/>
                <a:cs typeface="Cambria Math"/>
              </a:rPr>
              <a:t>J</a:t>
            </a:r>
            <a:r>
              <a:rPr sz="2000" spc="430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82465" y="3820477"/>
            <a:ext cx="133794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sz="2000" spc="135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4285F4"/>
                </a:solidFill>
                <a:latin typeface="Cambria Math"/>
                <a:cs typeface="Cambria Math"/>
              </a:rPr>
              <a:t>=</a:t>
            </a:r>
            <a:r>
              <a:rPr sz="2000" spc="40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sz="2000" spc="65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spc="844" dirty="0">
                <a:solidFill>
                  <a:srgbClr val="4285F4"/>
                </a:solidFill>
                <a:latin typeface="Cambria Math"/>
                <a:cs typeface="Cambria Math"/>
              </a:rPr>
              <a:t>-</a:t>
            </a:r>
            <a:r>
              <a:rPr sz="2000" spc="-20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spc="229" dirty="0">
                <a:solidFill>
                  <a:srgbClr val="4285F4"/>
                </a:solidFill>
                <a:latin typeface="Cambria Math"/>
                <a:cs typeface="Cambria Math"/>
              </a:rPr>
              <a:t>a</a:t>
            </a:r>
            <a:r>
              <a:rPr sz="2000" spc="-30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4285F4"/>
                </a:solidFill>
                <a:latin typeface="Cambria Math"/>
                <a:cs typeface="Cambria Math"/>
              </a:rPr>
              <a:t>·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84671" y="3892562"/>
            <a:ext cx="2138045" cy="238760"/>
          </a:xfrm>
          <a:custGeom>
            <a:avLst/>
            <a:gdLst/>
            <a:ahLst/>
            <a:cxnLst/>
            <a:rect l="l" t="t" r="r" b="b"/>
            <a:pathLst>
              <a:path w="2138045" h="238760">
                <a:moveTo>
                  <a:pt x="2061972" y="0"/>
                </a:moveTo>
                <a:lnTo>
                  <a:pt x="2058543" y="9664"/>
                </a:lnTo>
                <a:lnTo>
                  <a:pt x="2072352" y="15651"/>
                </a:lnTo>
                <a:lnTo>
                  <a:pt x="2084244" y="23936"/>
                </a:lnTo>
                <a:lnTo>
                  <a:pt x="2108325" y="62339"/>
                </a:lnTo>
                <a:lnTo>
                  <a:pt x="2116201" y="117919"/>
                </a:lnTo>
                <a:lnTo>
                  <a:pt x="2115319" y="138927"/>
                </a:lnTo>
                <a:lnTo>
                  <a:pt x="2102104" y="190373"/>
                </a:lnTo>
                <a:lnTo>
                  <a:pt x="2072546" y="222534"/>
                </a:lnTo>
                <a:lnTo>
                  <a:pt x="2058924" y="228549"/>
                </a:lnTo>
                <a:lnTo>
                  <a:pt x="2061972" y="238213"/>
                </a:lnTo>
                <a:lnTo>
                  <a:pt x="2107477" y="211171"/>
                </a:lnTo>
                <a:lnTo>
                  <a:pt x="2133044" y="161255"/>
                </a:lnTo>
                <a:lnTo>
                  <a:pt x="2137918" y="119164"/>
                </a:lnTo>
                <a:lnTo>
                  <a:pt x="2136716" y="97595"/>
                </a:lnTo>
                <a:lnTo>
                  <a:pt x="2136701" y="97330"/>
                </a:lnTo>
                <a:lnTo>
                  <a:pt x="2126934" y="58626"/>
                </a:lnTo>
                <a:lnTo>
                  <a:pt x="2094404" y="15278"/>
                </a:lnTo>
                <a:lnTo>
                  <a:pt x="2079265" y="6238"/>
                </a:lnTo>
                <a:lnTo>
                  <a:pt x="2061972" y="0"/>
                </a:lnTo>
                <a:close/>
              </a:path>
              <a:path w="2138045" h="238760">
                <a:moveTo>
                  <a:pt x="75945" y="0"/>
                </a:moveTo>
                <a:lnTo>
                  <a:pt x="30565" y="27117"/>
                </a:lnTo>
                <a:lnTo>
                  <a:pt x="4889" y="77150"/>
                </a:lnTo>
                <a:lnTo>
                  <a:pt x="69" y="117919"/>
                </a:lnTo>
                <a:lnTo>
                  <a:pt x="0" y="119164"/>
                </a:lnTo>
                <a:lnTo>
                  <a:pt x="1098" y="138927"/>
                </a:lnTo>
                <a:lnTo>
                  <a:pt x="1216" y="141054"/>
                </a:lnTo>
                <a:lnTo>
                  <a:pt x="4873" y="161255"/>
                </a:lnTo>
                <a:lnTo>
                  <a:pt x="19557" y="196583"/>
                </a:lnTo>
                <a:lnTo>
                  <a:pt x="58634" y="231984"/>
                </a:lnTo>
                <a:lnTo>
                  <a:pt x="75945" y="238213"/>
                </a:lnTo>
                <a:lnTo>
                  <a:pt x="78993" y="228549"/>
                </a:lnTo>
                <a:lnTo>
                  <a:pt x="65371" y="222534"/>
                </a:lnTo>
                <a:lnTo>
                  <a:pt x="53641" y="214166"/>
                </a:lnTo>
                <a:lnTo>
                  <a:pt x="29646" y="175151"/>
                </a:lnTo>
                <a:lnTo>
                  <a:pt x="21769" y="119164"/>
                </a:lnTo>
                <a:lnTo>
                  <a:pt x="21716" y="117919"/>
                </a:lnTo>
                <a:lnTo>
                  <a:pt x="22598" y="97595"/>
                </a:lnTo>
                <a:lnTo>
                  <a:pt x="35813" y="47409"/>
                </a:lnTo>
                <a:lnTo>
                  <a:pt x="65585" y="15651"/>
                </a:lnTo>
                <a:lnTo>
                  <a:pt x="79375" y="9664"/>
                </a:lnTo>
                <a:lnTo>
                  <a:pt x="75945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960490" y="3820477"/>
            <a:ext cx="19970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90" dirty="0">
                <a:solidFill>
                  <a:srgbClr val="4285F4"/>
                </a:solidFill>
                <a:latin typeface="Cambria Math"/>
                <a:cs typeface="Cambria Math"/>
              </a:rPr>
              <a:t>negative</a:t>
            </a:r>
            <a:r>
              <a:rPr sz="2000" spc="5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spc="-10" dirty="0">
                <a:solidFill>
                  <a:srgbClr val="4285F4"/>
                </a:solidFill>
                <a:latin typeface="Cambria Math"/>
                <a:cs typeface="Cambria Math"/>
              </a:rPr>
              <a:t>number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8110" y="862711"/>
            <a:ext cx="1817370" cy="1303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25" dirty="0">
                <a:latin typeface="Cambria Math"/>
                <a:cs typeface="Cambria Math"/>
              </a:rPr>
              <a:t> </a:t>
            </a:r>
            <a:r>
              <a:rPr sz="2000" spc="-6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000">
              <a:latin typeface="Cambria Math"/>
              <a:cs typeface="Cambria Math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8427" y="3069335"/>
            <a:ext cx="426084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3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21104" y="4011295"/>
            <a:ext cx="2159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27622" y="4160469"/>
            <a:ext cx="218059" cy="32003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5816" y="4100271"/>
            <a:ext cx="731943" cy="412750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5429630" y="2485770"/>
            <a:ext cx="398780" cy="60325"/>
          </a:xfrm>
          <a:custGeom>
            <a:avLst/>
            <a:gdLst/>
            <a:ahLst/>
            <a:cxnLst/>
            <a:rect l="l" t="t" r="r" b="b"/>
            <a:pathLst>
              <a:path w="398779" h="60325">
                <a:moveTo>
                  <a:pt x="54150" y="43458"/>
                </a:moveTo>
                <a:lnTo>
                  <a:pt x="46923" y="43963"/>
                </a:lnTo>
                <a:lnTo>
                  <a:pt x="47245" y="43963"/>
                </a:lnTo>
                <a:lnTo>
                  <a:pt x="34906" y="44991"/>
                </a:lnTo>
                <a:lnTo>
                  <a:pt x="26104" y="46355"/>
                </a:lnTo>
                <a:lnTo>
                  <a:pt x="26577" y="46355"/>
                </a:lnTo>
                <a:lnTo>
                  <a:pt x="23093" y="47165"/>
                </a:lnTo>
                <a:lnTo>
                  <a:pt x="13204" y="52846"/>
                </a:lnTo>
                <a:lnTo>
                  <a:pt x="49149" y="59055"/>
                </a:lnTo>
                <a:lnTo>
                  <a:pt x="53340" y="59817"/>
                </a:lnTo>
                <a:lnTo>
                  <a:pt x="57404" y="57150"/>
                </a:lnTo>
                <a:lnTo>
                  <a:pt x="59690" y="48895"/>
                </a:lnTo>
                <a:lnTo>
                  <a:pt x="57404" y="44577"/>
                </a:lnTo>
                <a:lnTo>
                  <a:pt x="54150" y="43458"/>
                </a:lnTo>
                <a:close/>
              </a:path>
              <a:path w="398779" h="60325">
                <a:moveTo>
                  <a:pt x="6389" y="51643"/>
                </a:moveTo>
                <a:lnTo>
                  <a:pt x="7493" y="52705"/>
                </a:lnTo>
                <a:lnTo>
                  <a:pt x="12573" y="53212"/>
                </a:lnTo>
                <a:lnTo>
                  <a:pt x="13204" y="52846"/>
                </a:lnTo>
                <a:lnTo>
                  <a:pt x="6389" y="51643"/>
                </a:lnTo>
                <a:close/>
              </a:path>
              <a:path w="398779" h="60325">
                <a:moveTo>
                  <a:pt x="9384" y="30981"/>
                </a:moveTo>
                <a:lnTo>
                  <a:pt x="5764" y="33147"/>
                </a:lnTo>
                <a:lnTo>
                  <a:pt x="3482" y="34563"/>
                </a:lnTo>
                <a:lnTo>
                  <a:pt x="2286" y="36956"/>
                </a:lnTo>
                <a:lnTo>
                  <a:pt x="877" y="39624"/>
                </a:lnTo>
                <a:lnTo>
                  <a:pt x="517" y="40386"/>
                </a:lnTo>
                <a:lnTo>
                  <a:pt x="1731" y="47165"/>
                </a:lnTo>
                <a:lnTo>
                  <a:pt x="6389" y="51643"/>
                </a:lnTo>
                <a:lnTo>
                  <a:pt x="13204" y="52846"/>
                </a:lnTo>
                <a:lnTo>
                  <a:pt x="22510" y="47498"/>
                </a:lnTo>
                <a:lnTo>
                  <a:pt x="21590" y="47498"/>
                </a:lnTo>
                <a:lnTo>
                  <a:pt x="24511" y="46355"/>
                </a:lnTo>
                <a:lnTo>
                  <a:pt x="26104" y="46355"/>
                </a:lnTo>
                <a:lnTo>
                  <a:pt x="34906" y="44991"/>
                </a:lnTo>
                <a:lnTo>
                  <a:pt x="47245" y="43963"/>
                </a:lnTo>
                <a:lnTo>
                  <a:pt x="46923" y="43963"/>
                </a:lnTo>
                <a:lnTo>
                  <a:pt x="54150" y="43458"/>
                </a:lnTo>
                <a:lnTo>
                  <a:pt x="32004" y="35560"/>
                </a:lnTo>
                <a:lnTo>
                  <a:pt x="31072" y="35306"/>
                </a:lnTo>
                <a:lnTo>
                  <a:pt x="31246" y="35306"/>
                </a:lnTo>
                <a:lnTo>
                  <a:pt x="9384" y="30981"/>
                </a:lnTo>
                <a:close/>
              </a:path>
              <a:path w="398779" h="60325">
                <a:moveTo>
                  <a:pt x="1731" y="47165"/>
                </a:moveTo>
                <a:lnTo>
                  <a:pt x="1791" y="47498"/>
                </a:lnTo>
                <a:lnTo>
                  <a:pt x="1905" y="48133"/>
                </a:lnTo>
                <a:lnTo>
                  <a:pt x="5207" y="51435"/>
                </a:lnTo>
                <a:lnTo>
                  <a:pt x="6389" y="51643"/>
                </a:lnTo>
                <a:lnTo>
                  <a:pt x="1731" y="47165"/>
                </a:lnTo>
                <a:close/>
              </a:path>
              <a:path w="398779" h="60325">
                <a:moveTo>
                  <a:pt x="24511" y="46355"/>
                </a:moveTo>
                <a:lnTo>
                  <a:pt x="21590" y="47498"/>
                </a:lnTo>
                <a:lnTo>
                  <a:pt x="23041" y="47165"/>
                </a:lnTo>
                <a:lnTo>
                  <a:pt x="24511" y="46355"/>
                </a:lnTo>
                <a:close/>
              </a:path>
              <a:path w="398779" h="60325">
                <a:moveTo>
                  <a:pt x="23093" y="47165"/>
                </a:moveTo>
                <a:lnTo>
                  <a:pt x="21590" y="47498"/>
                </a:lnTo>
                <a:lnTo>
                  <a:pt x="22510" y="47498"/>
                </a:lnTo>
                <a:lnTo>
                  <a:pt x="23093" y="47165"/>
                </a:lnTo>
                <a:close/>
              </a:path>
              <a:path w="398779" h="60325">
                <a:moveTo>
                  <a:pt x="517" y="40386"/>
                </a:moveTo>
                <a:lnTo>
                  <a:pt x="0" y="41275"/>
                </a:lnTo>
                <a:lnTo>
                  <a:pt x="889" y="46355"/>
                </a:lnTo>
                <a:lnTo>
                  <a:pt x="1731" y="47165"/>
                </a:lnTo>
                <a:lnTo>
                  <a:pt x="517" y="40386"/>
                </a:lnTo>
                <a:close/>
              </a:path>
              <a:path w="398779" h="60325">
                <a:moveTo>
                  <a:pt x="26577" y="46355"/>
                </a:moveTo>
                <a:lnTo>
                  <a:pt x="24511" y="46355"/>
                </a:lnTo>
                <a:lnTo>
                  <a:pt x="23093" y="47165"/>
                </a:lnTo>
                <a:lnTo>
                  <a:pt x="26577" y="46355"/>
                </a:lnTo>
                <a:close/>
              </a:path>
              <a:path w="398779" h="60325">
                <a:moveTo>
                  <a:pt x="349384" y="27364"/>
                </a:moveTo>
                <a:lnTo>
                  <a:pt x="16288" y="27364"/>
                </a:lnTo>
                <a:lnTo>
                  <a:pt x="13843" y="28321"/>
                </a:lnTo>
                <a:lnTo>
                  <a:pt x="9384" y="30981"/>
                </a:lnTo>
                <a:lnTo>
                  <a:pt x="31246" y="35306"/>
                </a:lnTo>
                <a:lnTo>
                  <a:pt x="31072" y="35306"/>
                </a:lnTo>
                <a:lnTo>
                  <a:pt x="32004" y="35560"/>
                </a:lnTo>
                <a:lnTo>
                  <a:pt x="54150" y="43458"/>
                </a:lnTo>
                <a:lnTo>
                  <a:pt x="58037" y="43180"/>
                </a:lnTo>
                <a:lnTo>
                  <a:pt x="73279" y="42545"/>
                </a:lnTo>
                <a:lnTo>
                  <a:pt x="73024" y="42545"/>
                </a:lnTo>
                <a:lnTo>
                  <a:pt x="92456" y="42291"/>
                </a:lnTo>
                <a:lnTo>
                  <a:pt x="148336" y="41275"/>
                </a:lnTo>
                <a:lnTo>
                  <a:pt x="166624" y="40386"/>
                </a:lnTo>
                <a:lnTo>
                  <a:pt x="184912" y="39751"/>
                </a:lnTo>
                <a:lnTo>
                  <a:pt x="203835" y="38735"/>
                </a:lnTo>
                <a:lnTo>
                  <a:pt x="276987" y="33781"/>
                </a:lnTo>
                <a:lnTo>
                  <a:pt x="277241" y="33781"/>
                </a:lnTo>
                <a:lnTo>
                  <a:pt x="298995" y="31750"/>
                </a:lnTo>
                <a:lnTo>
                  <a:pt x="298831" y="31750"/>
                </a:lnTo>
                <a:lnTo>
                  <a:pt x="317119" y="30226"/>
                </a:lnTo>
                <a:lnTo>
                  <a:pt x="337566" y="28829"/>
                </a:lnTo>
                <a:lnTo>
                  <a:pt x="337000" y="28829"/>
                </a:lnTo>
                <a:lnTo>
                  <a:pt x="349384" y="27364"/>
                </a:lnTo>
                <a:close/>
              </a:path>
              <a:path w="398779" h="60325">
                <a:moveTo>
                  <a:pt x="3482" y="34563"/>
                </a:moveTo>
                <a:lnTo>
                  <a:pt x="2286" y="35306"/>
                </a:lnTo>
                <a:lnTo>
                  <a:pt x="381" y="39624"/>
                </a:lnTo>
                <a:lnTo>
                  <a:pt x="403" y="39751"/>
                </a:lnTo>
                <a:lnTo>
                  <a:pt x="517" y="40386"/>
                </a:lnTo>
                <a:lnTo>
                  <a:pt x="809" y="39751"/>
                </a:lnTo>
                <a:lnTo>
                  <a:pt x="2159" y="37211"/>
                </a:lnTo>
                <a:lnTo>
                  <a:pt x="3482" y="34563"/>
                </a:lnTo>
                <a:close/>
              </a:path>
              <a:path w="398779" h="60325">
                <a:moveTo>
                  <a:pt x="9384" y="30981"/>
                </a:moveTo>
                <a:lnTo>
                  <a:pt x="8521" y="30981"/>
                </a:lnTo>
                <a:lnTo>
                  <a:pt x="4191" y="33147"/>
                </a:lnTo>
                <a:lnTo>
                  <a:pt x="3482" y="34563"/>
                </a:lnTo>
                <a:lnTo>
                  <a:pt x="5764" y="33147"/>
                </a:lnTo>
                <a:lnTo>
                  <a:pt x="9384" y="30981"/>
                </a:lnTo>
                <a:close/>
              </a:path>
              <a:path w="398779" h="60325">
                <a:moveTo>
                  <a:pt x="367483" y="25781"/>
                </a:moveTo>
                <a:lnTo>
                  <a:pt x="22352" y="25781"/>
                </a:lnTo>
                <a:lnTo>
                  <a:pt x="16018" y="27364"/>
                </a:lnTo>
                <a:lnTo>
                  <a:pt x="348405" y="27364"/>
                </a:lnTo>
                <a:lnTo>
                  <a:pt x="359791" y="26670"/>
                </a:lnTo>
                <a:lnTo>
                  <a:pt x="360299" y="26543"/>
                </a:lnTo>
                <a:lnTo>
                  <a:pt x="367483" y="25781"/>
                </a:lnTo>
                <a:close/>
              </a:path>
              <a:path w="398779" h="60325">
                <a:moveTo>
                  <a:pt x="376174" y="22733"/>
                </a:moveTo>
                <a:lnTo>
                  <a:pt x="45593" y="22733"/>
                </a:lnTo>
                <a:lnTo>
                  <a:pt x="34755" y="23749"/>
                </a:lnTo>
                <a:lnTo>
                  <a:pt x="34290" y="23749"/>
                </a:lnTo>
                <a:lnTo>
                  <a:pt x="31622" y="24130"/>
                </a:lnTo>
                <a:lnTo>
                  <a:pt x="31771" y="24130"/>
                </a:lnTo>
                <a:lnTo>
                  <a:pt x="22140" y="25781"/>
                </a:lnTo>
                <a:lnTo>
                  <a:pt x="365633" y="25781"/>
                </a:lnTo>
                <a:lnTo>
                  <a:pt x="379984" y="25018"/>
                </a:lnTo>
                <a:lnTo>
                  <a:pt x="396620" y="25018"/>
                </a:lnTo>
                <a:lnTo>
                  <a:pt x="378332" y="24637"/>
                </a:lnTo>
                <a:lnTo>
                  <a:pt x="381303" y="24637"/>
                </a:lnTo>
                <a:lnTo>
                  <a:pt x="380190" y="23573"/>
                </a:lnTo>
                <a:lnTo>
                  <a:pt x="376174" y="22733"/>
                </a:lnTo>
                <a:close/>
              </a:path>
              <a:path w="398779" h="60325">
                <a:moveTo>
                  <a:pt x="383497" y="25273"/>
                </a:moveTo>
                <a:lnTo>
                  <a:pt x="374777" y="25273"/>
                </a:lnTo>
                <a:lnTo>
                  <a:pt x="365633" y="25781"/>
                </a:lnTo>
                <a:lnTo>
                  <a:pt x="387223" y="25781"/>
                </a:lnTo>
                <a:lnTo>
                  <a:pt x="383497" y="25273"/>
                </a:lnTo>
                <a:close/>
              </a:path>
              <a:path w="398779" h="60325">
                <a:moveTo>
                  <a:pt x="380230" y="23573"/>
                </a:moveTo>
                <a:lnTo>
                  <a:pt x="380373" y="23749"/>
                </a:lnTo>
                <a:lnTo>
                  <a:pt x="381303" y="24637"/>
                </a:lnTo>
                <a:lnTo>
                  <a:pt x="381635" y="25018"/>
                </a:lnTo>
                <a:lnTo>
                  <a:pt x="387223" y="25781"/>
                </a:lnTo>
                <a:lnTo>
                  <a:pt x="388556" y="25018"/>
                </a:lnTo>
                <a:lnTo>
                  <a:pt x="382968" y="25018"/>
                </a:lnTo>
                <a:lnTo>
                  <a:pt x="386207" y="24637"/>
                </a:lnTo>
                <a:lnTo>
                  <a:pt x="389223" y="24637"/>
                </a:lnTo>
                <a:lnTo>
                  <a:pt x="390112" y="24130"/>
                </a:lnTo>
                <a:lnTo>
                  <a:pt x="384873" y="24130"/>
                </a:lnTo>
                <a:lnTo>
                  <a:pt x="380873" y="23749"/>
                </a:lnTo>
                <a:lnTo>
                  <a:pt x="380230" y="23573"/>
                </a:lnTo>
                <a:close/>
              </a:path>
              <a:path w="398779" h="60325">
                <a:moveTo>
                  <a:pt x="381303" y="24637"/>
                </a:moveTo>
                <a:lnTo>
                  <a:pt x="378332" y="24637"/>
                </a:lnTo>
                <a:lnTo>
                  <a:pt x="396620" y="25018"/>
                </a:lnTo>
                <a:lnTo>
                  <a:pt x="381701" y="25018"/>
                </a:lnTo>
                <a:lnTo>
                  <a:pt x="381303" y="24637"/>
                </a:lnTo>
                <a:close/>
              </a:path>
              <a:path w="398779" h="60325">
                <a:moveTo>
                  <a:pt x="389223" y="24637"/>
                </a:moveTo>
                <a:lnTo>
                  <a:pt x="386207" y="24637"/>
                </a:lnTo>
                <a:lnTo>
                  <a:pt x="382968" y="25018"/>
                </a:lnTo>
                <a:lnTo>
                  <a:pt x="388556" y="25018"/>
                </a:lnTo>
                <a:lnTo>
                  <a:pt x="389223" y="24637"/>
                </a:lnTo>
                <a:close/>
              </a:path>
              <a:path w="398779" h="60325">
                <a:moveTo>
                  <a:pt x="395051" y="21307"/>
                </a:moveTo>
                <a:lnTo>
                  <a:pt x="388556" y="25018"/>
                </a:lnTo>
                <a:lnTo>
                  <a:pt x="390334" y="25018"/>
                </a:lnTo>
                <a:lnTo>
                  <a:pt x="394525" y="22225"/>
                </a:lnTo>
                <a:lnTo>
                  <a:pt x="394662" y="22225"/>
                </a:lnTo>
                <a:lnTo>
                  <a:pt x="394931" y="21590"/>
                </a:lnTo>
                <a:lnTo>
                  <a:pt x="395051" y="21307"/>
                </a:lnTo>
                <a:close/>
              </a:path>
              <a:path w="398779" h="60325">
                <a:moveTo>
                  <a:pt x="378016" y="21307"/>
                </a:moveTo>
                <a:lnTo>
                  <a:pt x="384873" y="24130"/>
                </a:lnTo>
                <a:lnTo>
                  <a:pt x="381719" y="23368"/>
                </a:lnTo>
                <a:lnTo>
                  <a:pt x="381063" y="23368"/>
                </a:lnTo>
                <a:lnTo>
                  <a:pt x="379476" y="22733"/>
                </a:lnTo>
                <a:lnTo>
                  <a:pt x="380028" y="22733"/>
                </a:lnTo>
                <a:lnTo>
                  <a:pt x="378016" y="21307"/>
                </a:lnTo>
                <a:close/>
              </a:path>
              <a:path w="398779" h="60325">
                <a:moveTo>
                  <a:pt x="395147" y="21081"/>
                </a:moveTo>
                <a:lnTo>
                  <a:pt x="377698" y="21081"/>
                </a:lnTo>
                <a:lnTo>
                  <a:pt x="380925" y="23368"/>
                </a:lnTo>
                <a:lnTo>
                  <a:pt x="381719" y="23368"/>
                </a:lnTo>
                <a:lnTo>
                  <a:pt x="384937" y="24130"/>
                </a:lnTo>
                <a:lnTo>
                  <a:pt x="390112" y="24130"/>
                </a:lnTo>
                <a:lnTo>
                  <a:pt x="395051" y="21307"/>
                </a:lnTo>
                <a:lnTo>
                  <a:pt x="395147" y="21081"/>
                </a:lnTo>
                <a:close/>
              </a:path>
              <a:path w="398779" h="60325">
                <a:moveTo>
                  <a:pt x="379038" y="22733"/>
                </a:moveTo>
                <a:lnTo>
                  <a:pt x="376174" y="22733"/>
                </a:lnTo>
                <a:lnTo>
                  <a:pt x="380251" y="23573"/>
                </a:lnTo>
                <a:lnTo>
                  <a:pt x="380093" y="23573"/>
                </a:lnTo>
                <a:lnTo>
                  <a:pt x="379476" y="23368"/>
                </a:lnTo>
                <a:lnTo>
                  <a:pt x="381719" y="23368"/>
                </a:lnTo>
                <a:lnTo>
                  <a:pt x="379038" y="22733"/>
                </a:lnTo>
                <a:close/>
              </a:path>
              <a:path w="398779" h="60325">
                <a:moveTo>
                  <a:pt x="379476" y="23368"/>
                </a:moveTo>
                <a:lnTo>
                  <a:pt x="380093" y="23573"/>
                </a:lnTo>
                <a:lnTo>
                  <a:pt x="380230" y="23573"/>
                </a:lnTo>
                <a:lnTo>
                  <a:pt x="379476" y="23368"/>
                </a:lnTo>
                <a:close/>
              </a:path>
              <a:path w="398779" h="60325">
                <a:moveTo>
                  <a:pt x="368539" y="21307"/>
                </a:moveTo>
                <a:lnTo>
                  <a:pt x="368407" y="21307"/>
                </a:lnTo>
                <a:lnTo>
                  <a:pt x="369443" y="21590"/>
                </a:lnTo>
                <a:lnTo>
                  <a:pt x="373094" y="22225"/>
                </a:lnTo>
                <a:lnTo>
                  <a:pt x="373422" y="22225"/>
                </a:lnTo>
                <a:lnTo>
                  <a:pt x="374015" y="22352"/>
                </a:lnTo>
                <a:lnTo>
                  <a:pt x="374396" y="22352"/>
                </a:lnTo>
                <a:lnTo>
                  <a:pt x="376555" y="22733"/>
                </a:lnTo>
                <a:lnTo>
                  <a:pt x="379038" y="22733"/>
                </a:lnTo>
                <a:lnTo>
                  <a:pt x="381719" y="23368"/>
                </a:lnTo>
                <a:lnTo>
                  <a:pt x="379476" y="23368"/>
                </a:lnTo>
                <a:lnTo>
                  <a:pt x="380230" y="23573"/>
                </a:lnTo>
                <a:lnTo>
                  <a:pt x="379984" y="23368"/>
                </a:lnTo>
                <a:lnTo>
                  <a:pt x="378206" y="21590"/>
                </a:lnTo>
                <a:lnTo>
                  <a:pt x="369951" y="21590"/>
                </a:lnTo>
                <a:lnTo>
                  <a:pt x="368539" y="21307"/>
                </a:lnTo>
                <a:close/>
              </a:path>
              <a:path w="398779" h="60325">
                <a:moveTo>
                  <a:pt x="380028" y="22733"/>
                </a:moveTo>
                <a:lnTo>
                  <a:pt x="379476" y="22733"/>
                </a:lnTo>
                <a:lnTo>
                  <a:pt x="381063" y="23368"/>
                </a:lnTo>
                <a:lnTo>
                  <a:pt x="380925" y="23368"/>
                </a:lnTo>
                <a:lnTo>
                  <a:pt x="380028" y="22733"/>
                </a:lnTo>
                <a:close/>
              </a:path>
              <a:path w="398779" h="60325">
                <a:moveTo>
                  <a:pt x="373422" y="22225"/>
                </a:moveTo>
                <a:lnTo>
                  <a:pt x="53043" y="22225"/>
                </a:lnTo>
                <a:lnTo>
                  <a:pt x="45847" y="22733"/>
                </a:lnTo>
                <a:lnTo>
                  <a:pt x="376555" y="22733"/>
                </a:lnTo>
                <a:lnTo>
                  <a:pt x="374396" y="22352"/>
                </a:lnTo>
                <a:lnTo>
                  <a:pt x="374015" y="22352"/>
                </a:lnTo>
                <a:lnTo>
                  <a:pt x="373422" y="22225"/>
                </a:lnTo>
                <a:close/>
              </a:path>
              <a:path w="398779" h="60325">
                <a:moveTo>
                  <a:pt x="367504" y="21307"/>
                </a:moveTo>
                <a:lnTo>
                  <a:pt x="70604" y="21307"/>
                </a:lnTo>
                <a:lnTo>
                  <a:pt x="51646" y="22225"/>
                </a:lnTo>
                <a:lnTo>
                  <a:pt x="373094" y="22225"/>
                </a:lnTo>
                <a:lnTo>
                  <a:pt x="369443" y="21590"/>
                </a:lnTo>
                <a:lnTo>
                  <a:pt x="369951" y="21590"/>
                </a:lnTo>
                <a:lnTo>
                  <a:pt x="367504" y="21307"/>
                </a:lnTo>
                <a:close/>
              </a:path>
              <a:path w="398779" h="60325">
                <a:moveTo>
                  <a:pt x="368407" y="21307"/>
                </a:moveTo>
                <a:lnTo>
                  <a:pt x="367504" y="21307"/>
                </a:lnTo>
                <a:lnTo>
                  <a:pt x="369951" y="21590"/>
                </a:lnTo>
                <a:lnTo>
                  <a:pt x="369443" y="21590"/>
                </a:lnTo>
                <a:lnTo>
                  <a:pt x="368407" y="21307"/>
                </a:lnTo>
                <a:close/>
              </a:path>
              <a:path w="398779" h="60325">
                <a:moveTo>
                  <a:pt x="381169" y="2793"/>
                </a:moveTo>
                <a:lnTo>
                  <a:pt x="378333" y="2793"/>
                </a:lnTo>
                <a:lnTo>
                  <a:pt x="373380" y="3175"/>
                </a:lnTo>
                <a:lnTo>
                  <a:pt x="373634" y="3175"/>
                </a:lnTo>
                <a:lnTo>
                  <a:pt x="366776" y="3556"/>
                </a:lnTo>
                <a:lnTo>
                  <a:pt x="360166" y="4461"/>
                </a:lnTo>
                <a:lnTo>
                  <a:pt x="360045" y="4826"/>
                </a:lnTo>
                <a:lnTo>
                  <a:pt x="359410" y="6477"/>
                </a:lnTo>
                <a:lnTo>
                  <a:pt x="359181" y="7710"/>
                </a:lnTo>
                <a:lnTo>
                  <a:pt x="359057" y="8381"/>
                </a:lnTo>
                <a:lnTo>
                  <a:pt x="358995" y="13843"/>
                </a:lnTo>
                <a:lnTo>
                  <a:pt x="360045" y="16256"/>
                </a:lnTo>
                <a:lnTo>
                  <a:pt x="362372" y="18321"/>
                </a:lnTo>
                <a:lnTo>
                  <a:pt x="362966" y="18796"/>
                </a:lnTo>
                <a:lnTo>
                  <a:pt x="364754" y="20447"/>
                </a:lnTo>
                <a:lnTo>
                  <a:pt x="364907" y="20447"/>
                </a:lnTo>
                <a:lnTo>
                  <a:pt x="366874" y="21307"/>
                </a:lnTo>
                <a:lnTo>
                  <a:pt x="368539" y="21307"/>
                </a:lnTo>
                <a:lnTo>
                  <a:pt x="369951" y="21590"/>
                </a:lnTo>
                <a:lnTo>
                  <a:pt x="378206" y="21590"/>
                </a:lnTo>
                <a:lnTo>
                  <a:pt x="377698" y="21081"/>
                </a:lnTo>
                <a:lnTo>
                  <a:pt x="395147" y="21081"/>
                </a:lnTo>
                <a:lnTo>
                  <a:pt x="396494" y="17906"/>
                </a:lnTo>
                <a:lnTo>
                  <a:pt x="397970" y="14320"/>
                </a:lnTo>
                <a:lnTo>
                  <a:pt x="397002" y="10541"/>
                </a:lnTo>
                <a:lnTo>
                  <a:pt x="396203" y="7710"/>
                </a:lnTo>
                <a:lnTo>
                  <a:pt x="393573" y="5080"/>
                </a:lnTo>
                <a:lnTo>
                  <a:pt x="390906" y="3175"/>
                </a:lnTo>
                <a:lnTo>
                  <a:pt x="390398" y="2921"/>
                </a:lnTo>
                <a:lnTo>
                  <a:pt x="380492" y="2921"/>
                </a:lnTo>
                <a:lnTo>
                  <a:pt x="381169" y="2793"/>
                </a:lnTo>
                <a:close/>
              </a:path>
              <a:path w="398779" h="60325">
                <a:moveTo>
                  <a:pt x="360166" y="4461"/>
                </a:moveTo>
                <a:lnTo>
                  <a:pt x="357505" y="4826"/>
                </a:lnTo>
                <a:lnTo>
                  <a:pt x="356531" y="4826"/>
                </a:lnTo>
                <a:lnTo>
                  <a:pt x="346117" y="5587"/>
                </a:lnTo>
                <a:lnTo>
                  <a:pt x="346350" y="5587"/>
                </a:lnTo>
                <a:lnTo>
                  <a:pt x="335844" y="6929"/>
                </a:lnTo>
                <a:lnTo>
                  <a:pt x="296764" y="9906"/>
                </a:lnTo>
                <a:lnTo>
                  <a:pt x="296963" y="9906"/>
                </a:lnTo>
                <a:lnTo>
                  <a:pt x="274269" y="12025"/>
                </a:lnTo>
                <a:lnTo>
                  <a:pt x="229362" y="15240"/>
                </a:lnTo>
                <a:lnTo>
                  <a:pt x="229489" y="15240"/>
                </a:lnTo>
                <a:lnTo>
                  <a:pt x="183227" y="18321"/>
                </a:lnTo>
                <a:lnTo>
                  <a:pt x="147701" y="19685"/>
                </a:lnTo>
                <a:lnTo>
                  <a:pt x="67610" y="21307"/>
                </a:lnTo>
                <a:lnTo>
                  <a:pt x="366874" y="21307"/>
                </a:lnTo>
                <a:lnTo>
                  <a:pt x="364907" y="20447"/>
                </a:lnTo>
                <a:lnTo>
                  <a:pt x="364754" y="20447"/>
                </a:lnTo>
                <a:lnTo>
                  <a:pt x="362966" y="18796"/>
                </a:lnTo>
                <a:lnTo>
                  <a:pt x="362372" y="18321"/>
                </a:lnTo>
                <a:lnTo>
                  <a:pt x="360045" y="16256"/>
                </a:lnTo>
                <a:lnTo>
                  <a:pt x="358995" y="13843"/>
                </a:lnTo>
                <a:lnTo>
                  <a:pt x="358885" y="13589"/>
                </a:lnTo>
                <a:lnTo>
                  <a:pt x="358775" y="9906"/>
                </a:lnTo>
                <a:lnTo>
                  <a:pt x="359326" y="6929"/>
                </a:lnTo>
                <a:lnTo>
                  <a:pt x="359410" y="6477"/>
                </a:lnTo>
                <a:lnTo>
                  <a:pt x="359947" y="5080"/>
                </a:lnTo>
                <a:lnTo>
                  <a:pt x="360045" y="4826"/>
                </a:lnTo>
                <a:lnTo>
                  <a:pt x="360166" y="4461"/>
                </a:lnTo>
                <a:close/>
              </a:path>
              <a:path w="398779" h="60325">
                <a:moveTo>
                  <a:pt x="397970" y="14320"/>
                </a:moveTo>
                <a:lnTo>
                  <a:pt x="396116" y="18796"/>
                </a:lnTo>
                <a:lnTo>
                  <a:pt x="395254" y="20828"/>
                </a:lnTo>
                <a:lnTo>
                  <a:pt x="395147" y="21081"/>
                </a:lnTo>
                <a:lnTo>
                  <a:pt x="395051" y="21307"/>
                </a:lnTo>
                <a:lnTo>
                  <a:pt x="395890" y="20828"/>
                </a:lnTo>
                <a:lnTo>
                  <a:pt x="396060" y="20828"/>
                </a:lnTo>
                <a:lnTo>
                  <a:pt x="398272" y="15493"/>
                </a:lnTo>
                <a:lnTo>
                  <a:pt x="397970" y="14320"/>
                </a:lnTo>
                <a:close/>
              </a:path>
              <a:path w="398779" h="60325">
                <a:moveTo>
                  <a:pt x="396203" y="7710"/>
                </a:moveTo>
                <a:lnTo>
                  <a:pt x="397002" y="10541"/>
                </a:lnTo>
                <a:lnTo>
                  <a:pt x="397718" y="13335"/>
                </a:lnTo>
                <a:lnTo>
                  <a:pt x="397783" y="13589"/>
                </a:lnTo>
                <a:lnTo>
                  <a:pt x="397848" y="13843"/>
                </a:lnTo>
                <a:lnTo>
                  <a:pt x="397970" y="14320"/>
                </a:lnTo>
                <a:lnTo>
                  <a:pt x="398167" y="13843"/>
                </a:lnTo>
                <a:lnTo>
                  <a:pt x="398218" y="13335"/>
                </a:lnTo>
                <a:lnTo>
                  <a:pt x="397256" y="8762"/>
                </a:lnTo>
                <a:lnTo>
                  <a:pt x="396203" y="7710"/>
                </a:lnTo>
                <a:close/>
              </a:path>
              <a:path w="398779" h="60325">
                <a:moveTo>
                  <a:pt x="391371" y="2412"/>
                </a:moveTo>
                <a:lnTo>
                  <a:pt x="389436" y="2412"/>
                </a:lnTo>
                <a:lnTo>
                  <a:pt x="390906" y="3175"/>
                </a:lnTo>
                <a:lnTo>
                  <a:pt x="393573" y="5080"/>
                </a:lnTo>
                <a:lnTo>
                  <a:pt x="396203" y="7710"/>
                </a:lnTo>
                <a:lnTo>
                  <a:pt x="395605" y="5587"/>
                </a:lnTo>
                <a:lnTo>
                  <a:pt x="391371" y="2412"/>
                </a:lnTo>
                <a:close/>
              </a:path>
              <a:path w="398779" h="60325">
                <a:moveTo>
                  <a:pt x="383540" y="1524"/>
                </a:moveTo>
                <a:lnTo>
                  <a:pt x="362077" y="1524"/>
                </a:lnTo>
                <a:lnTo>
                  <a:pt x="360680" y="2921"/>
                </a:lnTo>
                <a:lnTo>
                  <a:pt x="360166" y="4461"/>
                </a:lnTo>
                <a:lnTo>
                  <a:pt x="366776" y="3556"/>
                </a:lnTo>
                <a:lnTo>
                  <a:pt x="373634" y="3175"/>
                </a:lnTo>
                <a:lnTo>
                  <a:pt x="373380" y="3175"/>
                </a:lnTo>
                <a:lnTo>
                  <a:pt x="378333" y="2793"/>
                </a:lnTo>
                <a:lnTo>
                  <a:pt x="381169" y="2793"/>
                </a:lnTo>
                <a:lnTo>
                  <a:pt x="383201" y="2412"/>
                </a:lnTo>
                <a:lnTo>
                  <a:pt x="389436" y="2412"/>
                </a:lnTo>
                <a:lnTo>
                  <a:pt x="388493" y="1905"/>
                </a:lnTo>
                <a:lnTo>
                  <a:pt x="386334" y="1905"/>
                </a:lnTo>
                <a:lnTo>
                  <a:pt x="383540" y="1524"/>
                </a:lnTo>
                <a:close/>
              </a:path>
              <a:path w="398779" h="60325">
                <a:moveTo>
                  <a:pt x="389436" y="2412"/>
                </a:moveTo>
                <a:lnTo>
                  <a:pt x="383201" y="2412"/>
                </a:lnTo>
                <a:lnTo>
                  <a:pt x="380492" y="2921"/>
                </a:lnTo>
                <a:lnTo>
                  <a:pt x="381444" y="2793"/>
                </a:lnTo>
                <a:lnTo>
                  <a:pt x="390144" y="2793"/>
                </a:lnTo>
                <a:lnTo>
                  <a:pt x="389436" y="2412"/>
                </a:lnTo>
                <a:close/>
              </a:path>
              <a:path w="398779" h="60325">
                <a:moveTo>
                  <a:pt x="390144" y="2793"/>
                </a:moveTo>
                <a:lnTo>
                  <a:pt x="381444" y="2793"/>
                </a:lnTo>
                <a:lnTo>
                  <a:pt x="380492" y="2921"/>
                </a:lnTo>
                <a:lnTo>
                  <a:pt x="390398" y="2921"/>
                </a:lnTo>
                <a:lnTo>
                  <a:pt x="390144" y="2793"/>
                </a:lnTo>
                <a:close/>
              </a:path>
              <a:path w="398779" h="60325">
                <a:moveTo>
                  <a:pt x="376682" y="0"/>
                </a:moveTo>
                <a:lnTo>
                  <a:pt x="365963" y="0"/>
                </a:lnTo>
                <a:lnTo>
                  <a:pt x="363982" y="762"/>
                </a:lnTo>
                <a:lnTo>
                  <a:pt x="361848" y="1524"/>
                </a:lnTo>
                <a:lnTo>
                  <a:pt x="383540" y="1524"/>
                </a:lnTo>
                <a:lnTo>
                  <a:pt x="386334" y="1905"/>
                </a:lnTo>
                <a:lnTo>
                  <a:pt x="384937" y="1524"/>
                </a:lnTo>
                <a:lnTo>
                  <a:pt x="381235" y="762"/>
                </a:lnTo>
                <a:lnTo>
                  <a:pt x="380957" y="762"/>
                </a:lnTo>
                <a:lnTo>
                  <a:pt x="378798" y="381"/>
                </a:lnTo>
                <a:lnTo>
                  <a:pt x="378460" y="381"/>
                </a:lnTo>
                <a:lnTo>
                  <a:pt x="376682" y="0"/>
                </a:lnTo>
                <a:close/>
              </a:path>
              <a:path w="398779" h="60325">
                <a:moveTo>
                  <a:pt x="386715" y="1524"/>
                </a:moveTo>
                <a:lnTo>
                  <a:pt x="384937" y="1524"/>
                </a:lnTo>
                <a:lnTo>
                  <a:pt x="386334" y="1905"/>
                </a:lnTo>
                <a:lnTo>
                  <a:pt x="388493" y="1905"/>
                </a:lnTo>
                <a:lnTo>
                  <a:pt x="386715" y="1524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42304" y="1089025"/>
            <a:ext cx="1346962" cy="644905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30775" y="3376421"/>
            <a:ext cx="955340" cy="6222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14829" y="1440814"/>
            <a:ext cx="272461" cy="18542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07433" y="1451991"/>
            <a:ext cx="196722" cy="9690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881498" y="1392555"/>
            <a:ext cx="223647" cy="203200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5202617" y="1342771"/>
            <a:ext cx="471805" cy="228600"/>
            <a:chOff x="5202617" y="1342771"/>
            <a:chExt cx="471805" cy="228600"/>
          </a:xfrm>
        </p:grpSpPr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02617" y="1436116"/>
              <a:ext cx="133414" cy="4567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69178" y="1342771"/>
              <a:ext cx="304800" cy="228600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986287" y="1029080"/>
            <a:ext cx="204333" cy="194310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114300" y="723900"/>
            <a:ext cx="2684780" cy="1285875"/>
            <a:chOff x="114300" y="723900"/>
            <a:chExt cx="2684780" cy="1285875"/>
          </a:xfrm>
        </p:grpSpPr>
        <p:pic>
          <p:nvPicPr>
            <p:cNvPr id="46" name="object 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58998" y="1565655"/>
              <a:ext cx="139826" cy="12953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71625" y="1828800"/>
              <a:ext cx="180975" cy="18097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4300" y="723900"/>
              <a:ext cx="180975" cy="180975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98373" y="3455415"/>
            <a:ext cx="251434" cy="17398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502527" y="3277489"/>
            <a:ext cx="225298" cy="19811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225049" y="3298461"/>
            <a:ext cx="212436" cy="18716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082269" y="1811654"/>
            <a:ext cx="413018" cy="226060"/>
          </a:xfrm>
          <a:prstGeom prst="rect">
            <a:avLst/>
          </a:prstGeom>
        </p:spPr>
      </p:pic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061085" marR="5080" indent="-619760">
              <a:lnSpc>
                <a:spcPts val="5710"/>
              </a:lnSpc>
              <a:spcBef>
                <a:spcPts val="259"/>
              </a:spcBef>
            </a:pPr>
            <a:r>
              <a:rPr sz="4800" dirty="0">
                <a:solidFill>
                  <a:srgbClr val="0070EA"/>
                </a:solidFill>
              </a:rPr>
              <a:t>Training</a:t>
            </a:r>
            <a:r>
              <a:rPr sz="4800" spc="-9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Linear Regression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267144" rIns="0" bIns="0" rtlCol="0">
            <a:spAutoFit/>
          </a:bodyPr>
          <a:lstStyle/>
          <a:p>
            <a:pPr marL="1117600">
              <a:lnSpc>
                <a:spcPct val="100000"/>
              </a:lnSpc>
              <a:spcBef>
                <a:spcPts val="130"/>
              </a:spcBef>
            </a:pPr>
            <a:r>
              <a:rPr sz="3800" dirty="0">
                <a:latin typeface="Verdana"/>
                <a:cs typeface="Verdana"/>
              </a:rPr>
              <a:t>Learning</a:t>
            </a:r>
            <a:r>
              <a:rPr sz="3800" spc="-55" dirty="0">
                <a:latin typeface="Verdana"/>
                <a:cs typeface="Verdana"/>
              </a:rPr>
              <a:t> </a:t>
            </a:r>
            <a:r>
              <a:rPr sz="3800" spc="-20" dirty="0">
                <a:latin typeface="Verdana"/>
                <a:cs typeface="Verdana"/>
              </a:rPr>
              <a:t>Rate</a:t>
            </a:r>
            <a:endParaRPr sz="3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17858" y="2332101"/>
            <a:ext cx="772795" cy="41910"/>
          </a:xfrm>
          <a:custGeom>
            <a:avLst/>
            <a:gdLst/>
            <a:ahLst/>
            <a:cxnLst/>
            <a:rect l="l" t="t" r="r" b="b"/>
            <a:pathLst>
              <a:path w="772795" h="41910">
                <a:moveTo>
                  <a:pt x="18074" y="35813"/>
                </a:moveTo>
                <a:lnTo>
                  <a:pt x="14391" y="35813"/>
                </a:lnTo>
                <a:lnTo>
                  <a:pt x="12301" y="36922"/>
                </a:lnTo>
                <a:lnTo>
                  <a:pt x="10756" y="37695"/>
                </a:lnTo>
                <a:lnTo>
                  <a:pt x="23484" y="39369"/>
                </a:lnTo>
                <a:lnTo>
                  <a:pt x="22773" y="39369"/>
                </a:lnTo>
                <a:lnTo>
                  <a:pt x="41950" y="41275"/>
                </a:lnTo>
                <a:lnTo>
                  <a:pt x="46268" y="41782"/>
                </a:lnTo>
                <a:lnTo>
                  <a:pt x="50078" y="38735"/>
                </a:lnTo>
                <a:lnTo>
                  <a:pt x="50200" y="37695"/>
                </a:lnTo>
                <a:lnTo>
                  <a:pt x="50291" y="36922"/>
                </a:lnTo>
                <a:lnTo>
                  <a:pt x="12532" y="36922"/>
                </a:lnTo>
                <a:lnTo>
                  <a:pt x="18074" y="35813"/>
                </a:lnTo>
                <a:close/>
              </a:path>
              <a:path w="772795" h="41910">
                <a:moveTo>
                  <a:pt x="5340" y="36922"/>
                </a:moveTo>
                <a:lnTo>
                  <a:pt x="5882" y="37465"/>
                </a:lnTo>
                <a:lnTo>
                  <a:pt x="9946" y="38100"/>
                </a:lnTo>
                <a:lnTo>
                  <a:pt x="10756" y="37695"/>
                </a:lnTo>
                <a:lnTo>
                  <a:pt x="8041" y="37337"/>
                </a:lnTo>
                <a:lnTo>
                  <a:pt x="5340" y="36922"/>
                </a:lnTo>
                <a:close/>
              </a:path>
              <a:path w="772795" h="41910">
                <a:moveTo>
                  <a:pt x="8001" y="19853"/>
                </a:moveTo>
                <a:lnTo>
                  <a:pt x="4460" y="21462"/>
                </a:lnTo>
                <a:lnTo>
                  <a:pt x="4594" y="21462"/>
                </a:lnTo>
                <a:lnTo>
                  <a:pt x="2457" y="23301"/>
                </a:lnTo>
                <a:lnTo>
                  <a:pt x="1691" y="24892"/>
                </a:lnTo>
                <a:lnTo>
                  <a:pt x="323" y="27431"/>
                </a:lnTo>
                <a:lnTo>
                  <a:pt x="0" y="27812"/>
                </a:lnTo>
                <a:lnTo>
                  <a:pt x="975" y="30861"/>
                </a:lnTo>
                <a:lnTo>
                  <a:pt x="1645" y="33302"/>
                </a:lnTo>
                <a:lnTo>
                  <a:pt x="3342" y="34925"/>
                </a:lnTo>
                <a:lnTo>
                  <a:pt x="5340" y="36922"/>
                </a:lnTo>
                <a:lnTo>
                  <a:pt x="8041" y="37337"/>
                </a:lnTo>
                <a:lnTo>
                  <a:pt x="10756" y="37695"/>
                </a:lnTo>
                <a:lnTo>
                  <a:pt x="12301" y="36922"/>
                </a:lnTo>
                <a:lnTo>
                  <a:pt x="10274" y="36922"/>
                </a:lnTo>
                <a:lnTo>
                  <a:pt x="14391" y="35813"/>
                </a:lnTo>
                <a:lnTo>
                  <a:pt x="18328" y="35813"/>
                </a:lnTo>
                <a:lnTo>
                  <a:pt x="22440" y="34925"/>
                </a:lnTo>
                <a:lnTo>
                  <a:pt x="22011" y="34925"/>
                </a:lnTo>
                <a:lnTo>
                  <a:pt x="35219" y="33781"/>
                </a:lnTo>
                <a:lnTo>
                  <a:pt x="35473" y="33781"/>
                </a:lnTo>
                <a:lnTo>
                  <a:pt x="43986" y="32795"/>
                </a:lnTo>
                <a:lnTo>
                  <a:pt x="43612" y="32795"/>
                </a:lnTo>
                <a:lnTo>
                  <a:pt x="50108" y="32257"/>
                </a:lnTo>
                <a:lnTo>
                  <a:pt x="50913" y="32257"/>
                </a:lnTo>
                <a:lnTo>
                  <a:pt x="50971" y="31876"/>
                </a:lnTo>
                <a:lnTo>
                  <a:pt x="51086" y="31115"/>
                </a:lnTo>
                <a:lnTo>
                  <a:pt x="51125" y="30861"/>
                </a:lnTo>
                <a:lnTo>
                  <a:pt x="51221" y="30225"/>
                </a:lnTo>
                <a:lnTo>
                  <a:pt x="48300" y="26288"/>
                </a:lnTo>
                <a:lnTo>
                  <a:pt x="43982" y="25654"/>
                </a:lnTo>
                <a:lnTo>
                  <a:pt x="10708" y="20319"/>
                </a:lnTo>
                <a:lnTo>
                  <a:pt x="8001" y="19853"/>
                </a:lnTo>
                <a:close/>
              </a:path>
              <a:path w="772795" h="41910">
                <a:moveTo>
                  <a:pt x="1645" y="33302"/>
                </a:moveTo>
                <a:lnTo>
                  <a:pt x="1945" y="34417"/>
                </a:lnTo>
                <a:lnTo>
                  <a:pt x="4846" y="36922"/>
                </a:lnTo>
                <a:lnTo>
                  <a:pt x="5340" y="36922"/>
                </a:lnTo>
                <a:lnTo>
                  <a:pt x="2815" y="34417"/>
                </a:lnTo>
                <a:lnTo>
                  <a:pt x="1645" y="33302"/>
                </a:lnTo>
                <a:close/>
              </a:path>
              <a:path w="772795" h="41910">
                <a:moveTo>
                  <a:pt x="14391" y="35813"/>
                </a:moveTo>
                <a:lnTo>
                  <a:pt x="10274" y="36922"/>
                </a:lnTo>
                <a:lnTo>
                  <a:pt x="12396" y="36922"/>
                </a:lnTo>
                <a:lnTo>
                  <a:pt x="14391" y="35813"/>
                </a:lnTo>
                <a:close/>
              </a:path>
              <a:path w="772795" h="41910">
                <a:moveTo>
                  <a:pt x="50913" y="32257"/>
                </a:moveTo>
                <a:lnTo>
                  <a:pt x="50108" y="32257"/>
                </a:lnTo>
                <a:lnTo>
                  <a:pt x="43612" y="32795"/>
                </a:lnTo>
                <a:lnTo>
                  <a:pt x="43986" y="32795"/>
                </a:lnTo>
                <a:lnTo>
                  <a:pt x="35473" y="33781"/>
                </a:lnTo>
                <a:lnTo>
                  <a:pt x="35219" y="33781"/>
                </a:lnTo>
                <a:lnTo>
                  <a:pt x="22011" y="34925"/>
                </a:lnTo>
                <a:lnTo>
                  <a:pt x="22440" y="34925"/>
                </a:lnTo>
                <a:lnTo>
                  <a:pt x="18328" y="35813"/>
                </a:lnTo>
                <a:lnTo>
                  <a:pt x="18074" y="35813"/>
                </a:lnTo>
                <a:lnTo>
                  <a:pt x="12532" y="36922"/>
                </a:lnTo>
                <a:lnTo>
                  <a:pt x="50291" y="36922"/>
                </a:lnTo>
                <a:lnTo>
                  <a:pt x="50422" y="35813"/>
                </a:lnTo>
                <a:lnTo>
                  <a:pt x="50526" y="34925"/>
                </a:lnTo>
                <a:lnTo>
                  <a:pt x="50586" y="34417"/>
                </a:lnTo>
                <a:lnTo>
                  <a:pt x="50682" y="33781"/>
                </a:lnTo>
                <a:lnTo>
                  <a:pt x="50755" y="33302"/>
                </a:lnTo>
                <a:lnTo>
                  <a:pt x="50832" y="32795"/>
                </a:lnTo>
                <a:lnTo>
                  <a:pt x="50913" y="32257"/>
                </a:lnTo>
                <a:close/>
              </a:path>
              <a:path w="772795" h="41910">
                <a:moveTo>
                  <a:pt x="0" y="27812"/>
                </a:moveTo>
                <a:lnTo>
                  <a:pt x="112" y="29463"/>
                </a:lnTo>
                <a:lnTo>
                  <a:pt x="231" y="30225"/>
                </a:lnTo>
                <a:lnTo>
                  <a:pt x="330" y="30861"/>
                </a:lnTo>
                <a:lnTo>
                  <a:pt x="370" y="31115"/>
                </a:lnTo>
                <a:lnTo>
                  <a:pt x="489" y="31876"/>
                </a:lnTo>
                <a:lnTo>
                  <a:pt x="548" y="32257"/>
                </a:lnTo>
                <a:lnTo>
                  <a:pt x="1645" y="33302"/>
                </a:lnTo>
                <a:lnTo>
                  <a:pt x="1056" y="31115"/>
                </a:lnTo>
                <a:lnTo>
                  <a:pt x="772" y="30225"/>
                </a:lnTo>
                <a:lnTo>
                  <a:pt x="650" y="29844"/>
                </a:lnTo>
                <a:lnTo>
                  <a:pt x="528" y="29463"/>
                </a:lnTo>
                <a:lnTo>
                  <a:pt x="406" y="29082"/>
                </a:lnTo>
                <a:lnTo>
                  <a:pt x="325" y="28829"/>
                </a:lnTo>
                <a:lnTo>
                  <a:pt x="203" y="28448"/>
                </a:lnTo>
                <a:lnTo>
                  <a:pt x="121" y="28193"/>
                </a:lnTo>
                <a:lnTo>
                  <a:pt x="0" y="27812"/>
                </a:lnTo>
                <a:close/>
              </a:path>
              <a:path w="772795" h="41910">
                <a:moveTo>
                  <a:pt x="408818" y="8523"/>
                </a:moveTo>
                <a:lnTo>
                  <a:pt x="114485" y="8523"/>
                </a:lnTo>
                <a:lnTo>
                  <a:pt x="95798" y="9651"/>
                </a:lnTo>
                <a:lnTo>
                  <a:pt x="79796" y="10413"/>
                </a:lnTo>
                <a:lnTo>
                  <a:pt x="79542" y="10541"/>
                </a:lnTo>
                <a:lnTo>
                  <a:pt x="65064" y="11556"/>
                </a:lnTo>
                <a:lnTo>
                  <a:pt x="52618" y="12700"/>
                </a:lnTo>
                <a:lnTo>
                  <a:pt x="42077" y="13969"/>
                </a:lnTo>
                <a:lnTo>
                  <a:pt x="41823" y="13969"/>
                </a:lnTo>
                <a:lnTo>
                  <a:pt x="33187" y="15112"/>
                </a:lnTo>
                <a:lnTo>
                  <a:pt x="33441" y="15112"/>
                </a:lnTo>
                <a:lnTo>
                  <a:pt x="26202" y="16001"/>
                </a:lnTo>
                <a:lnTo>
                  <a:pt x="19090" y="17018"/>
                </a:lnTo>
                <a:lnTo>
                  <a:pt x="18836" y="17018"/>
                </a:lnTo>
                <a:lnTo>
                  <a:pt x="14264" y="18287"/>
                </a:lnTo>
                <a:lnTo>
                  <a:pt x="11026" y="19050"/>
                </a:lnTo>
                <a:lnTo>
                  <a:pt x="8930" y="19431"/>
                </a:lnTo>
                <a:lnTo>
                  <a:pt x="8001" y="19853"/>
                </a:lnTo>
                <a:lnTo>
                  <a:pt x="10708" y="20319"/>
                </a:lnTo>
                <a:lnTo>
                  <a:pt x="43982" y="25654"/>
                </a:lnTo>
                <a:lnTo>
                  <a:pt x="48300" y="26288"/>
                </a:lnTo>
                <a:lnTo>
                  <a:pt x="51221" y="30225"/>
                </a:lnTo>
                <a:lnTo>
                  <a:pt x="51125" y="30861"/>
                </a:lnTo>
                <a:lnTo>
                  <a:pt x="51086" y="31115"/>
                </a:lnTo>
                <a:lnTo>
                  <a:pt x="50971" y="31876"/>
                </a:lnTo>
                <a:lnTo>
                  <a:pt x="50913" y="32257"/>
                </a:lnTo>
                <a:lnTo>
                  <a:pt x="50150" y="32257"/>
                </a:lnTo>
                <a:lnTo>
                  <a:pt x="54523" y="31876"/>
                </a:lnTo>
                <a:lnTo>
                  <a:pt x="54396" y="31876"/>
                </a:lnTo>
                <a:lnTo>
                  <a:pt x="79345" y="29844"/>
                </a:lnTo>
                <a:lnTo>
                  <a:pt x="77307" y="29844"/>
                </a:lnTo>
                <a:lnTo>
                  <a:pt x="96814" y="29082"/>
                </a:lnTo>
                <a:lnTo>
                  <a:pt x="113261" y="28193"/>
                </a:lnTo>
                <a:lnTo>
                  <a:pt x="111394" y="28193"/>
                </a:lnTo>
                <a:lnTo>
                  <a:pt x="135930" y="27431"/>
                </a:lnTo>
                <a:lnTo>
                  <a:pt x="174072" y="26924"/>
                </a:lnTo>
                <a:lnTo>
                  <a:pt x="208320" y="26924"/>
                </a:lnTo>
                <a:lnTo>
                  <a:pt x="711748" y="26669"/>
                </a:lnTo>
                <a:lnTo>
                  <a:pt x="732957" y="25907"/>
                </a:lnTo>
                <a:lnTo>
                  <a:pt x="733211" y="25907"/>
                </a:lnTo>
                <a:lnTo>
                  <a:pt x="743625" y="25146"/>
                </a:lnTo>
                <a:lnTo>
                  <a:pt x="754293" y="24511"/>
                </a:lnTo>
                <a:lnTo>
                  <a:pt x="754674" y="24511"/>
                </a:lnTo>
                <a:lnTo>
                  <a:pt x="757995" y="24217"/>
                </a:lnTo>
                <a:lnTo>
                  <a:pt x="756071" y="23875"/>
                </a:lnTo>
                <a:lnTo>
                  <a:pt x="754503" y="21885"/>
                </a:lnTo>
                <a:lnTo>
                  <a:pt x="753404" y="21462"/>
                </a:lnTo>
                <a:lnTo>
                  <a:pt x="751999" y="20860"/>
                </a:lnTo>
                <a:lnTo>
                  <a:pt x="741537" y="19050"/>
                </a:lnTo>
                <a:lnTo>
                  <a:pt x="743505" y="19050"/>
                </a:lnTo>
                <a:lnTo>
                  <a:pt x="736261" y="18668"/>
                </a:lnTo>
                <a:lnTo>
                  <a:pt x="737351" y="18668"/>
                </a:lnTo>
                <a:lnTo>
                  <a:pt x="717082" y="17906"/>
                </a:lnTo>
                <a:lnTo>
                  <a:pt x="701715" y="17906"/>
                </a:lnTo>
                <a:lnTo>
                  <a:pt x="697778" y="13969"/>
                </a:lnTo>
                <a:lnTo>
                  <a:pt x="697651" y="10032"/>
                </a:lnTo>
                <a:lnTo>
                  <a:pt x="543473" y="10032"/>
                </a:lnTo>
                <a:lnTo>
                  <a:pt x="462320" y="9017"/>
                </a:lnTo>
                <a:lnTo>
                  <a:pt x="451610" y="9017"/>
                </a:lnTo>
                <a:lnTo>
                  <a:pt x="408818" y="8523"/>
                </a:lnTo>
                <a:close/>
              </a:path>
              <a:path w="772795" h="41910">
                <a:moveTo>
                  <a:pt x="711748" y="26669"/>
                </a:moveTo>
                <a:lnTo>
                  <a:pt x="189736" y="26669"/>
                </a:lnTo>
                <a:lnTo>
                  <a:pt x="174072" y="26924"/>
                </a:lnTo>
                <a:lnTo>
                  <a:pt x="208320" y="26924"/>
                </a:lnTo>
                <a:lnTo>
                  <a:pt x="281811" y="27812"/>
                </a:lnTo>
                <a:lnTo>
                  <a:pt x="312799" y="27812"/>
                </a:lnTo>
                <a:lnTo>
                  <a:pt x="345438" y="28193"/>
                </a:lnTo>
                <a:lnTo>
                  <a:pt x="440476" y="29082"/>
                </a:lnTo>
                <a:lnTo>
                  <a:pt x="461939" y="29082"/>
                </a:lnTo>
                <a:lnTo>
                  <a:pt x="543346" y="30225"/>
                </a:lnTo>
                <a:lnTo>
                  <a:pt x="570143" y="30225"/>
                </a:lnTo>
                <a:lnTo>
                  <a:pt x="636987" y="29463"/>
                </a:lnTo>
                <a:lnTo>
                  <a:pt x="662599" y="28829"/>
                </a:lnTo>
                <a:lnTo>
                  <a:pt x="711748" y="26669"/>
                </a:lnTo>
                <a:close/>
              </a:path>
              <a:path w="772795" h="41910">
                <a:moveTo>
                  <a:pt x="2457" y="23301"/>
                </a:moveTo>
                <a:lnTo>
                  <a:pt x="1378" y="24217"/>
                </a:lnTo>
                <a:lnTo>
                  <a:pt x="1142" y="24511"/>
                </a:lnTo>
                <a:lnTo>
                  <a:pt x="775" y="25654"/>
                </a:lnTo>
                <a:lnTo>
                  <a:pt x="693" y="25907"/>
                </a:lnTo>
                <a:lnTo>
                  <a:pt x="571" y="26288"/>
                </a:lnTo>
                <a:lnTo>
                  <a:pt x="448" y="26669"/>
                </a:lnTo>
                <a:lnTo>
                  <a:pt x="367" y="26924"/>
                </a:lnTo>
                <a:lnTo>
                  <a:pt x="285" y="27178"/>
                </a:lnTo>
                <a:lnTo>
                  <a:pt x="203" y="27431"/>
                </a:lnTo>
                <a:lnTo>
                  <a:pt x="460" y="27178"/>
                </a:lnTo>
                <a:lnTo>
                  <a:pt x="1691" y="24892"/>
                </a:lnTo>
                <a:lnTo>
                  <a:pt x="2364" y="23494"/>
                </a:lnTo>
                <a:lnTo>
                  <a:pt x="2457" y="23301"/>
                </a:lnTo>
                <a:close/>
              </a:path>
              <a:path w="772795" h="41910">
                <a:moveTo>
                  <a:pt x="189736" y="26669"/>
                </a:moveTo>
                <a:lnTo>
                  <a:pt x="155488" y="26669"/>
                </a:lnTo>
                <a:lnTo>
                  <a:pt x="208320" y="26924"/>
                </a:lnTo>
                <a:lnTo>
                  <a:pt x="174072" y="26924"/>
                </a:lnTo>
                <a:lnTo>
                  <a:pt x="189736" y="26669"/>
                </a:lnTo>
                <a:close/>
              </a:path>
              <a:path w="772795" h="41910">
                <a:moveTo>
                  <a:pt x="754503" y="21885"/>
                </a:moveTo>
                <a:lnTo>
                  <a:pt x="756071" y="23875"/>
                </a:lnTo>
                <a:lnTo>
                  <a:pt x="761786" y="24892"/>
                </a:lnTo>
                <a:lnTo>
                  <a:pt x="762942" y="24217"/>
                </a:lnTo>
                <a:lnTo>
                  <a:pt x="757760" y="24217"/>
                </a:lnTo>
                <a:lnTo>
                  <a:pt x="762548" y="23875"/>
                </a:lnTo>
                <a:lnTo>
                  <a:pt x="761437" y="23875"/>
                </a:lnTo>
                <a:lnTo>
                  <a:pt x="763437" y="23494"/>
                </a:lnTo>
                <a:lnTo>
                  <a:pt x="765164" y="22860"/>
                </a:lnTo>
                <a:lnTo>
                  <a:pt x="757849" y="22860"/>
                </a:lnTo>
                <a:lnTo>
                  <a:pt x="755521" y="22225"/>
                </a:lnTo>
                <a:lnTo>
                  <a:pt x="755385" y="22225"/>
                </a:lnTo>
                <a:lnTo>
                  <a:pt x="754503" y="21885"/>
                </a:lnTo>
                <a:close/>
              </a:path>
              <a:path w="772795" h="41910">
                <a:moveTo>
                  <a:pt x="765270" y="22860"/>
                </a:moveTo>
                <a:lnTo>
                  <a:pt x="764453" y="23113"/>
                </a:lnTo>
                <a:lnTo>
                  <a:pt x="763437" y="23494"/>
                </a:lnTo>
                <a:lnTo>
                  <a:pt x="761437" y="23875"/>
                </a:lnTo>
                <a:lnTo>
                  <a:pt x="762548" y="23875"/>
                </a:lnTo>
                <a:lnTo>
                  <a:pt x="757760" y="24217"/>
                </a:lnTo>
                <a:lnTo>
                  <a:pt x="762942" y="24217"/>
                </a:lnTo>
                <a:lnTo>
                  <a:pt x="765270" y="22860"/>
                </a:lnTo>
                <a:close/>
              </a:path>
              <a:path w="772795" h="41910">
                <a:moveTo>
                  <a:pt x="7025" y="19685"/>
                </a:moveTo>
                <a:lnTo>
                  <a:pt x="3342" y="21462"/>
                </a:lnTo>
                <a:lnTo>
                  <a:pt x="2792" y="22606"/>
                </a:lnTo>
                <a:lnTo>
                  <a:pt x="2670" y="22860"/>
                </a:lnTo>
                <a:lnTo>
                  <a:pt x="2547" y="23113"/>
                </a:lnTo>
                <a:lnTo>
                  <a:pt x="2457" y="23301"/>
                </a:lnTo>
                <a:lnTo>
                  <a:pt x="4594" y="21462"/>
                </a:lnTo>
                <a:lnTo>
                  <a:pt x="4460" y="21462"/>
                </a:lnTo>
                <a:lnTo>
                  <a:pt x="8001" y="19853"/>
                </a:lnTo>
                <a:lnTo>
                  <a:pt x="7025" y="19685"/>
                </a:lnTo>
                <a:close/>
              </a:path>
              <a:path w="772795" h="41910">
                <a:moveTo>
                  <a:pt x="752706" y="19431"/>
                </a:moveTo>
                <a:lnTo>
                  <a:pt x="752769" y="19685"/>
                </a:lnTo>
                <a:lnTo>
                  <a:pt x="754503" y="21885"/>
                </a:lnTo>
                <a:lnTo>
                  <a:pt x="755385" y="22225"/>
                </a:lnTo>
                <a:lnTo>
                  <a:pt x="755521" y="22225"/>
                </a:lnTo>
                <a:lnTo>
                  <a:pt x="757849" y="22860"/>
                </a:lnTo>
                <a:lnTo>
                  <a:pt x="752706" y="19431"/>
                </a:lnTo>
                <a:close/>
              </a:path>
              <a:path w="772795" h="41910">
                <a:moveTo>
                  <a:pt x="770036" y="19431"/>
                </a:moveTo>
                <a:lnTo>
                  <a:pt x="752706" y="19431"/>
                </a:lnTo>
                <a:lnTo>
                  <a:pt x="757849" y="22860"/>
                </a:lnTo>
                <a:lnTo>
                  <a:pt x="765270" y="22860"/>
                </a:lnTo>
                <a:lnTo>
                  <a:pt x="766358" y="22225"/>
                </a:lnTo>
                <a:lnTo>
                  <a:pt x="769178" y="20452"/>
                </a:lnTo>
                <a:lnTo>
                  <a:pt x="770036" y="19431"/>
                </a:lnTo>
                <a:close/>
              </a:path>
              <a:path w="772795" h="41910">
                <a:moveTo>
                  <a:pt x="769178" y="20452"/>
                </a:moveTo>
                <a:lnTo>
                  <a:pt x="766358" y="22225"/>
                </a:lnTo>
                <a:lnTo>
                  <a:pt x="765270" y="22860"/>
                </a:lnTo>
                <a:lnTo>
                  <a:pt x="765876" y="22606"/>
                </a:lnTo>
                <a:lnTo>
                  <a:pt x="767893" y="21885"/>
                </a:lnTo>
                <a:lnTo>
                  <a:pt x="768329" y="21462"/>
                </a:lnTo>
                <a:lnTo>
                  <a:pt x="769178" y="20452"/>
                </a:lnTo>
                <a:close/>
              </a:path>
              <a:path w="772795" h="41910">
                <a:moveTo>
                  <a:pt x="751999" y="20860"/>
                </a:moveTo>
                <a:lnTo>
                  <a:pt x="753404" y="21462"/>
                </a:lnTo>
                <a:lnTo>
                  <a:pt x="754503" y="21885"/>
                </a:lnTo>
                <a:lnTo>
                  <a:pt x="753870" y="21081"/>
                </a:lnTo>
                <a:lnTo>
                  <a:pt x="753277" y="21081"/>
                </a:lnTo>
                <a:lnTo>
                  <a:pt x="751999" y="20860"/>
                </a:lnTo>
                <a:close/>
              </a:path>
              <a:path w="772795" h="41910">
                <a:moveTo>
                  <a:pt x="750737" y="20319"/>
                </a:moveTo>
                <a:lnTo>
                  <a:pt x="751999" y="20860"/>
                </a:lnTo>
                <a:lnTo>
                  <a:pt x="753277" y="21081"/>
                </a:lnTo>
                <a:lnTo>
                  <a:pt x="750737" y="20319"/>
                </a:lnTo>
                <a:close/>
              </a:path>
              <a:path w="772795" h="41910">
                <a:moveTo>
                  <a:pt x="753269" y="20319"/>
                </a:moveTo>
                <a:lnTo>
                  <a:pt x="750737" y="20319"/>
                </a:lnTo>
                <a:lnTo>
                  <a:pt x="753277" y="21081"/>
                </a:lnTo>
                <a:lnTo>
                  <a:pt x="753870" y="21081"/>
                </a:lnTo>
                <a:lnTo>
                  <a:pt x="753374" y="20452"/>
                </a:lnTo>
                <a:lnTo>
                  <a:pt x="753269" y="20319"/>
                </a:lnTo>
                <a:close/>
              </a:path>
              <a:path w="772795" h="41910">
                <a:moveTo>
                  <a:pt x="717844" y="0"/>
                </a:moveTo>
                <a:lnTo>
                  <a:pt x="701715" y="0"/>
                </a:lnTo>
                <a:lnTo>
                  <a:pt x="697814" y="3901"/>
                </a:lnTo>
                <a:lnTo>
                  <a:pt x="697778" y="13969"/>
                </a:lnTo>
                <a:lnTo>
                  <a:pt x="701715" y="17906"/>
                </a:lnTo>
                <a:lnTo>
                  <a:pt x="717082" y="17906"/>
                </a:lnTo>
                <a:lnTo>
                  <a:pt x="737351" y="18668"/>
                </a:lnTo>
                <a:lnTo>
                  <a:pt x="739335" y="18668"/>
                </a:lnTo>
                <a:lnTo>
                  <a:pt x="751999" y="20860"/>
                </a:lnTo>
                <a:lnTo>
                  <a:pt x="750737" y="20319"/>
                </a:lnTo>
                <a:lnTo>
                  <a:pt x="753269" y="20319"/>
                </a:lnTo>
                <a:lnTo>
                  <a:pt x="752769" y="19685"/>
                </a:lnTo>
                <a:lnTo>
                  <a:pt x="752600" y="19431"/>
                </a:lnTo>
                <a:lnTo>
                  <a:pt x="770036" y="19431"/>
                </a:lnTo>
                <a:lnTo>
                  <a:pt x="770676" y="18668"/>
                </a:lnTo>
                <a:lnTo>
                  <a:pt x="771044" y="16001"/>
                </a:lnTo>
                <a:lnTo>
                  <a:pt x="771353" y="13969"/>
                </a:lnTo>
                <a:lnTo>
                  <a:pt x="771702" y="11878"/>
                </a:lnTo>
                <a:lnTo>
                  <a:pt x="769513" y="6985"/>
                </a:lnTo>
                <a:lnTo>
                  <a:pt x="696222" y="6985"/>
                </a:lnTo>
                <a:lnTo>
                  <a:pt x="710986" y="6350"/>
                </a:lnTo>
                <a:lnTo>
                  <a:pt x="731550" y="5734"/>
                </a:lnTo>
                <a:lnTo>
                  <a:pt x="751224" y="4318"/>
                </a:lnTo>
                <a:lnTo>
                  <a:pt x="751457" y="4318"/>
                </a:lnTo>
                <a:lnTo>
                  <a:pt x="756178" y="3901"/>
                </a:lnTo>
                <a:lnTo>
                  <a:pt x="756833" y="3682"/>
                </a:lnTo>
                <a:lnTo>
                  <a:pt x="757849" y="3301"/>
                </a:lnTo>
                <a:lnTo>
                  <a:pt x="760965" y="2367"/>
                </a:lnTo>
                <a:lnTo>
                  <a:pt x="760008" y="2159"/>
                </a:lnTo>
                <a:lnTo>
                  <a:pt x="758230" y="1905"/>
                </a:lnTo>
                <a:lnTo>
                  <a:pt x="717844" y="0"/>
                </a:lnTo>
                <a:close/>
              </a:path>
              <a:path w="772795" h="41910">
                <a:moveTo>
                  <a:pt x="771702" y="11878"/>
                </a:moveTo>
                <a:lnTo>
                  <a:pt x="771167" y="15112"/>
                </a:lnTo>
                <a:lnTo>
                  <a:pt x="770904" y="17018"/>
                </a:lnTo>
                <a:lnTo>
                  <a:pt x="770781" y="17906"/>
                </a:lnTo>
                <a:lnTo>
                  <a:pt x="770676" y="18668"/>
                </a:lnTo>
                <a:lnTo>
                  <a:pt x="769289" y="20319"/>
                </a:lnTo>
                <a:lnTo>
                  <a:pt x="770131" y="19853"/>
                </a:lnTo>
                <a:lnTo>
                  <a:pt x="770803" y="19431"/>
                </a:lnTo>
                <a:lnTo>
                  <a:pt x="772541" y="13969"/>
                </a:lnTo>
                <a:lnTo>
                  <a:pt x="772070" y="12700"/>
                </a:lnTo>
                <a:lnTo>
                  <a:pt x="771702" y="11878"/>
                </a:lnTo>
                <a:close/>
              </a:path>
              <a:path w="772795" h="41910">
                <a:moveTo>
                  <a:pt x="739053" y="18668"/>
                </a:moveTo>
                <a:lnTo>
                  <a:pt x="736261" y="18668"/>
                </a:lnTo>
                <a:lnTo>
                  <a:pt x="743505" y="19050"/>
                </a:lnTo>
                <a:lnTo>
                  <a:pt x="742101" y="19050"/>
                </a:lnTo>
                <a:lnTo>
                  <a:pt x="739053" y="18668"/>
                </a:lnTo>
                <a:close/>
              </a:path>
              <a:path w="772795" h="41910">
                <a:moveTo>
                  <a:pt x="739335" y="18668"/>
                </a:moveTo>
                <a:lnTo>
                  <a:pt x="739053" y="18668"/>
                </a:lnTo>
                <a:lnTo>
                  <a:pt x="742101" y="19050"/>
                </a:lnTo>
                <a:lnTo>
                  <a:pt x="741537" y="19050"/>
                </a:lnTo>
                <a:lnTo>
                  <a:pt x="739335" y="18668"/>
                </a:lnTo>
                <a:close/>
              </a:path>
              <a:path w="772795" h="41910">
                <a:moveTo>
                  <a:pt x="769311" y="6532"/>
                </a:moveTo>
                <a:lnTo>
                  <a:pt x="771702" y="11878"/>
                </a:lnTo>
                <a:lnTo>
                  <a:pt x="771819" y="11175"/>
                </a:lnTo>
                <a:lnTo>
                  <a:pt x="770702" y="8128"/>
                </a:lnTo>
                <a:lnTo>
                  <a:pt x="770608" y="7874"/>
                </a:lnTo>
                <a:lnTo>
                  <a:pt x="770515" y="7619"/>
                </a:lnTo>
                <a:lnTo>
                  <a:pt x="770761" y="7619"/>
                </a:lnTo>
                <a:lnTo>
                  <a:pt x="769311" y="6532"/>
                </a:lnTo>
                <a:close/>
              </a:path>
              <a:path w="772795" h="41910">
                <a:moveTo>
                  <a:pt x="765144" y="3901"/>
                </a:moveTo>
                <a:lnTo>
                  <a:pt x="756803" y="3901"/>
                </a:lnTo>
                <a:lnTo>
                  <a:pt x="754928" y="4318"/>
                </a:lnTo>
                <a:lnTo>
                  <a:pt x="751224" y="4318"/>
                </a:lnTo>
                <a:lnTo>
                  <a:pt x="731550" y="5734"/>
                </a:lnTo>
                <a:lnTo>
                  <a:pt x="710986" y="6350"/>
                </a:lnTo>
                <a:lnTo>
                  <a:pt x="681459" y="7619"/>
                </a:lnTo>
                <a:lnTo>
                  <a:pt x="681691" y="7619"/>
                </a:lnTo>
                <a:lnTo>
                  <a:pt x="661519" y="8523"/>
                </a:lnTo>
                <a:lnTo>
                  <a:pt x="641433" y="9017"/>
                </a:lnTo>
                <a:lnTo>
                  <a:pt x="641686" y="9017"/>
                </a:lnTo>
                <a:lnTo>
                  <a:pt x="631486" y="9269"/>
                </a:lnTo>
                <a:lnTo>
                  <a:pt x="570016" y="10032"/>
                </a:lnTo>
                <a:lnTo>
                  <a:pt x="697651" y="10032"/>
                </a:lnTo>
                <a:lnTo>
                  <a:pt x="697651" y="6985"/>
                </a:lnTo>
                <a:lnTo>
                  <a:pt x="769513" y="6985"/>
                </a:lnTo>
                <a:lnTo>
                  <a:pt x="769311" y="6532"/>
                </a:lnTo>
                <a:lnTo>
                  <a:pt x="767374" y="5080"/>
                </a:lnTo>
                <a:lnTo>
                  <a:pt x="766993" y="4825"/>
                </a:lnTo>
                <a:lnTo>
                  <a:pt x="765144" y="3901"/>
                </a:lnTo>
                <a:close/>
              </a:path>
              <a:path w="772795" h="41910">
                <a:moveTo>
                  <a:pt x="641668" y="9017"/>
                </a:moveTo>
                <a:lnTo>
                  <a:pt x="639453" y="9017"/>
                </a:lnTo>
                <a:lnTo>
                  <a:pt x="623872" y="9269"/>
                </a:lnTo>
                <a:lnTo>
                  <a:pt x="631486" y="9269"/>
                </a:lnTo>
                <a:lnTo>
                  <a:pt x="641668" y="9017"/>
                </a:lnTo>
                <a:close/>
              </a:path>
              <a:path w="772795" h="41910">
                <a:moveTo>
                  <a:pt x="143148" y="7619"/>
                </a:moveTo>
                <a:lnTo>
                  <a:pt x="138872" y="7619"/>
                </a:lnTo>
                <a:lnTo>
                  <a:pt x="114334" y="8523"/>
                </a:lnTo>
                <a:lnTo>
                  <a:pt x="408998" y="8523"/>
                </a:lnTo>
                <a:lnTo>
                  <a:pt x="127696" y="7874"/>
                </a:lnTo>
                <a:lnTo>
                  <a:pt x="143148" y="7619"/>
                </a:lnTo>
                <a:close/>
              </a:path>
              <a:path w="772795" h="41910">
                <a:moveTo>
                  <a:pt x="218925" y="6985"/>
                </a:moveTo>
                <a:lnTo>
                  <a:pt x="181777" y="6985"/>
                </a:lnTo>
                <a:lnTo>
                  <a:pt x="127696" y="7874"/>
                </a:lnTo>
                <a:lnTo>
                  <a:pt x="334812" y="7874"/>
                </a:lnTo>
                <a:lnTo>
                  <a:pt x="312968" y="7619"/>
                </a:lnTo>
                <a:lnTo>
                  <a:pt x="271312" y="7619"/>
                </a:lnTo>
                <a:lnTo>
                  <a:pt x="218925" y="6985"/>
                </a:lnTo>
                <a:close/>
              </a:path>
              <a:path w="772795" h="41910">
                <a:moveTo>
                  <a:pt x="681691" y="7619"/>
                </a:moveTo>
                <a:lnTo>
                  <a:pt x="312968" y="7619"/>
                </a:lnTo>
                <a:lnTo>
                  <a:pt x="334812" y="7874"/>
                </a:lnTo>
                <a:lnTo>
                  <a:pt x="676019" y="7874"/>
                </a:lnTo>
                <a:lnTo>
                  <a:pt x="681691" y="7619"/>
                </a:lnTo>
                <a:close/>
              </a:path>
              <a:path w="772795" h="41910">
                <a:moveTo>
                  <a:pt x="763210" y="1905"/>
                </a:moveTo>
                <a:lnTo>
                  <a:pt x="762506" y="1905"/>
                </a:lnTo>
                <a:lnTo>
                  <a:pt x="760965" y="2367"/>
                </a:lnTo>
                <a:lnTo>
                  <a:pt x="762929" y="2793"/>
                </a:lnTo>
                <a:lnTo>
                  <a:pt x="766993" y="4825"/>
                </a:lnTo>
                <a:lnTo>
                  <a:pt x="767374" y="5080"/>
                </a:lnTo>
                <a:lnTo>
                  <a:pt x="769311" y="6532"/>
                </a:lnTo>
                <a:lnTo>
                  <a:pt x="768320" y="4318"/>
                </a:lnTo>
                <a:lnTo>
                  <a:pt x="768544" y="4318"/>
                </a:lnTo>
                <a:lnTo>
                  <a:pt x="763210" y="1905"/>
                </a:lnTo>
                <a:close/>
              </a:path>
              <a:path w="772795" h="41910">
                <a:moveTo>
                  <a:pt x="756178" y="3901"/>
                </a:moveTo>
                <a:lnTo>
                  <a:pt x="751457" y="4318"/>
                </a:lnTo>
                <a:lnTo>
                  <a:pt x="754928" y="4318"/>
                </a:lnTo>
                <a:lnTo>
                  <a:pt x="756178" y="3901"/>
                </a:lnTo>
                <a:close/>
              </a:path>
              <a:path w="772795" h="41910">
                <a:moveTo>
                  <a:pt x="760965" y="2367"/>
                </a:moveTo>
                <a:lnTo>
                  <a:pt x="757849" y="3301"/>
                </a:lnTo>
                <a:lnTo>
                  <a:pt x="756833" y="3682"/>
                </a:lnTo>
                <a:lnTo>
                  <a:pt x="754928" y="4318"/>
                </a:lnTo>
                <a:lnTo>
                  <a:pt x="756803" y="3901"/>
                </a:lnTo>
                <a:lnTo>
                  <a:pt x="765144" y="3901"/>
                </a:lnTo>
                <a:lnTo>
                  <a:pt x="762929" y="2793"/>
                </a:lnTo>
                <a:lnTo>
                  <a:pt x="760965" y="2367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7394" y="2781935"/>
            <a:ext cx="4726940" cy="1439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229" dirty="0">
                <a:latin typeface="Cambria Math"/>
                <a:cs typeface="Cambria Math"/>
              </a:rPr>
              <a:t>a</a:t>
            </a:r>
            <a:r>
              <a:rPr sz="2000" spc="355" dirty="0">
                <a:latin typeface="Cambria Math"/>
                <a:cs typeface="Cambria Math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too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150" dirty="0">
                <a:latin typeface="Verdana"/>
                <a:cs typeface="Verdana"/>
              </a:rPr>
              <a:t>large.</a:t>
            </a:r>
            <a:endParaRPr sz="2000">
              <a:latin typeface="Verdana"/>
              <a:cs typeface="Verdana"/>
            </a:endParaRPr>
          </a:p>
          <a:p>
            <a:pPr marL="26670">
              <a:lnSpc>
                <a:spcPct val="100000"/>
              </a:lnSpc>
              <a:spcBef>
                <a:spcPts val="1485"/>
              </a:spcBef>
            </a:pPr>
            <a:r>
              <a:rPr sz="2000" dirty="0">
                <a:latin typeface="Verdana"/>
                <a:cs typeface="Verdana"/>
              </a:rPr>
              <a:t>Gradient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descent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may:</a:t>
            </a:r>
            <a:endParaRPr sz="2000">
              <a:latin typeface="Verdana"/>
              <a:cs typeface="Verdana"/>
            </a:endParaRPr>
          </a:p>
          <a:p>
            <a:pPr marL="407034" indent="-199390">
              <a:lnSpc>
                <a:spcPct val="100000"/>
              </a:lnSpc>
              <a:spcBef>
                <a:spcPts val="5"/>
              </a:spcBef>
              <a:buChar char="-"/>
              <a:tabLst>
                <a:tab pos="407034" algn="l"/>
              </a:tabLst>
            </a:pPr>
            <a:r>
              <a:rPr sz="2000" dirty="0">
                <a:latin typeface="Verdana"/>
                <a:cs typeface="Verdana"/>
              </a:rPr>
              <a:t>Overshoot,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never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reach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minimum</a:t>
            </a:r>
            <a:endParaRPr sz="2000">
              <a:latin typeface="Verdana"/>
              <a:cs typeface="Verdana"/>
            </a:endParaRPr>
          </a:p>
          <a:p>
            <a:pPr marL="407034" indent="-199390">
              <a:lnSpc>
                <a:spcPct val="100000"/>
              </a:lnSpc>
              <a:spcBef>
                <a:spcPts val="5"/>
              </a:spcBef>
              <a:buChar char="-"/>
              <a:tabLst>
                <a:tab pos="407034" algn="l"/>
              </a:tabLst>
            </a:pPr>
            <a:r>
              <a:rPr sz="2000" dirty="0">
                <a:latin typeface="Verdana"/>
                <a:cs typeface="Verdana"/>
              </a:rPr>
              <a:t>Fail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converge,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diverge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394" y="1580122"/>
            <a:ext cx="3978275" cy="76644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610"/>
              </a:spcBef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229" dirty="0">
                <a:latin typeface="Cambria Math"/>
                <a:cs typeface="Cambria Math"/>
              </a:rPr>
              <a:t>a</a:t>
            </a:r>
            <a:r>
              <a:rPr sz="2000" spc="355" dirty="0">
                <a:latin typeface="Cambria Math"/>
                <a:cs typeface="Cambria Math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too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125" dirty="0">
                <a:latin typeface="Verdana"/>
                <a:cs typeface="Verdana"/>
              </a:rPr>
              <a:t>small.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000" dirty="0">
                <a:latin typeface="Verdana"/>
                <a:cs typeface="Verdana"/>
              </a:rPr>
              <a:t>Gradient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descent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may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slow.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67450" y="2343150"/>
            <a:ext cx="2409825" cy="1994535"/>
            <a:chOff x="6267450" y="2343150"/>
            <a:chExt cx="2409825" cy="1994535"/>
          </a:xfrm>
        </p:grpSpPr>
        <p:sp>
          <p:nvSpPr>
            <p:cNvPr id="6" name="object 6"/>
            <p:cNvSpPr/>
            <p:nvPr/>
          </p:nvSpPr>
          <p:spPr>
            <a:xfrm>
              <a:off x="6438900" y="3800475"/>
              <a:ext cx="773430" cy="0"/>
            </a:xfrm>
            <a:custGeom>
              <a:avLst/>
              <a:gdLst/>
              <a:ahLst/>
              <a:cxnLst/>
              <a:rect l="l" t="t" r="r" b="b"/>
              <a:pathLst>
                <a:path w="773429">
                  <a:moveTo>
                    <a:pt x="773176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285F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43729" y="2343150"/>
              <a:ext cx="228600" cy="1907539"/>
            </a:xfrm>
            <a:custGeom>
              <a:avLst/>
              <a:gdLst/>
              <a:ahLst/>
              <a:cxnLst/>
              <a:rect l="l" t="t" r="r" b="b"/>
              <a:pathLst>
                <a:path w="228600" h="1907539">
                  <a:moveTo>
                    <a:pt x="114220" y="59435"/>
                  </a:moveTo>
                  <a:lnTo>
                    <a:pt x="95170" y="82295"/>
                  </a:lnTo>
                  <a:lnTo>
                    <a:pt x="95170" y="1907133"/>
                  </a:lnTo>
                  <a:lnTo>
                    <a:pt x="133270" y="1907133"/>
                  </a:lnTo>
                  <a:lnTo>
                    <a:pt x="133270" y="82295"/>
                  </a:lnTo>
                  <a:lnTo>
                    <a:pt x="114220" y="59435"/>
                  </a:lnTo>
                  <a:close/>
                </a:path>
                <a:path w="228600" h="1907539">
                  <a:moveTo>
                    <a:pt x="114220" y="0"/>
                  </a:moveTo>
                  <a:lnTo>
                    <a:pt x="4365" y="131825"/>
                  </a:lnTo>
                  <a:lnTo>
                    <a:pt x="760" y="138495"/>
                  </a:lnTo>
                  <a:lnTo>
                    <a:pt x="0" y="145748"/>
                  </a:lnTo>
                  <a:lnTo>
                    <a:pt x="2026" y="152739"/>
                  </a:lnTo>
                  <a:lnTo>
                    <a:pt x="6778" y="158623"/>
                  </a:lnTo>
                  <a:lnTo>
                    <a:pt x="13448" y="162228"/>
                  </a:lnTo>
                  <a:lnTo>
                    <a:pt x="20701" y="162988"/>
                  </a:lnTo>
                  <a:lnTo>
                    <a:pt x="27691" y="160962"/>
                  </a:lnTo>
                  <a:lnTo>
                    <a:pt x="33575" y="156210"/>
                  </a:lnTo>
                  <a:lnTo>
                    <a:pt x="95170" y="82295"/>
                  </a:lnTo>
                  <a:lnTo>
                    <a:pt x="95170" y="29718"/>
                  </a:lnTo>
                  <a:lnTo>
                    <a:pt x="138985" y="29718"/>
                  </a:lnTo>
                  <a:lnTo>
                    <a:pt x="114220" y="0"/>
                  </a:lnTo>
                  <a:close/>
                </a:path>
                <a:path w="228600" h="1907539">
                  <a:moveTo>
                    <a:pt x="138985" y="29718"/>
                  </a:moveTo>
                  <a:lnTo>
                    <a:pt x="133270" y="29718"/>
                  </a:lnTo>
                  <a:lnTo>
                    <a:pt x="133270" y="82295"/>
                  </a:lnTo>
                  <a:lnTo>
                    <a:pt x="194865" y="156210"/>
                  </a:lnTo>
                  <a:lnTo>
                    <a:pt x="200749" y="160962"/>
                  </a:lnTo>
                  <a:lnTo>
                    <a:pt x="207740" y="162988"/>
                  </a:lnTo>
                  <a:lnTo>
                    <a:pt x="214993" y="162228"/>
                  </a:lnTo>
                  <a:lnTo>
                    <a:pt x="221662" y="158623"/>
                  </a:lnTo>
                  <a:lnTo>
                    <a:pt x="226415" y="152739"/>
                  </a:lnTo>
                  <a:lnTo>
                    <a:pt x="228441" y="145748"/>
                  </a:lnTo>
                  <a:lnTo>
                    <a:pt x="227681" y="138495"/>
                  </a:lnTo>
                  <a:lnTo>
                    <a:pt x="224075" y="131825"/>
                  </a:lnTo>
                  <a:lnTo>
                    <a:pt x="138985" y="29718"/>
                  </a:lnTo>
                  <a:close/>
                </a:path>
                <a:path w="228600" h="1907539">
                  <a:moveTo>
                    <a:pt x="133270" y="29718"/>
                  </a:moveTo>
                  <a:lnTo>
                    <a:pt x="95170" y="29718"/>
                  </a:lnTo>
                  <a:lnTo>
                    <a:pt x="95170" y="82295"/>
                  </a:lnTo>
                  <a:lnTo>
                    <a:pt x="114220" y="59435"/>
                  </a:lnTo>
                  <a:lnTo>
                    <a:pt x="99615" y="41910"/>
                  </a:lnTo>
                  <a:lnTo>
                    <a:pt x="133270" y="41910"/>
                  </a:lnTo>
                  <a:lnTo>
                    <a:pt x="133270" y="29718"/>
                  </a:lnTo>
                  <a:close/>
                </a:path>
                <a:path w="228600" h="1907539">
                  <a:moveTo>
                    <a:pt x="133270" y="41910"/>
                  </a:moveTo>
                  <a:lnTo>
                    <a:pt x="128825" y="41910"/>
                  </a:lnTo>
                  <a:lnTo>
                    <a:pt x="114220" y="59435"/>
                  </a:lnTo>
                  <a:lnTo>
                    <a:pt x="133270" y="82295"/>
                  </a:lnTo>
                  <a:lnTo>
                    <a:pt x="133270" y="41910"/>
                  </a:lnTo>
                  <a:close/>
                </a:path>
                <a:path w="228600" h="1907539">
                  <a:moveTo>
                    <a:pt x="128825" y="41910"/>
                  </a:moveTo>
                  <a:lnTo>
                    <a:pt x="99615" y="41910"/>
                  </a:lnTo>
                  <a:lnTo>
                    <a:pt x="114220" y="59435"/>
                  </a:lnTo>
                  <a:lnTo>
                    <a:pt x="128825" y="419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67450" y="3933901"/>
              <a:ext cx="2409825" cy="228600"/>
            </a:xfrm>
            <a:custGeom>
              <a:avLst/>
              <a:gdLst/>
              <a:ahLst/>
              <a:cxnLst/>
              <a:rect l="l" t="t" r="r" b="b"/>
              <a:pathLst>
                <a:path w="2409825" h="228600">
                  <a:moveTo>
                    <a:pt x="2350104" y="114223"/>
                  </a:moveTo>
                  <a:lnTo>
                    <a:pt x="2253360" y="194843"/>
                  </a:lnTo>
                  <a:lnTo>
                    <a:pt x="2248608" y="200738"/>
                  </a:lnTo>
                  <a:lnTo>
                    <a:pt x="2246582" y="207749"/>
                  </a:lnTo>
                  <a:lnTo>
                    <a:pt x="2247342" y="215013"/>
                  </a:lnTo>
                  <a:lnTo>
                    <a:pt x="2250948" y="221665"/>
                  </a:lnTo>
                  <a:lnTo>
                    <a:pt x="2256831" y="226408"/>
                  </a:lnTo>
                  <a:lnTo>
                    <a:pt x="2263822" y="228447"/>
                  </a:lnTo>
                  <a:lnTo>
                    <a:pt x="2271075" y="227705"/>
                  </a:lnTo>
                  <a:lnTo>
                    <a:pt x="2277745" y="224104"/>
                  </a:lnTo>
                  <a:lnTo>
                    <a:pt x="2386716" y="133273"/>
                  </a:lnTo>
                  <a:lnTo>
                    <a:pt x="2379853" y="133273"/>
                  </a:lnTo>
                  <a:lnTo>
                    <a:pt x="2379853" y="128854"/>
                  </a:lnTo>
                  <a:lnTo>
                    <a:pt x="2367660" y="128854"/>
                  </a:lnTo>
                  <a:lnTo>
                    <a:pt x="2350104" y="114223"/>
                  </a:lnTo>
                  <a:close/>
                </a:path>
                <a:path w="2409825" h="228600">
                  <a:moveTo>
                    <a:pt x="2327244" y="95173"/>
                  </a:moveTo>
                  <a:lnTo>
                    <a:pt x="0" y="95173"/>
                  </a:lnTo>
                  <a:lnTo>
                    <a:pt x="0" y="133273"/>
                  </a:lnTo>
                  <a:lnTo>
                    <a:pt x="2327244" y="133273"/>
                  </a:lnTo>
                  <a:lnTo>
                    <a:pt x="2350104" y="114223"/>
                  </a:lnTo>
                  <a:lnTo>
                    <a:pt x="2327244" y="95173"/>
                  </a:lnTo>
                  <a:close/>
                </a:path>
                <a:path w="2409825" h="228600">
                  <a:moveTo>
                    <a:pt x="2386716" y="95173"/>
                  </a:moveTo>
                  <a:lnTo>
                    <a:pt x="2379853" y="95173"/>
                  </a:lnTo>
                  <a:lnTo>
                    <a:pt x="2379853" y="133273"/>
                  </a:lnTo>
                  <a:lnTo>
                    <a:pt x="2386716" y="133273"/>
                  </a:lnTo>
                  <a:lnTo>
                    <a:pt x="2409571" y="114223"/>
                  </a:lnTo>
                  <a:lnTo>
                    <a:pt x="2386716" y="95173"/>
                  </a:lnTo>
                  <a:close/>
                </a:path>
                <a:path w="2409825" h="228600">
                  <a:moveTo>
                    <a:pt x="2367660" y="99593"/>
                  </a:moveTo>
                  <a:lnTo>
                    <a:pt x="2350104" y="114223"/>
                  </a:lnTo>
                  <a:lnTo>
                    <a:pt x="2367660" y="128854"/>
                  </a:lnTo>
                  <a:lnTo>
                    <a:pt x="2367660" y="99593"/>
                  </a:lnTo>
                  <a:close/>
                </a:path>
                <a:path w="2409825" h="228600">
                  <a:moveTo>
                    <a:pt x="2379853" y="99593"/>
                  </a:moveTo>
                  <a:lnTo>
                    <a:pt x="2367660" y="99593"/>
                  </a:lnTo>
                  <a:lnTo>
                    <a:pt x="2367660" y="128854"/>
                  </a:lnTo>
                  <a:lnTo>
                    <a:pt x="2379853" y="128854"/>
                  </a:lnTo>
                  <a:lnTo>
                    <a:pt x="2379853" y="99593"/>
                  </a:lnTo>
                  <a:close/>
                </a:path>
                <a:path w="2409825" h="228600">
                  <a:moveTo>
                    <a:pt x="2263822" y="0"/>
                  </a:moveTo>
                  <a:lnTo>
                    <a:pt x="2256831" y="2039"/>
                  </a:lnTo>
                  <a:lnTo>
                    <a:pt x="2250948" y="6781"/>
                  </a:lnTo>
                  <a:lnTo>
                    <a:pt x="2247342" y="13433"/>
                  </a:lnTo>
                  <a:lnTo>
                    <a:pt x="2246582" y="20697"/>
                  </a:lnTo>
                  <a:lnTo>
                    <a:pt x="2248608" y="27709"/>
                  </a:lnTo>
                  <a:lnTo>
                    <a:pt x="2253360" y="33604"/>
                  </a:lnTo>
                  <a:lnTo>
                    <a:pt x="2350104" y="114223"/>
                  </a:lnTo>
                  <a:lnTo>
                    <a:pt x="2367660" y="99593"/>
                  </a:lnTo>
                  <a:lnTo>
                    <a:pt x="2379853" y="99593"/>
                  </a:lnTo>
                  <a:lnTo>
                    <a:pt x="2379853" y="95173"/>
                  </a:lnTo>
                  <a:lnTo>
                    <a:pt x="2386716" y="95173"/>
                  </a:lnTo>
                  <a:lnTo>
                    <a:pt x="2277745" y="4343"/>
                  </a:lnTo>
                  <a:lnTo>
                    <a:pt x="2271075" y="741"/>
                  </a:lnTo>
                  <a:lnTo>
                    <a:pt x="22638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8425" y="2647950"/>
              <a:ext cx="2132520" cy="1689265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6267450" y="180974"/>
            <a:ext cx="2409825" cy="1907539"/>
          </a:xfrm>
          <a:custGeom>
            <a:avLst/>
            <a:gdLst/>
            <a:ahLst/>
            <a:cxnLst/>
            <a:rect l="l" t="t" r="r" b="b"/>
            <a:pathLst>
              <a:path w="2409825" h="1907539">
                <a:moveTo>
                  <a:pt x="2409571" y="1704975"/>
                </a:moveTo>
                <a:lnTo>
                  <a:pt x="2386711" y="1685925"/>
                </a:lnTo>
                <a:lnTo>
                  <a:pt x="2277745" y="1595120"/>
                </a:lnTo>
                <a:lnTo>
                  <a:pt x="2271064" y="1591525"/>
                </a:lnTo>
                <a:lnTo>
                  <a:pt x="2246579" y="1611464"/>
                </a:lnTo>
                <a:lnTo>
                  <a:pt x="2248598" y="1618449"/>
                </a:lnTo>
                <a:lnTo>
                  <a:pt x="2253361" y="1624330"/>
                </a:lnTo>
                <a:lnTo>
                  <a:pt x="2327275" y="1685925"/>
                </a:lnTo>
                <a:lnTo>
                  <a:pt x="209550" y="1685925"/>
                </a:lnTo>
                <a:lnTo>
                  <a:pt x="209550" y="82296"/>
                </a:lnTo>
                <a:lnTo>
                  <a:pt x="271145" y="156210"/>
                </a:lnTo>
                <a:lnTo>
                  <a:pt x="277025" y="160972"/>
                </a:lnTo>
                <a:lnTo>
                  <a:pt x="284010" y="162991"/>
                </a:lnTo>
                <a:lnTo>
                  <a:pt x="291261" y="162229"/>
                </a:lnTo>
                <a:lnTo>
                  <a:pt x="297942" y="158623"/>
                </a:lnTo>
                <a:lnTo>
                  <a:pt x="302691" y="152742"/>
                </a:lnTo>
                <a:lnTo>
                  <a:pt x="304711" y="145757"/>
                </a:lnTo>
                <a:lnTo>
                  <a:pt x="303949" y="138506"/>
                </a:lnTo>
                <a:lnTo>
                  <a:pt x="300355" y="131826"/>
                </a:lnTo>
                <a:lnTo>
                  <a:pt x="215265" y="29718"/>
                </a:lnTo>
                <a:lnTo>
                  <a:pt x="190500" y="0"/>
                </a:lnTo>
                <a:lnTo>
                  <a:pt x="80645" y="131826"/>
                </a:lnTo>
                <a:lnTo>
                  <a:pt x="77038" y="138506"/>
                </a:lnTo>
                <a:lnTo>
                  <a:pt x="76276" y="145757"/>
                </a:lnTo>
                <a:lnTo>
                  <a:pt x="78295" y="152742"/>
                </a:lnTo>
                <a:lnTo>
                  <a:pt x="83058" y="158623"/>
                </a:lnTo>
                <a:lnTo>
                  <a:pt x="89725" y="162229"/>
                </a:lnTo>
                <a:lnTo>
                  <a:pt x="96977" y="162991"/>
                </a:lnTo>
                <a:lnTo>
                  <a:pt x="103962" y="160972"/>
                </a:lnTo>
                <a:lnTo>
                  <a:pt x="109855" y="156210"/>
                </a:lnTo>
                <a:lnTo>
                  <a:pt x="171450" y="82296"/>
                </a:lnTo>
                <a:lnTo>
                  <a:pt x="171450" y="1685925"/>
                </a:lnTo>
                <a:lnTo>
                  <a:pt x="0" y="1685925"/>
                </a:lnTo>
                <a:lnTo>
                  <a:pt x="0" y="1724025"/>
                </a:lnTo>
                <a:lnTo>
                  <a:pt x="171450" y="1724025"/>
                </a:lnTo>
                <a:lnTo>
                  <a:pt x="171450" y="1907159"/>
                </a:lnTo>
                <a:lnTo>
                  <a:pt x="209550" y="1907159"/>
                </a:lnTo>
                <a:lnTo>
                  <a:pt x="209550" y="1724025"/>
                </a:lnTo>
                <a:lnTo>
                  <a:pt x="2327275" y="1724025"/>
                </a:lnTo>
                <a:lnTo>
                  <a:pt x="2253361" y="1785620"/>
                </a:lnTo>
                <a:lnTo>
                  <a:pt x="2248598" y="1791512"/>
                </a:lnTo>
                <a:lnTo>
                  <a:pt x="2246579" y="1798497"/>
                </a:lnTo>
                <a:lnTo>
                  <a:pt x="2247341" y="1805749"/>
                </a:lnTo>
                <a:lnTo>
                  <a:pt x="2250948" y="1812417"/>
                </a:lnTo>
                <a:lnTo>
                  <a:pt x="2256828" y="1817179"/>
                </a:lnTo>
                <a:lnTo>
                  <a:pt x="2263813" y="1819198"/>
                </a:lnTo>
                <a:lnTo>
                  <a:pt x="2271064" y="1818436"/>
                </a:lnTo>
                <a:lnTo>
                  <a:pt x="2277745" y="1814830"/>
                </a:lnTo>
                <a:lnTo>
                  <a:pt x="2386711" y="1724025"/>
                </a:lnTo>
                <a:lnTo>
                  <a:pt x="2409571" y="17049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54645" y="1857438"/>
            <a:ext cx="2159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66103" y="476250"/>
            <a:ext cx="1987550" cy="1309370"/>
            <a:chOff x="6566103" y="476250"/>
            <a:chExt cx="1987550" cy="1309370"/>
          </a:xfrm>
        </p:grpSpPr>
        <p:sp>
          <p:nvSpPr>
            <p:cNvPr id="13" name="object 13"/>
            <p:cNvSpPr/>
            <p:nvPr/>
          </p:nvSpPr>
          <p:spPr>
            <a:xfrm>
              <a:off x="6585153" y="495300"/>
              <a:ext cx="1949450" cy="1240790"/>
            </a:xfrm>
            <a:custGeom>
              <a:avLst/>
              <a:gdLst/>
              <a:ahLst/>
              <a:cxnLst/>
              <a:rect l="l" t="t" r="r" b="b"/>
              <a:pathLst>
                <a:path w="1949450" h="1240789">
                  <a:moveTo>
                    <a:pt x="6146" y="0"/>
                  </a:moveTo>
                  <a:lnTo>
                    <a:pt x="2074" y="46707"/>
                  </a:lnTo>
                  <a:lnTo>
                    <a:pt x="7" y="94930"/>
                  </a:lnTo>
                  <a:lnTo>
                    <a:pt x="0" y="144189"/>
                  </a:lnTo>
                  <a:lnTo>
                    <a:pt x="2104" y="194004"/>
                  </a:lnTo>
                  <a:lnTo>
                    <a:pt x="6373" y="243893"/>
                  </a:lnTo>
                  <a:lnTo>
                    <a:pt x="12861" y="293377"/>
                  </a:lnTo>
                  <a:lnTo>
                    <a:pt x="21621" y="341975"/>
                  </a:lnTo>
                  <a:lnTo>
                    <a:pt x="32705" y="389208"/>
                  </a:lnTo>
                  <a:lnTo>
                    <a:pt x="46168" y="434594"/>
                  </a:lnTo>
                  <a:lnTo>
                    <a:pt x="62062" y="477653"/>
                  </a:lnTo>
                  <a:lnTo>
                    <a:pt x="80441" y="517905"/>
                  </a:lnTo>
                  <a:lnTo>
                    <a:pt x="103542" y="566566"/>
                  </a:lnTo>
                  <a:lnTo>
                    <a:pt x="125562" y="612007"/>
                  </a:lnTo>
                  <a:lnTo>
                    <a:pt x="147581" y="654797"/>
                  </a:lnTo>
                  <a:lnTo>
                    <a:pt x="170683" y="695509"/>
                  </a:lnTo>
                  <a:lnTo>
                    <a:pt x="195948" y="734712"/>
                  </a:lnTo>
                  <a:lnTo>
                    <a:pt x="224459" y="772978"/>
                  </a:lnTo>
                  <a:lnTo>
                    <a:pt x="257297" y="810877"/>
                  </a:lnTo>
                  <a:lnTo>
                    <a:pt x="295544" y="848979"/>
                  </a:lnTo>
                  <a:lnTo>
                    <a:pt x="340283" y="887857"/>
                  </a:lnTo>
                  <a:lnTo>
                    <a:pt x="367682" y="923049"/>
                  </a:lnTo>
                  <a:lnTo>
                    <a:pt x="397948" y="960452"/>
                  </a:lnTo>
                  <a:lnTo>
                    <a:pt x="430806" y="999051"/>
                  </a:lnTo>
                  <a:lnTo>
                    <a:pt x="465984" y="1037834"/>
                  </a:lnTo>
                  <a:lnTo>
                    <a:pt x="503211" y="1075788"/>
                  </a:lnTo>
                  <a:lnTo>
                    <a:pt x="542213" y="1111900"/>
                  </a:lnTo>
                  <a:lnTo>
                    <a:pt x="582717" y="1145158"/>
                  </a:lnTo>
                  <a:lnTo>
                    <a:pt x="624452" y="1174547"/>
                  </a:lnTo>
                  <a:lnTo>
                    <a:pt x="667145" y="1199056"/>
                  </a:lnTo>
                  <a:lnTo>
                    <a:pt x="710523" y="1217671"/>
                  </a:lnTo>
                  <a:lnTo>
                    <a:pt x="754314" y="1229380"/>
                  </a:lnTo>
                  <a:lnTo>
                    <a:pt x="798245" y="1233170"/>
                  </a:lnTo>
                  <a:lnTo>
                    <a:pt x="838005" y="1238613"/>
                  </a:lnTo>
                  <a:lnTo>
                    <a:pt x="884123" y="1240789"/>
                  </a:lnTo>
                  <a:lnTo>
                    <a:pt x="935130" y="1239976"/>
                  </a:lnTo>
                  <a:lnTo>
                    <a:pt x="989556" y="1236452"/>
                  </a:lnTo>
                  <a:lnTo>
                    <a:pt x="1045931" y="1230496"/>
                  </a:lnTo>
                  <a:lnTo>
                    <a:pt x="1102786" y="1222385"/>
                  </a:lnTo>
                  <a:lnTo>
                    <a:pt x="1158651" y="1212399"/>
                  </a:lnTo>
                  <a:lnTo>
                    <a:pt x="1212057" y="1200814"/>
                  </a:lnTo>
                  <a:lnTo>
                    <a:pt x="1261533" y="1187910"/>
                  </a:lnTo>
                  <a:lnTo>
                    <a:pt x="1305611" y="1173964"/>
                  </a:lnTo>
                  <a:lnTo>
                    <a:pt x="1342821" y="1159255"/>
                  </a:lnTo>
                  <a:lnTo>
                    <a:pt x="1396243" y="1136175"/>
                  </a:lnTo>
                  <a:lnTo>
                    <a:pt x="1440610" y="1109313"/>
                  </a:lnTo>
                  <a:lnTo>
                    <a:pt x="1478094" y="1079212"/>
                  </a:lnTo>
                  <a:lnTo>
                    <a:pt x="1510869" y="1046414"/>
                  </a:lnTo>
                  <a:lnTo>
                    <a:pt x="1541107" y="1011462"/>
                  </a:lnTo>
                  <a:lnTo>
                    <a:pt x="1570981" y="974896"/>
                  </a:lnTo>
                  <a:lnTo>
                    <a:pt x="1602663" y="937260"/>
                  </a:lnTo>
                  <a:lnTo>
                    <a:pt x="1625647" y="900957"/>
                  </a:lnTo>
                  <a:lnTo>
                    <a:pt x="1652104" y="862818"/>
                  </a:lnTo>
                  <a:lnTo>
                    <a:pt x="1681031" y="822818"/>
                  </a:lnTo>
                  <a:lnTo>
                    <a:pt x="1711422" y="780938"/>
                  </a:lnTo>
                  <a:lnTo>
                    <a:pt x="1742273" y="737153"/>
                  </a:lnTo>
                  <a:lnTo>
                    <a:pt x="1772579" y="691444"/>
                  </a:lnTo>
                  <a:lnTo>
                    <a:pt x="1801336" y="643787"/>
                  </a:lnTo>
                  <a:lnTo>
                    <a:pt x="1827540" y="594161"/>
                  </a:lnTo>
                  <a:lnTo>
                    <a:pt x="1850186" y="542544"/>
                  </a:lnTo>
                  <a:lnTo>
                    <a:pt x="1864046" y="496417"/>
                  </a:lnTo>
                  <a:lnTo>
                    <a:pt x="1875472" y="451589"/>
                  </a:lnTo>
                  <a:lnTo>
                    <a:pt x="1884951" y="407488"/>
                  </a:lnTo>
                  <a:lnTo>
                    <a:pt x="1892972" y="363544"/>
                  </a:lnTo>
                  <a:lnTo>
                    <a:pt x="1900022" y="319185"/>
                  </a:lnTo>
                  <a:lnTo>
                    <a:pt x="1906588" y="273840"/>
                  </a:lnTo>
                  <a:lnTo>
                    <a:pt x="1913160" y="226936"/>
                  </a:lnTo>
                  <a:lnTo>
                    <a:pt x="1920223" y="177904"/>
                  </a:lnTo>
                  <a:lnTo>
                    <a:pt x="1928267" y="126171"/>
                  </a:lnTo>
                  <a:lnTo>
                    <a:pt x="1937778" y="71166"/>
                  </a:lnTo>
                  <a:lnTo>
                    <a:pt x="1949246" y="12319"/>
                  </a:lnTo>
                </a:path>
              </a:pathLst>
            </a:custGeom>
            <a:ln w="3810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4987" y="962913"/>
              <a:ext cx="1105697" cy="822198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778827" y="606742"/>
            <a:ext cx="12096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w</a:t>
            </a:r>
            <a:r>
              <a:rPr sz="2000" spc="1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844" dirty="0">
                <a:latin typeface="Cambria Math"/>
                <a:cs typeface="Cambria Math"/>
              </a:rPr>
              <a:t>-</a:t>
            </a:r>
            <a:r>
              <a:rPr sz="2000" spc="-30" dirty="0">
                <a:latin typeface="Cambria Math"/>
                <a:cs typeface="Cambria Math"/>
              </a:rPr>
              <a:t> </a:t>
            </a:r>
            <a:r>
              <a:rPr sz="2000" spc="180" dirty="0">
                <a:latin typeface="Cambria Math"/>
                <a:cs typeface="Cambria Math"/>
              </a:rPr>
              <a:t>a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19300" y="789431"/>
            <a:ext cx="342900" cy="19050"/>
          </a:xfrm>
          <a:custGeom>
            <a:avLst/>
            <a:gdLst/>
            <a:ahLst/>
            <a:cxnLst/>
            <a:rect l="l" t="t" r="r" b="b"/>
            <a:pathLst>
              <a:path w="342900" h="19050">
                <a:moveTo>
                  <a:pt x="342900" y="0"/>
                </a:moveTo>
                <a:lnTo>
                  <a:pt x="0" y="0"/>
                </a:lnTo>
                <a:lnTo>
                  <a:pt x="0" y="19050"/>
                </a:lnTo>
                <a:lnTo>
                  <a:pt x="342900" y="19050"/>
                </a:lnTo>
                <a:lnTo>
                  <a:pt x="342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04008" y="415861"/>
            <a:ext cx="1752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latin typeface="Cambria Math"/>
                <a:cs typeface="Cambria Math"/>
              </a:rPr>
              <a:t>d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08885" y="778573"/>
            <a:ext cx="3714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Cambria Math"/>
                <a:cs typeface="Cambria Math"/>
              </a:rPr>
              <a:t>dw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527680" y="684276"/>
            <a:ext cx="366395" cy="238125"/>
          </a:xfrm>
          <a:custGeom>
            <a:avLst/>
            <a:gdLst/>
            <a:ahLst/>
            <a:cxnLst/>
            <a:rect l="l" t="t" r="r" b="b"/>
            <a:pathLst>
              <a:path w="366394" h="238125">
                <a:moveTo>
                  <a:pt x="290321" y="0"/>
                </a:moveTo>
                <a:lnTo>
                  <a:pt x="287019" y="9651"/>
                </a:lnTo>
                <a:lnTo>
                  <a:pt x="300809" y="15652"/>
                </a:lnTo>
                <a:lnTo>
                  <a:pt x="312658" y="23939"/>
                </a:lnTo>
                <a:lnTo>
                  <a:pt x="336748" y="62277"/>
                </a:lnTo>
                <a:lnTo>
                  <a:pt x="343763" y="97287"/>
                </a:lnTo>
                <a:lnTo>
                  <a:pt x="343796" y="97520"/>
                </a:lnTo>
                <a:lnTo>
                  <a:pt x="343777" y="138884"/>
                </a:lnTo>
                <a:lnTo>
                  <a:pt x="330454" y="190373"/>
                </a:lnTo>
                <a:lnTo>
                  <a:pt x="300950" y="222448"/>
                </a:lnTo>
                <a:lnTo>
                  <a:pt x="287400" y="228473"/>
                </a:lnTo>
                <a:lnTo>
                  <a:pt x="290321" y="238125"/>
                </a:lnTo>
                <a:lnTo>
                  <a:pt x="335845" y="211139"/>
                </a:lnTo>
                <a:lnTo>
                  <a:pt x="361457" y="161242"/>
                </a:lnTo>
                <a:lnTo>
                  <a:pt x="366394" y="119125"/>
                </a:lnTo>
                <a:lnTo>
                  <a:pt x="365171" y="97520"/>
                </a:lnTo>
                <a:lnTo>
                  <a:pt x="365158" y="97287"/>
                </a:lnTo>
                <a:lnTo>
                  <a:pt x="355304" y="58564"/>
                </a:lnTo>
                <a:lnTo>
                  <a:pt x="322802" y="15208"/>
                </a:lnTo>
                <a:lnTo>
                  <a:pt x="307633" y="6187"/>
                </a:lnTo>
                <a:lnTo>
                  <a:pt x="290321" y="0"/>
                </a:lnTo>
                <a:close/>
              </a:path>
              <a:path w="366394" h="238125">
                <a:moveTo>
                  <a:pt x="75945" y="0"/>
                </a:moveTo>
                <a:lnTo>
                  <a:pt x="30565" y="27039"/>
                </a:lnTo>
                <a:lnTo>
                  <a:pt x="4937" y="77104"/>
                </a:lnTo>
                <a:lnTo>
                  <a:pt x="71" y="117856"/>
                </a:lnTo>
                <a:lnTo>
                  <a:pt x="0" y="119125"/>
                </a:lnTo>
                <a:lnTo>
                  <a:pt x="1096" y="138884"/>
                </a:lnTo>
                <a:lnTo>
                  <a:pt x="10983" y="179758"/>
                </a:lnTo>
                <a:lnTo>
                  <a:pt x="43465" y="222932"/>
                </a:lnTo>
                <a:lnTo>
                  <a:pt x="75945" y="238125"/>
                </a:lnTo>
                <a:lnTo>
                  <a:pt x="78993" y="228473"/>
                </a:lnTo>
                <a:lnTo>
                  <a:pt x="65442" y="222448"/>
                </a:lnTo>
                <a:lnTo>
                  <a:pt x="53736" y="214090"/>
                </a:lnTo>
                <a:lnTo>
                  <a:pt x="29646" y="175131"/>
                </a:lnTo>
                <a:lnTo>
                  <a:pt x="21770" y="119125"/>
                </a:lnTo>
                <a:lnTo>
                  <a:pt x="21717" y="117856"/>
                </a:lnTo>
                <a:lnTo>
                  <a:pt x="22598" y="97520"/>
                </a:lnTo>
                <a:lnTo>
                  <a:pt x="35813" y="47371"/>
                </a:lnTo>
                <a:lnTo>
                  <a:pt x="65657" y="15652"/>
                </a:lnTo>
                <a:lnTo>
                  <a:pt x="79375" y="9651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90139" y="606742"/>
            <a:ext cx="42608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3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33364" y="868680"/>
            <a:ext cx="53340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20" dirty="0">
                <a:latin typeface="Cambria Math"/>
                <a:cs typeface="Cambria Math"/>
              </a:rPr>
              <a:t>J(w)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33364" y="3025394"/>
            <a:ext cx="53340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20" dirty="0">
                <a:latin typeface="Cambria Math"/>
                <a:cs typeface="Cambria Math"/>
              </a:rPr>
              <a:t>J(w)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29500" y="4012247"/>
            <a:ext cx="1040130" cy="541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  <a:p>
            <a:pPr marL="163195">
              <a:lnSpc>
                <a:spcPts val="1655"/>
              </a:lnSpc>
            </a:pPr>
            <a:r>
              <a:rPr sz="1400" spc="-10" dirty="0">
                <a:solidFill>
                  <a:srgbClr val="4285F4"/>
                </a:solidFill>
                <a:latin typeface="Verdana"/>
                <a:cs typeface="Verdana"/>
              </a:rPr>
              <a:t>minimum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065273" y="1929383"/>
            <a:ext cx="725170" cy="34290"/>
          </a:xfrm>
          <a:custGeom>
            <a:avLst/>
            <a:gdLst/>
            <a:ahLst/>
            <a:cxnLst/>
            <a:rect l="l" t="t" r="r" b="b"/>
            <a:pathLst>
              <a:path w="725169" h="34289">
                <a:moveTo>
                  <a:pt x="68876" y="7493"/>
                </a:moveTo>
                <a:lnTo>
                  <a:pt x="33527" y="7493"/>
                </a:lnTo>
                <a:lnTo>
                  <a:pt x="30098" y="7874"/>
                </a:lnTo>
                <a:lnTo>
                  <a:pt x="253" y="21463"/>
                </a:lnTo>
                <a:lnTo>
                  <a:pt x="1904" y="26289"/>
                </a:lnTo>
                <a:lnTo>
                  <a:pt x="3428" y="31242"/>
                </a:lnTo>
                <a:lnTo>
                  <a:pt x="8635" y="33909"/>
                </a:lnTo>
                <a:lnTo>
                  <a:pt x="13588" y="32385"/>
                </a:lnTo>
                <a:lnTo>
                  <a:pt x="24335" y="29210"/>
                </a:lnTo>
                <a:lnTo>
                  <a:pt x="33026" y="27178"/>
                </a:lnTo>
                <a:lnTo>
                  <a:pt x="31241" y="27178"/>
                </a:lnTo>
                <a:lnTo>
                  <a:pt x="33527" y="26924"/>
                </a:lnTo>
                <a:lnTo>
                  <a:pt x="321436" y="26924"/>
                </a:lnTo>
                <a:lnTo>
                  <a:pt x="463232" y="22098"/>
                </a:lnTo>
                <a:lnTo>
                  <a:pt x="500064" y="20825"/>
                </a:lnTo>
                <a:lnTo>
                  <a:pt x="535177" y="20193"/>
                </a:lnTo>
                <a:lnTo>
                  <a:pt x="724181" y="20193"/>
                </a:lnTo>
                <a:lnTo>
                  <a:pt x="725169" y="19177"/>
                </a:lnTo>
                <a:lnTo>
                  <a:pt x="725169" y="7874"/>
                </a:lnTo>
                <a:lnTo>
                  <a:pt x="80052" y="7874"/>
                </a:lnTo>
                <a:lnTo>
                  <a:pt x="68876" y="7493"/>
                </a:lnTo>
                <a:close/>
              </a:path>
              <a:path w="725169" h="34289">
                <a:moveTo>
                  <a:pt x="287019" y="27686"/>
                </a:moveTo>
                <a:lnTo>
                  <a:pt x="160654" y="27686"/>
                </a:lnTo>
                <a:lnTo>
                  <a:pt x="203326" y="28193"/>
                </a:lnTo>
                <a:lnTo>
                  <a:pt x="227710" y="27940"/>
                </a:lnTo>
                <a:lnTo>
                  <a:pt x="272541" y="27940"/>
                </a:lnTo>
                <a:lnTo>
                  <a:pt x="287019" y="27686"/>
                </a:lnTo>
                <a:close/>
              </a:path>
              <a:path w="725169" h="34289">
                <a:moveTo>
                  <a:pt x="160654" y="27686"/>
                </a:moveTo>
                <a:lnTo>
                  <a:pt x="117728" y="27686"/>
                </a:lnTo>
                <a:lnTo>
                  <a:pt x="150748" y="27940"/>
                </a:lnTo>
                <a:lnTo>
                  <a:pt x="181990" y="27940"/>
                </a:lnTo>
                <a:lnTo>
                  <a:pt x="160654" y="27686"/>
                </a:lnTo>
                <a:close/>
              </a:path>
              <a:path w="725169" h="34289">
                <a:moveTo>
                  <a:pt x="321436" y="26924"/>
                </a:moveTo>
                <a:lnTo>
                  <a:pt x="34122" y="26924"/>
                </a:lnTo>
                <a:lnTo>
                  <a:pt x="33026" y="27178"/>
                </a:lnTo>
                <a:lnTo>
                  <a:pt x="64515" y="27178"/>
                </a:lnTo>
                <a:lnTo>
                  <a:pt x="79417" y="27686"/>
                </a:lnTo>
                <a:lnTo>
                  <a:pt x="288823" y="27686"/>
                </a:lnTo>
                <a:lnTo>
                  <a:pt x="321436" y="26924"/>
                </a:lnTo>
                <a:close/>
              </a:path>
              <a:path w="725169" h="34289">
                <a:moveTo>
                  <a:pt x="2100" y="26924"/>
                </a:moveTo>
                <a:lnTo>
                  <a:pt x="0" y="26924"/>
                </a:lnTo>
                <a:lnTo>
                  <a:pt x="64769" y="27178"/>
                </a:lnTo>
                <a:lnTo>
                  <a:pt x="2178" y="27178"/>
                </a:lnTo>
                <a:lnTo>
                  <a:pt x="2100" y="26924"/>
                </a:lnTo>
                <a:close/>
              </a:path>
              <a:path w="725169" h="34289">
                <a:moveTo>
                  <a:pt x="34122" y="26924"/>
                </a:moveTo>
                <a:lnTo>
                  <a:pt x="33527" y="26924"/>
                </a:lnTo>
                <a:lnTo>
                  <a:pt x="31241" y="27178"/>
                </a:lnTo>
                <a:lnTo>
                  <a:pt x="33026" y="27178"/>
                </a:lnTo>
                <a:lnTo>
                  <a:pt x="34122" y="26924"/>
                </a:lnTo>
                <a:close/>
              </a:path>
              <a:path w="725169" h="34289">
                <a:moveTo>
                  <a:pt x="724181" y="20193"/>
                </a:moveTo>
                <a:lnTo>
                  <a:pt x="614552" y="20193"/>
                </a:lnTo>
                <a:lnTo>
                  <a:pt x="636650" y="20574"/>
                </a:lnTo>
                <a:lnTo>
                  <a:pt x="667384" y="20574"/>
                </a:lnTo>
                <a:lnTo>
                  <a:pt x="676782" y="20955"/>
                </a:lnTo>
                <a:lnTo>
                  <a:pt x="683640" y="20955"/>
                </a:lnTo>
                <a:lnTo>
                  <a:pt x="690498" y="21717"/>
                </a:lnTo>
                <a:lnTo>
                  <a:pt x="696086" y="21717"/>
                </a:lnTo>
                <a:lnTo>
                  <a:pt x="700404" y="22098"/>
                </a:lnTo>
                <a:lnTo>
                  <a:pt x="701928" y="22098"/>
                </a:lnTo>
                <a:lnTo>
                  <a:pt x="705173" y="22982"/>
                </a:lnTo>
                <a:lnTo>
                  <a:pt x="705399" y="22982"/>
                </a:lnTo>
                <a:lnTo>
                  <a:pt x="706119" y="23114"/>
                </a:lnTo>
                <a:lnTo>
                  <a:pt x="710988" y="23749"/>
                </a:lnTo>
                <a:lnTo>
                  <a:pt x="711834" y="23749"/>
                </a:lnTo>
                <a:lnTo>
                  <a:pt x="713612" y="24003"/>
                </a:lnTo>
                <a:lnTo>
                  <a:pt x="720474" y="24003"/>
                </a:lnTo>
                <a:lnTo>
                  <a:pt x="724181" y="20193"/>
                </a:lnTo>
                <a:close/>
              </a:path>
              <a:path w="725169" h="34289">
                <a:moveTo>
                  <a:pt x="701928" y="22098"/>
                </a:moveTo>
                <a:lnTo>
                  <a:pt x="700817" y="22098"/>
                </a:lnTo>
                <a:lnTo>
                  <a:pt x="703198" y="22479"/>
                </a:lnTo>
                <a:lnTo>
                  <a:pt x="701928" y="22098"/>
                </a:lnTo>
                <a:close/>
              </a:path>
              <a:path w="725169" h="34289">
                <a:moveTo>
                  <a:pt x="171449" y="7493"/>
                </a:moveTo>
                <a:lnTo>
                  <a:pt x="159511" y="7493"/>
                </a:lnTo>
                <a:lnTo>
                  <a:pt x="34162" y="7874"/>
                </a:lnTo>
                <a:lnTo>
                  <a:pt x="219646" y="7874"/>
                </a:lnTo>
                <a:lnTo>
                  <a:pt x="171449" y="7493"/>
                </a:lnTo>
                <a:close/>
              </a:path>
              <a:path w="725169" h="34289">
                <a:moveTo>
                  <a:pt x="614679" y="0"/>
                </a:moveTo>
                <a:lnTo>
                  <a:pt x="534796" y="0"/>
                </a:lnTo>
                <a:lnTo>
                  <a:pt x="499490" y="762"/>
                </a:lnTo>
                <a:lnTo>
                  <a:pt x="407161" y="4064"/>
                </a:lnTo>
                <a:lnTo>
                  <a:pt x="379221" y="4572"/>
                </a:lnTo>
                <a:lnTo>
                  <a:pt x="293667" y="6990"/>
                </a:lnTo>
                <a:lnTo>
                  <a:pt x="265218" y="7493"/>
                </a:lnTo>
                <a:lnTo>
                  <a:pt x="219286" y="7493"/>
                </a:lnTo>
                <a:lnTo>
                  <a:pt x="195156" y="7874"/>
                </a:lnTo>
                <a:lnTo>
                  <a:pt x="725169" y="7874"/>
                </a:lnTo>
                <a:lnTo>
                  <a:pt x="725169" y="7493"/>
                </a:lnTo>
                <a:lnTo>
                  <a:pt x="720721" y="2921"/>
                </a:lnTo>
                <a:lnTo>
                  <a:pt x="715263" y="2921"/>
                </a:lnTo>
                <a:lnTo>
                  <a:pt x="714438" y="2793"/>
                </a:lnTo>
                <a:lnTo>
                  <a:pt x="716152" y="2793"/>
                </a:lnTo>
                <a:lnTo>
                  <a:pt x="710056" y="2286"/>
                </a:lnTo>
                <a:lnTo>
                  <a:pt x="708786" y="2032"/>
                </a:lnTo>
                <a:lnTo>
                  <a:pt x="708956" y="2032"/>
                </a:lnTo>
                <a:lnTo>
                  <a:pt x="708469" y="1905"/>
                </a:lnTo>
                <a:lnTo>
                  <a:pt x="703622" y="1905"/>
                </a:lnTo>
                <a:lnTo>
                  <a:pt x="699304" y="1524"/>
                </a:lnTo>
                <a:lnTo>
                  <a:pt x="693800" y="1524"/>
                </a:lnTo>
                <a:lnTo>
                  <a:pt x="686942" y="762"/>
                </a:lnTo>
                <a:lnTo>
                  <a:pt x="680677" y="762"/>
                </a:lnTo>
                <a:lnTo>
                  <a:pt x="668146" y="254"/>
                </a:lnTo>
                <a:lnTo>
                  <a:pt x="636904" y="254"/>
                </a:lnTo>
                <a:lnTo>
                  <a:pt x="614679" y="0"/>
                </a:lnTo>
                <a:close/>
              </a:path>
              <a:path w="725169" h="34289">
                <a:moveTo>
                  <a:pt x="720597" y="2793"/>
                </a:moveTo>
                <a:lnTo>
                  <a:pt x="714544" y="2793"/>
                </a:lnTo>
                <a:lnTo>
                  <a:pt x="715263" y="2921"/>
                </a:lnTo>
                <a:lnTo>
                  <a:pt x="720721" y="2921"/>
                </a:lnTo>
                <a:lnTo>
                  <a:pt x="720597" y="2793"/>
                </a:lnTo>
                <a:close/>
              </a:path>
              <a:path w="725169" h="34289">
                <a:moveTo>
                  <a:pt x="708786" y="2032"/>
                </a:moveTo>
                <a:lnTo>
                  <a:pt x="709929" y="2286"/>
                </a:lnTo>
                <a:lnTo>
                  <a:pt x="710649" y="2286"/>
                </a:lnTo>
                <a:lnTo>
                  <a:pt x="708786" y="2032"/>
                </a:lnTo>
                <a:close/>
              </a:path>
              <a:path w="725169" h="34289">
                <a:moveTo>
                  <a:pt x="708956" y="2032"/>
                </a:moveTo>
                <a:lnTo>
                  <a:pt x="708786" y="2032"/>
                </a:lnTo>
                <a:lnTo>
                  <a:pt x="710649" y="2286"/>
                </a:lnTo>
                <a:lnTo>
                  <a:pt x="709929" y="2286"/>
                </a:lnTo>
                <a:lnTo>
                  <a:pt x="708956" y="2032"/>
                </a:lnTo>
                <a:close/>
              </a:path>
              <a:path w="725169" h="34289">
                <a:moveTo>
                  <a:pt x="707008" y="1524"/>
                </a:moveTo>
                <a:lnTo>
                  <a:pt x="702140" y="1524"/>
                </a:lnTo>
                <a:lnTo>
                  <a:pt x="698965" y="1905"/>
                </a:lnTo>
                <a:lnTo>
                  <a:pt x="708469" y="1905"/>
                </a:lnTo>
                <a:lnTo>
                  <a:pt x="707008" y="1524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86152" y="3100070"/>
            <a:ext cx="727710" cy="72390"/>
          </a:xfrm>
          <a:custGeom>
            <a:avLst/>
            <a:gdLst/>
            <a:ahLst/>
            <a:cxnLst/>
            <a:rect l="l" t="t" r="r" b="b"/>
            <a:pathLst>
              <a:path w="727710" h="72389">
                <a:moveTo>
                  <a:pt x="712597" y="24256"/>
                </a:moveTo>
                <a:lnTo>
                  <a:pt x="466020" y="24256"/>
                </a:lnTo>
                <a:lnTo>
                  <a:pt x="445135" y="25400"/>
                </a:lnTo>
                <a:lnTo>
                  <a:pt x="416489" y="26669"/>
                </a:lnTo>
                <a:lnTo>
                  <a:pt x="412813" y="26669"/>
                </a:lnTo>
                <a:lnTo>
                  <a:pt x="393192" y="27050"/>
                </a:lnTo>
                <a:lnTo>
                  <a:pt x="363759" y="28193"/>
                </a:lnTo>
                <a:lnTo>
                  <a:pt x="364080" y="28193"/>
                </a:lnTo>
                <a:lnTo>
                  <a:pt x="314579" y="30353"/>
                </a:lnTo>
                <a:lnTo>
                  <a:pt x="314325" y="30353"/>
                </a:lnTo>
                <a:lnTo>
                  <a:pt x="294412" y="31615"/>
                </a:lnTo>
                <a:lnTo>
                  <a:pt x="293277" y="31615"/>
                </a:lnTo>
                <a:lnTo>
                  <a:pt x="277486" y="32268"/>
                </a:lnTo>
                <a:lnTo>
                  <a:pt x="250571" y="33019"/>
                </a:lnTo>
                <a:lnTo>
                  <a:pt x="250317" y="33147"/>
                </a:lnTo>
                <a:lnTo>
                  <a:pt x="170053" y="37211"/>
                </a:lnTo>
                <a:lnTo>
                  <a:pt x="103653" y="39243"/>
                </a:lnTo>
                <a:lnTo>
                  <a:pt x="102108" y="39243"/>
                </a:lnTo>
                <a:lnTo>
                  <a:pt x="91186" y="39497"/>
                </a:lnTo>
                <a:lnTo>
                  <a:pt x="57531" y="40893"/>
                </a:lnTo>
                <a:lnTo>
                  <a:pt x="50165" y="40893"/>
                </a:lnTo>
                <a:lnTo>
                  <a:pt x="38650" y="41402"/>
                </a:lnTo>
                <a:lnTo>
                  <a:pt x="27940" y="41402"/>
                </a:lnTo>
                <a:lnTo>
                  <a:pt x="23749" y="42418"/>
                </a:lnTo>
                <a:lnTo>
                  <a:pt x="15113" y="46355"/>
                </a:lnTo>
                <a:lnTo>
                  <a:pt x="13716" y="47243"/>
                </a:lnTo>
                <a:lnTo>
                  <a:pt x="1143" y="55880"/>
                </a:lnTo>
                <a:lnTo>
                  <a:pt x="0" y="61849"/>
                </a:lnTo>
                <a:lnTo>
                  <a:pt x="5842" y="70738"/>
                </a:lnTo>
                <a:lnTo>
                  <a:pt x="11684" y="72009"/>
                </a:lnTo>
                <a:lnTo>
                  <a:pt x="16256" y="69215"/>
                </a:lnTo>
                <a:lnTo>
                  <a:pt x="23615" y="64643"/>
                </a:lnTo>
                <a:lnTo>
                  <a:pt x="23867" y="64436"/>
                </a:lnTo>
                <a:lnTo>
                  <a:pt x="24638" y="64007"/>
                </a:lnTo>
                <a:lnTo>
                  <a:pt x="24887" y="64007"/>
                </a:lnTo>
                <a:lnTo>
                  <a:pt x="29623" y="61849"/>
                </a:lnTo>
                <a:lnTo>
                  <a:pt x="26742" y="61849"/>
                </a:lnTo>
                <a:lnTo>
                  <a:pt x="32131" y="60706"/>
                </a:lnTo>
                <a:lnTo>
                  <a:pt x="91567" y="60706"/>
                </a:lnTo>
                <a:lnTo>
                  <a:pt x="131699" y="59690"/>
                </a:lnTo>
                <a:lnTo>
                  <a:pt x="150368" y="58687"/>
                </a:lnTo>
                <a:lnTo>
                  <a:pt x="149927" y="58687"/>
                </a:lnTo>
                <a:lnTo>
                  <a:pt x="170942" y="58038"/>
                </a:lnTo>
                <a:lnTo>
                  <a:pt x="278765" y="52831"/>
                </a:lnTo>
                <a:lnTo>
                  <a:pt x="279019" y="52831"/>
                </a:lnTo>
                <a:lnTo>
                  <a:pt x="297783" y="51427"/>
                </a:lnTo>
                <a:lnTo>
                  <a:pt x="315336" y="50433"/>
                </a:lnTo>
                <a:lnTo>
                  <a:pt x="314977" y="50433"/>
                </a:lnTo>
                <a:lnTo>
                  <a:pt x="393827" y="47243"/>
                </a:lnTo>
                <a:lnTo>
                  <a:pt x="394335" y="47243"/>
                </a:lnTo>
                <a:lnTo>
                  <a:pt x="418206" y="45042"/>
                </a:lnTo>
                <a:lnTo>
                  <a:pt x="415788" y="45042"/>
                </a:lnTo>
                <a:lnTo>
                  <a:pt x="446024" y="43815"/>
                </a:lnTo>
                <a:lnTo>
                  <a:pt x="496189" y="41021"/>
                </a:lnTo>
                <a:lnTo>
                  <a:pt x="604774" y="33147"/>
                </a:lnTo>
                <a:lnTo>
                  <a:pt x="622902" y="31615"/>
                </a:lnTo>
                <a:lnTo>
                  <a:pt x="666496" y="28829"/>
                </a:lnTo>
                <a:lnTo>
                  <a:pt x="666877" y="28829"/>
                </a:lnTo>
                <a:lnTo>
                  <a:pt x="677632" y="27729"/>
                </a:lnTo>
                <a:lnTo>
                  <a:pt x="690959" y="27729"/>
                </a:lnTo>
                <a:lnTo>
                  <a:pt x="695706" y="27050"/>
                </a:lnTo>
                <a:lnTo>
                  <a:pt x="695960" y="27050"/>
                </a:lnTo>
                <a:lnTo>
                  <a:pt x="697865" y="26669"/>
                </a:lnTo>
                <a:lnTo>
                  <a:pt x="702582" y="25400"/>
                </a:lnTo>
                <a:lnTo>
                  <a:pt x="701929" y="25400"/>
                </a:lnTo>
                <a:lnTo>
                  <a:pt x="704469" y="24892"/>
                </a:lnTo>
                <a:lnTo>
                  <a:pt x="708660" y="24892"/>
                </a:lnTo>
                <a:lnTo>
                  <a:pt x="712597" y="24256"/>
                </a:lnTo>
                <a:close/>
              </a:path>
              <a:path w="727710" h="72389">
                <a:moveTo>
                  <a:pt x="24887" y="64007"/>
                </a:moveTo>
                <a:lnTo>
                  <a:pt x="24638" y="64007"/>
                </a:lnTo>
                <a:lnTo>
                  <a:pt x="23948" y="64436"/>
                </a:lnTo>
                <a:lnTo>
                  <a:pt x="24887" y="64007"/>
                </a:lnTo>
                <a:close/>
              </a:path>
              <a:path w="727710" h="72389">
                <a:moveTo>
                  <a:pt x="32131" y="60706"/>
                </a:moveTo>
                <a:lnTo>
                  <a:pt x="26742" y="61849"/>
                </a:lnTo>
                <a:lnTo>
                  <a:pt x="29623" y="61849"/>
                </a:lnTo>
                <a:lnTo>
                  <a:pt x="32131" y="60706"/>
                </a:lnTo>
                <a:close/>
              </a:path>
              <a:path w="727710" h="72389">
                <a:moveTo>
                  <a:pt x="91694" y="60706"/>
                </a:moveTo>
                <a:lnTo>
                  <a:pt x="32131" y="60706"/>
                </a:lnTo>
                <a:lnTo>
                  <a:pt x="29623" y="61849"/>
                </a:lnTo>
                <a:lnTo>
                  <a:pt x="56489" y="61849"/>
                </a:lnTo>
                <a:lnTo>
                  <a:pt x="91694" y="60706"/>
                </a:lnTo>
                <a:close/>
              </a:path>
              <a:path w="727710" h="72389">
                <a:moveTo>
                  <a:pt x="303440" y="31042"/>
                </a:moveTo>
                <a:lnTo>
                  <a:pt x="291343" y="31615"/>
                </a:lnTo>
                <a:lnTo>
                  <a:pt x="294302" y="31615"/>
                </a:lnTo>
                <a:lnTo>
                  <a:pt x="303440" y="31042"/>
                </a:lnTo>
                <a:close/>
              </a:path>
              <a:path w="727710" h="72389">
                <a:moveTo>
                  <a:pt x="690959" y="27729"/>
                </a:moveTo>
                <a:lnTo>
                  <a:pt x="677632" y="27729"/>
                </a:lnTo>
                <a:lnTo>
                  <a:pt x="686816" y="28193"/>
                </a:lnTo>
                <a:lnTo>
                  <a:pt x="687705" y="28193"/>
                </a:lnTo>
                <a:lnTo>
                  <a:pt x="690959" y="27729"/>
                </a:lnTo>
                <a:close/>
              </a:path>
              <a:path w="727710" h="72389">
                <a:moveTo>
                  <a:pt x="704469" y="24892"/>
                </a:moveTo>
                <a:lnTo>
                  <a:pt x="701929" y="25400"/>
                </a:lnTo>
                <a:lnTo>
                  <a:pt x="702582" y="25400"/>
                </a:lnTo>
                <a:lnTo>
                  <a:pt x="704469" y="24892"/>
                </a:lnTo>
                <a:close/>
              </a:path>
              <a:path w="727710" h="72389">
                <a:moveTo>
                  <a:pt x="708025" y="24892"/>
                </a:moveTo>
                <a:lnTo>
                  <a:pt x="704469" y="24892"/>
                </a:lnTo>
                <a:lnTo>
                  <a:pt x="702582" y="25400"/>
                </a:lnTo>
                <a:lnTo>
                  <a:pt x="700743" y="25400"/>
                </a:lnTo>
                <a:lnTo>
                  <a:pt x="708025" y="24892"/>
                </a:lnTo>
                <a:close/>
              </a:path>
              <a:path w="727710" h="72389">
                <a:moveTo>
                  <a:pt x="679577" y="7756"/>
                </a:moveTo>
                <a:lnTo>
                  <a:pt x="675385" y="8509"/>
                </a:lnTo>
                <a:lnTo>
                  <a:pt x="674906" y="8509"/>
                </a:lnTo>
                <a:lnTo>
                  <a:pt x="651567" y="10970"/>
                </a:lnTo>
                <a:lnTo>
                  <a:pt x="603250" y="14478"/>
                </a:lnTo>
                <a:lnTo>
                  <a:pt x="603377" y="14478"/>
                </a:lnTo>
                <a:lnTo>
                  <a:pt x="583454" y="16061"/>
                </a:lnTo>
                <a:lnTo>
                  <a:pt x="541909" y="18923"/>
                </a:lnTo>
                <a:lnTo>
                  <a:pt x="541655" y="18923"/>
                </a:lnTo>
                <a:lnTo>
                  <a:pt x="493395" y="22589"/>
                </a:lnTo>
                <a:lnTo>
                  <a:pt x="466576" y="24256"/>
                </a:lnTo>
                <a:lnTo>
                  <a:pt x="715390" y="24256"/>
                </a:lnTo>
                <a:lnTo>
                  <a:pt x="719201" y="24637"/>
                </a:lnTo>
                <a:lnTo>
                  <a:pt x="721614" y="23113"/>
                </a:lnTo>
                <a:lnTo>
                  <a:pt x="711835" y="23113"/>
                </a:lnTo>
                <a:lnTo>
                  <a:pt x="710649" y="22860"/>
                </a:lnTo>
                <a:lnTo>
                  <a:pt x="710311" y="22860"/>
                </a:lnTo>
                <a:lnTo>
                  <a:pt x="708868" y="22589"/>
                </a:lnTo>
                <a:lnTo>
                  <a:pt x="706469" y="22098"/>
                </a:lnTo>
                <a:lnTo>
                  <a:pt x="706627" y="22098"/>
                </a:lnTo>
                <a:lnTo>
                  <a:pt x="702818" y="21462"/>
                </a:lnTo>
                <a:lnTo>
                  <a:pt x="700151" y="19685"/>
                </a:lnTo>
                <a:lnTo>
                  <a:pt x="698535" y="17199"/>
                </a:lnTo>
                <a:lnTo>
                  <a:pt x="696715" y="16061"/>
                </a:lnTo>
                <a:lnTo>
                  <a:pt x="682046" y="16061"/>
                </a:lnTo>
                <a:lnTo>
                  <a:pt x="679577" y="13462"/>
                </a:lnTo>
                <a:lnTo>
                  <a:pt x="679577" y="7756"/>
                </a:lnTo>
                <a:close/>
              </a:path>
              <a:path w="727710" h="72389">
                <a:moveTo>
                  <a:pt x="710964" y="22732"/>
                </a:moveTo>
                <a:lnTo>
                  <a:pt x="710057" y="22732"/>
                </a:lnTo>
                <a:lnTo>
                  <a:pt x="711835" y="23113"/>
                </a:lnTo>
                <a:lnTo>
                  <a:pt x="710964" y="22732"/>
                </a:lnTo>
                <a:close/>
              </a:path>
              <a:path w="727710" h="72389">
                <a:moveTo>
                  <a:pt x="720318" y="3048"/>
                </a:moveTo>
                <a:lnTo>
                  <a:pt x="701040" y="3048"/>
                </a:lnTo>
                <a:lnTo>
                  <a:pt x="698881" y="4444"/>
                </a:lnTo>
                <a:lnTo>
                  <a:pt x="712750" y="4444"/>
                </a:lnTo>
                <a:lnTo>
                  <a:pt x="704571" y="14821"/>
                </a:lnTo>
                <a:lnTo>
                  <a:pt x="708535" y="21462"/>
                </a:lnTo>
                <a:lnTo>
                  <a:pt x="708610" y="21590"/>
                </a:lnTo>
                <a:lnTo>
                  <a:pt x="708702" y="21743"/>
                </a:lnTo>
                <a:lnTo>
                  <a:pt x="711835" y="23113"/>
                </a:lnTo>
                <a:lnTo>
                  <a:pt x="721614" y="23113"/>
                </a:lnTo>
                <a:lnTo>
                  <a:pt x="724027" y="21590"/>
                </a:lnTo>
                <a:lnTo>
                  <a:pt x="725805" y="16637"/>
                </a:lnTo>
                <a:lnTo>
                  <a:pt x="727412" y="11937"/>
                </a:lnTo>
                <a:lnTo>
                  <a:pt x="727162" y="10970"/>
                </a:lnTo>
                <a:lnTo>
                  <a:pt x="725551" y="6350"/>
                </a:lnTo>
                <a:lnTo>
                  <a:pt x="721396" y="3661"/>
                </a:lnTo>
                <a:lnTo>
                  <a:pt x="720318" y="3048"/>
                </a:lnTo>
                <a:close/>
              </a:path>
              <a:path w="727710" h="72389">
                <a:moveTo>
                  <a:pt x="708702" y="21743"/>
                </a:moveTo>
                <a:lnTo>
                  <a:pt x="708914" y="22098"/>
                </a:lnTo>
                <a:lnTo>
                  <a:pt x="706469" y="22098"/>
                </a:lnTo>
                <a:lnTo>
                  <a:pt x="708868" y="22589"/>
                </a:lnTo>
                <a:lnTo>
                  <a:pt x="710311" y="22860"/>
                </a:lnTo>
                <a:lnTo>
                  <a:pt x="710057" y="22732"/>
                </a:lnTo>
                <a:lnTo>
                  <a:pt x="710964" y="22732"/>
                </a:lnTo>
                <a:lnTo>
                  <a:pt x="708702" y="21743"/>
                </a:lnTo>
                <a:close/>
              </a:path>
              <a:path w="727710" h="72389">
                <a:moveTo>
                  <a:pt x="710057" y="22732"/>
                </a:moveTo>
                <a:lnTo>
                  <a:pt x="710311" y="22860"/>
                </a:lnTo>
                <a:lnTo>
                  <a:pt x="710649" y="22860"/>
                </a:lnTo>
                <a:lnTo>
                  <a:pt x="710057" y="22732"/>
                </a:lnTo>
                <a:close/>
              </a:path>
              <a:path w="727710" h="72389">
                <a:moveTo>
                  <a:pt x="698536" y="17199"/>
                </a:moveTo>
                <a:lnTo>
                  <a:pt x="700151" y="19685"/>
                </a:lnTo>
                <a:lnTo>
                  <a:pt x="702818" y="21462"/>
                </a:lnTo>
                <a:lnTo>
                  <a:pt x="706627" y="22098"/>
                </a:lnTo>
                <a:lnTo>
                  <a:pt x="708914" y="22098"/>
                </a:lnTo>
                <a:lnTo>
                  <a:pt x="707961" y="21462"/>
                </a:lnTo>
                <a:lnTo>
                  <a:pt x="708535" y="21462"/>
                </a:lnTo>
                <a:lnTo>
                  <a:pt x="706640" y="18287"/>
                </a:lnTo>
                <a:lnTo>
                  <a:pt x="700278" y="18287"/>
                </a:lnTo>
                <a:lnTo>
                  <a:pt x="698536" y="17199"/>
                </a:lnTo>
                <a:close/>
              </a:path>
              <a:path w="727710" h="72389">
                <a:moveTo>
                  <a:pt x="708061" y="21462"/>
                </a:moveTo>
                <a:lnTo>
                  <a:pt x="708152" y="21590"/>
                </a:lnTo>
                <a:lnTo>
                  <a:pt x="708914" y="22098"/>
                </a:lnTo>
                <a:lnTo>
                  <a:pt x="708702" y="21743"/>
                </a:lnTo>
                <a:lnTo>
                  <a:pt x="708061" y="21462"/>
                </a:lnTo>
                <a:close/>
              </a:path>
              <a:path w="727710" h="72389">
                <a:moveTo>
                  <a:pt x="708535" y="21462"/>
                </a:moveTo>
                <a:lnTo>
                  <a:pt x="708061" y="21462"/>
                </a:lnTo>
                <a:lnTo>
                  <a:pt x="708702" y="21743"/>
                </a:lnTo>
                <a:lnTo>
                  <a:pt x="708610" y="21590"/>
                </a:lnTo>
                <a:lnTo>
                  <a:pt x="708535" y="21462"/>
                </a:lnTo>
                <a:close/>
              </a:path>
              <a:path w="727710" h="72389">
                <a:moveTo>
                  <a:pt x="697484" y="15621"/>
                </a:moveTo>
                <a:lnTo>
                  <a:pt x="698536" y="17199"/>
                </a:lnTo>
                <a:lnTo>
                  <a:pt x="700278" y="18287"/>
                </a:lnTo>
                <a:lnTo>
                  <a:pt x="697484" y="15621"/>
                </a:lnTo>
                <a:close/>
              </a:path>
              <a:path w="727710" h="72389">
                <a:moveTo>
                  <a:pt x="705048" y="15621"/>
                </a:moveTo>
                <a:lnTo>
                  <a:pt x="697484" y="15621"/>
                </a:lnTo>
                <a:lnTo>
                  <a:pt x="700278" y="18287"/>
                </a:lnTo>
                <a:lnTo>
                  <a:pt x="706640" y="18287"/>
                </a:lnTo>
                <a:lnTo>
                  <a:pt x="705048" y="15621"/>
                </a:lnTo>
                <a:close/>
              </a:path>
              <a:path w="727710" h="72389">
                <a:moveTo>
                  <a:pt x="695198" y="15112"/>
                </a:moveTo>
                <a:lnTo>
                  <a:pt x="698536" y="17199"/>
                </a:lnTo>
                <a:lnTo>
                  <a:pt x="697777" y="16061"/>
                </a:lnTo>
                <a:lnTo>
                  <a:pt x="698178" y="16061"/>
                </a:lnTo>
                <a:lnTo>
                  <a:pt x="695198" y="15112"/>
                </a:lnTo>
                <a:close/>
              </a:path>
              <a:path w="727710" h="72389">
                <a:moveTo>
                  <a:pt x="697949" y="5587"/>
                </a:moveTo>
                <a:lnTo>
                  <a:pt x="693674" y="5587"/>
                </a:lnTo>
                <a:lnTo>
                  <a:pt x="684672" y="6731"/>
                </a:lnTo>
                <a:lnTo>
                  <a:pt x="685292" y="6731"/>
                </a:lnTo>
                <a:lnTo>
                  <a:pt x="679577" y="7756"/>
                </a:lnTo>
                <a:lnTo>
                  <a:pt x="679577" y="13462"/>
                </a:lnTo>
                <a:lnTo>
                  <a:pt x="682046" y="16061"/>
                </a:lnTo>
                <a:lnTo>
                  <a:pt x="696715" y="16061"/>
                </a:lnTo>
                <a:lnTo>
                  <a:pt x="695198" y="15112"/>
                </a:lnTo>
                <a:lnTo>
                  <a:pt x="704342" y="15112"/>
                </a:lnTo>
                <a:lnTo>
                  <a:pt x="704215" y="14224"/>
                </a:lnTo>
                <a:lnTo>
                  <a:pt x="705042" y="14224"/>
                </a:lnTo>
                <a:lnTo>
                  <a:pt x="711649" y="5842"/>
                </a:lnTo>
                <a:lnTo>
                  <a:pt x="702437" y="5842"/>
                </a:lnTo>
                <a:lnTo>
                  <a:pt x="697949" y="5587"/>
                </a:lnTo>
                <a:close/>
              </a:path>
              <a:path w="727710" h="72389">
                <a:moveTo>
                  <a:pt x="704571" y="14821"/>
                </a:moveTo>
                <a:lnTo>
                  <a:pt x="704342" y="15112"/>
                </a:lnTo>
                <a:lnTo>
                  <a:pt x="695198" y="15112"/>
                </a:lnTo>
                <a:lnTo>
                  <a:pt x="698178" y="16061"/>
                </a:lnTo>
                <a:lnTo>
                  <a:pt x="697777" y="16061"/>
                </a:lnTo>
                <a:lnTo>
                  <a:pt x="697484" y="15621"/>
                </a:lnTo>
                <a:lnTo>
                  <a:pt x="705048" y="15621"/>
                </a:lnTo>
                <a:lnTo>
                  <a:pt x="704571" y="14821"/>
                </a:lnTo>
                <a:close/>
              </a:path>
              <a:path w="727710" h="72389">
                <a:moveTo>
                  <a:pt x="704366" y="14478"/>
                </a:moveTo>
                <a:lnTo>
                  <a:pt x="704342" y="15112"/>
                </a:lnTo>
                <a:lnTo>
                  <a:pt x="704571" y="14821"/>
                </a:lnTo>
                <a:lnTo>
                  <a:pt x="704366" y="14478"/>
                </a:lnTo>
                <a:close/>
              </a:path>
              <a:path w="727710" h="72389">
                <a:moveTo>
                  <a:pt x="705042" y="14224"/>
                </a:moveTo>
                <a:lnTo>
                  <a:pt x="704215" y="14224"/>
                </a:lnTo>
                <a:lnTo>
                  <a:pt x="704571" y="14821"/>
                </a:lnTo>
                <a:lnTo>
                  <a:pt x="705042" y="14224"/>
                </a:lnTo>
                <a:close/>
              </a:path>
              <a:path w="727710" h="72389">
                <a:moveTo>
                  <a:pt x="696772" y="5080"/>
                </a:moveTo>
                <a:lnTo>
                  <a:pt x="681990" y="5080"/>
                </a:lnTo>
                <a:lnTo>
                  <a:pt x="679577" y="7493"/>
                </a:lnTo>
                <a:lnTo>
                  <a:pt x="679577" y="7756"/>
                </a:lnTo>
                <a:lnTo>
                  <a:pt x="685292" y="6731"/>
                </a:lnTo>
                <a:lnTo>
                  <a:pt x="684672" y="6731"/>
                </a:lnTo>
                <a:lnTo>
                  <a:pt x="693674" y="5587"/>
                </a:lnTo>
                <a:lnTo>
                  <a:pt x="695706" y="5587"/>
                </a:lnTo>
                <a:lnTo>
                  <a:pt x="696772" y="5080"/>
                </a:lnTo>
                <a:close/>
              </a:path>
              <a:path w="727710" h="72389">
                <a:moveTo>
                  <a:pt x="704849" y="5587"/>
                </a:moveTo>
                <a:lnTo>
                  <a:pt x="697949" y="5587"/>
                </a:lnTo>
                <a:lnTo>
                  <a:pt x="702437" y="5842"/>
                </a:lnTo>
                <a:lnTo>
                  <a:pt x="701293" y="5842"/>
                </a:lnTo>
                <a:lnTo>
                  <a:pt x="704849" y="5587"/>
                </a:lnTo>
                <a:close/>
              </a:path>
              <a:path w="727710" h="72389">
                <a:moveTo>
                  <a:pt x="708043" y="5080"/>
                </a:moveTo>
                <a:lnTo>
                  <a:pt x="697992" y="5080"/>
                </a:lnTo>
                <a:lnTo>
                  <a:pt x="694937" y="5587"/>
                </a:lnTo>
                <a:lnTo>
                  <a:pt x="704849" y="5587"/>
                </a:lnTo>
                <a:lnTo>
                  <a:pt x="701293" y="5842"/>
                </a:lnTo>
                <a:lnTo>
                  <a:pt x="704668" y="5842"/>
                </a:lnTo>
                <a:lnTo>
                  <a:pt x="708043" y="5080"/>
                </a:lnTo>
                <a:close/>
              </a:path>
              <a:path w="727710" h="72389">
                <a:moveTo>
                  <a:pt x="712750" y="4444"/>
                </a:moveTo>
                <a:lnTo>
                  <a:pt x="711454" y="4444"/>
                </a:lnTo>
                <a:lnTo>
                  <a:pt x="710057" y="4572"/>
                </a:lnTo>
                <a:lnTo>
                  <a:pt x="709168" y="4825"/>
                </a:lnTo>
                <a:lnTo>
                  <a:pt x="704668" y="5842"/>
                </a:lnTo>
                <a:lnTo>
                  <a:pt x="704532" y="5842"/>
                </a:lnTo>
                <a:lnTo>
                  <a:pt x="705929" y="5587"/>
                </a:lnTo>
                <a:lnTo>
                  <a:pt x="711849" y="5587"/>
                </a:lnTo>
                <a:lnTo>
                  <a:pt x="712650" y="4572"/>
                </a:lnTo>
                <a:lnTo>
                  <a:pt x="712750" y="4444"/>
                </a:lnTo>
                <a:close/>
              </a:path>
              <a:path w="727710" h="72389">
                <a:moveTo>
                  <a:pt x="711849" y="5587"/>
                </a:moveTo>
                <a:lnTo>
                  <a:pt x="705929" y="5587"/>
                </a:lnTo>
                <a:lnTo>
                  <a:pt x="704532" y="5842"/>
                </a:lnTo>
                <a:lnTo>
                  <a:pt x="711649" y="5842"/>
                </a:lnTo>
                <a:lnTo>
                  <a:pt x="711849" y="5587"/>
                </a:lnTo>
                <a:close/>
              </a:path>
              <a:path w="727710" h="72389">
                <a:moveTo>
                  <a:pt x="699751" y="3661"/>
                </a:moveTo>
                <a:lnTo>
                  <a:pt x="695706" y="5587"/>
                </a:lnTo>
                <a:lnTo>
                  <a:pt x="694937" y="5587"/>
                </a:lnTo>
                <a:lnTo>
                  <a:pt x="697992" y="5080"/>
                </a:lnTo>
                <a:lnTo>
                  <a:pt x="708043" y="5080"/>
                </a:lnTo>
                <a:lnTo>
                  <a:pt x="709168" y="4825"/>
                </a:lnTo>
                <a:lnTo>
                  <a:pt x="710057" y="4572"/>
                </a:lnTo>
                <a:lnTo>
                  <a:pt x="711454" y="4444"/>
                </a:lnTo>
                <a:lnTo>
                  <a:pt x="698881" y="4444"/>
                </a:lnTo>
                <a:lnTo>
                  <a:pt x="699751" y="3661"/>
                </a:lnTo>
                <a:close/>
              </a:path>
              <a:path w="727710" h="72389">
                <a:moveTo>
                  <a:pt x="701040" y="3048"/>
                </a:moveTo>
                <a:lnTo>
                  <a:pt x="699751" y="3661"/>
                </a:lnTo>
                <a:lnTo>
                  <a:pt x="698881" y="4444"/>
                </a:lnTo>
                <a:lnTo>
                  <a:pt x="701040" y="3048"/>
                </a:lnTo>
                <a:close/>
              </a:path>
              <a:path w="727710" h="72389">
                <a:moveTo>
                  <a:pt x="705739" y="0"/>
                </a:moveTo>
                <a:lnTo>
                  <a:pt x="702691" y="1016"/>
                </a:lnTo>
                <a:lnTo>
                  <a:pt x="699751" y="3661"/>
                </a:lnTo>
                <a:lnTo>
                  <a:pt x="701040" y="3048"/>
                </a:lnTo>
                <a:lnTo>
                  <a:pt x="720418" y="3048"/>
                </a:lnTo>
                <a:lnTo>
                  <a:pt x="716153" y="1397"/>
                </a:lnTo>
                <a:lnTo>
                  <a:pt x="714375" y="1016"/>
                </a:lnTo>
                <a:lnTo>
                  <a:pt x="713994" y="1016"/>
                </a:lnTo>
                <a:lnTo>
                  <a:pt x="711835" y="635"/>
                </a:lnTo>
                <a:lnTo>
                  <a:pt x="711454" y="635"/>
                </a:lnTo>
                <a:lnTo>
                  <a:pt x="708914" y="381"/>
                </a:lnTo>
                <a:lnTo>
                  <a:pt x="705739" y="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805" y="3893921"/>
            <a:ext cx="1266599" cy="39243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1755901" y="618362"/>
            <a:ext cx="247650" cy="332740"/>
          </a:xfrm>
          <a:custGeom>
            <a:avLst/>
            <a:gdLst/>
            <a:ahLst/>
            <a:cxnLst/>
            <a:rect l="l" t="t" r="r" b="b"/>
            <a:pathLst>
              <a:path w="247650" h="332740">
                <a:moveTo>
                  <a:pt x="138411" y="331489"/>
                </a:moveTo>
                <a:lnTo>
                  <a:pt x="99692" y="331489"/>
                </a:lnTo>
                <a:lnTo>
                  <a:pt x="107823" y="332739"/>
                </a:lnTo>
                <a:lnTo>
                  <a:pt x="128905" y="332739"/>
                </a:lnTo>
                <a:lnTo>
                  <a:pt x="138411" y="331489"/>
                </a:lnTo>
                <a:close/>
              </a:path>
              <a:path w="247650" h="332740">
                <a:moveTo>
                  <a:pt x="38861" y="306443"/>
                </a:moveTo>
                <a:lnTo>
                  <a:pt x="41783" y="309879"/>
                </a:lnTo>
                <a:lnTo>
                  <a:pt x="43687" y="312419"/>
                </a:lnTo>
                <a:lnTo>
                  <a:pt x="48768" y="314960"/>
                </a:lnTo>
                <a:lnTo>
                  <a:pt x="49275" y="316229"/>
                </a:lnTo>
                <a:lnTo>
                  <a:pt x="52197" y="317500"/>
                </a:lnTo>
                <a:lnTo>
                  <a:pt x="53086" y="318769"/>
                </a:lnTo>
                <a:lnTo>
                  <a:pt x="57404" y="320039"/>
                </a:lnTo>
                <a:lnTo>
                  <a:pt x="57785" y="320039"/>
                </a:lnTo>
                <a:lnTo>
                  <a:pt x="61722" y="322579"/>
                </a:lnTo>
                <a:lnTo>
                  <a:pt x="62103" y="322579"/>
                </a:lnTo>
                <a:lnTo>
                  <a:pt x="69128" y="325231"/>
                </a:lnTo>
                <a:lnTo>
                  <a:pt x="68934" y="325231"/>
                </a:lnTo>
                <a:lnTo>
                  <a:pt x="69977" y="326389"/>
                </a:lnTo>
                <a:lnTo>
                  <a:pt x="74675" y="327660"/>
                </a:lnTo>
                <a:lnTo>
                  <a:pt x="80264" y="328929"/>
                </a:lnTo>
                <a:lnTo>
                  <a:pt x="88646" y="330200"/>
                </a:lnTo>
                <a:lnTo>
                  <a:pt x="99861" y="331489"/>
                </a:lnTo>
                <a:lnTo>
                  <a:pt x="140169" y="331489"/>
                </a:lnTo>
                <a:lnTo>
                  <a:pt x="145287" y="328929"/>
                </a:lnTo>
                <a:lnTo>
                  <a:pt x="151511" y="327660"/>
                </a:lnTo>
                <a:lnTo>
                  <a:pt x="153162" y="326389"/>
                </a:lnTo>
                <a:lnTo>
                  <a:pt x="156255" y="325392"/>
                </a:lnTo>
                <a:lnTo>
                  <a:pt x="161036" y="322579"/>
                </a:lnTo>
                <a:lnTo>
                  <a:pt x="163068" y="321310"/>
                </a:lnTo>
                <a:lnTo>
                  <a:pt x="166624" y="318769"/>
                </a:lnTo>
                <a:lnTo>
                  <a:pt x="166243" y="318769"/>
                </a:lnTo>
                <a:lnTo>
                  <a:pt x="170180" y="316229"/>
                </a:lnTo>
                <a:lnTo>
                  <a:pt x="176479" y="311150"/>
                </a:lnTo>
                <a:lnTo>
                  <a:pt x="110743" y="311150"/>
                </a:lnTo>
                <a:lnTo>
                  <a:pt x="102362" y="309879"/>
                </a:lnTo>
                <a:lnTo>
                  <a:pt x="102108" y="309879"/>
                </a:lnTo>
                <a:lnTo>
                  <a:pt x="93074" y="308736"/>
                </a:lnTo>
                <a:lnTo>
                  <a:pt x="93812" y="308736"/>
                </a:lnTo>
                <a:lnTo>
                  <a:pt x="85852" y="307339"/>
                </a:lnTo>
                <a:lnTo>
                  <a:pt x="39878" y="307339"/>
                </a:lnTo>
                <a:lnTo>
                  <a:pt x="38861" y="306443"/>
                </a:lnTo>
                <a:close/>
              </a:path>
              <a:path w="247650" h="332740">
                <a:moveTo>
                  <a:pt x="179597" y="308736"/>
                </a:moveTo>
                <a:lnTo>
                  <a:pt x="137834" y="308736"/>
                </a:lnTo>
                <a:lnTo>
                  <a:pt x="133604" y="309879"/>
                </a:lnTo>
                <a:lnTo>
                  <a:pt x="135255" y="309879"/>
                </a:lnTo>
                <a:lnTo>
                  <a:pt x="125603" y="311150"/>
                </a:lnTo>
                <a:lnTo>
                  <a:pt x="176479" y="311150"/>
                </a:lnTo>
                <a:lnTo>
                  <a:pt x="178054" y="309879"/>
                </a:lnTo>
                <a:lnTo>
                  <a:pt x="179597" y="308736"/>
                </a:lnTo>
                <a:close/>
              </a:path>
              <a:path w="247650" h="332740">
                <a:moveTo>
                  <a:pt x="93812" y="308736"/>
                </a:moveTo>
                <a:lnTo>
                  <a:pt x="93074" y="308736"/>
                </a:lnTo>
                <a:lnTo>
                  <a:pt x="95723" y="309071"/>
                </a:lnTo>
                <a:lnTo>
                  <a:pt x="93812" y="308736"/>
                </a:lnTo>
                <a:close/>
              </a:path>
              <a:path w="247650" h="332740">
                <a:moveTo>
                  <a:pt x="144018" y="306069"/>
                </a:moveTo>
                <a:lnTo>
                  <a:pt x="137218" y="308903"/>
                </a:lnTo>
                <a:lnTo>
                  <a:pt x="137834" y="308736"/>
                </a:lnTo>
                <a:lnTo>
                  <a:pt x="179597" y="308736"/>
                </a:lnTo>
                <a:lnTo>
                  <a:pt x="181483" y="307339"/>
                </a:lnTo>
                <a:lnTo>
                  <a:pt x="142367" y="307339"/>
                </a:lnTo>
                <a:lnTo>
                  <a:pt x="144018" y="306069"/>
                </a:lnTo>
                <a:close/>
              </a:path>
              <a:path w="247650" h="332740">
                <a:moveTo>
                  <a:pt x="15430" y="156210"/>
                </a:moveTo>
                <a:lnTo>
                  <a:pt x="15065" y="157162"/>
                </a:lnTo>
                <a:lnTo>
                  <a:pt x="14349" y="158755"/>
                </a:lnTo>
                <a:lnTo>
                  <a:pt x="13970" y="160019"/>
                </a:lnTo>
                <a:lnTo>
                  <a:pt x="13331" y="163841"/>
                </a:lnTo>
                <a:lnTo>
                  <a:pt x="12573" y="166369"/>
                </a:lnTo>
                <a:lnTo>
                  <a:pt x="11556" y="171454"/>
                </a:lnTo>
                <a:lnTo>
                  <a:pt x="11520" y="171631"/>
                </a:lnTo>
                <a:lnTo>
                  <a:pt x="9017" y="180339"/>
                </a:lnTo>
                <a:lnTo>
                  <a:pt x="5080" y="194310"/>
                </a:lnTo>
                <a:lnTo>
                  <a:pt x="3556" y="199389"/>
                </a:lnTo>
                <a:lnTo>
                  <a:pt x="3302" y="199389"/>
                </a:lnTo>
                <a:lnTo>
                  <a:pt x="889" y="210819"/>
                </a:lnTo>
                <a:lnTo>
                  <a:pt x="635" y="213360"/>
                </a:lnTo>
                <a:lnTo>
                  <a:pt x="533" y="214373"/>
                </a:lnTo>
                <a:lnTo>
                  <a:pt x="127" y="219710"/>
                </a:lnTo>
                <a:lnTo>
                  <a:pt x="84" y="237489"/>
                </a:lnTo>
                <a:lnTo>
                  <a:pt x="0" y="240029"/>
                </a:lnTo>
                <a:lnTo>
                  <a:pt x="381" y="242569"/>
                </a:lnTo>
                <a:lnTo>
                  <a:pt x="1524" y="246379"/>
                </a:lnTo>
                <a:lnTo>
                  <a:pt x="3203" y="252379"/>
                </a:lnTo>
                <a:lnTo>
                  <a:pt x="3302" y="252729"/>
                </a:lnTo>
                <a:lnTo>
                  <a:pt x="3556" y="254000"/>
                </a:lnTo>
                <a:lnTo>
                  <a:pt x="5334" y="257810"/>
                </a:lnTo>
                <a:lnTo>
                  <a:pt x="5587" y="259079"/>
                </a:lnTo>
                <a:lnTo>
                  <a:pt x="8119" y="264583"/>
                </a:lnTo>
                <a:lnTo>
                  <a:pt x="8415" y="265486"/>
                </a:lnTo>
                <a:lnTo>
                  <a:pt x="9906" y="267969"/>
                </a:lnTo>
                <a:lnTo>
                  <a:pt x="10541" y="269239"/>
                </a:lnTo>
                <a:lnTo>
                  <a:pt x="14859" y="276860"/>
                </a:lnTo>
                <a:lnTo>
                  <a:pt x="15493" y="278129"/>
                </a:lnTo>
                <a:lnTo>
                  <a:pt x="18034" y="280669"/>
                </a:lnTo>
                <a:lnTo>
                  <a:pt x="17780" y="280669"/>
                </a:lnTo>
                <a:lnTo>
                  <a:pt x="23622" y="288289"/>
                </a:lnTo>
                <a:lnTo>
                  <a:pt x="24130" y="289560"/>
                </a:lnTo>
                <a:lnTo>
                  <a:pt x="26670" y="292100"/>
                </a:lnTo>
                <a:lnTo>
                  <a:pt x="32766" y="299719"/>
                </a:lnTo>
                <a:lnTo>
                  <a:pt x="32385" y="299719"/>
                </a:lnTo>
                <a:lnTo>
                  <a:pt x="33655" y="300989"/>
                </a:lnTo>
                <a:lnTo>
                  <a:pt x="34966" y="302342"/>
                </a:lnTo>
                <a:lnTo>
                  <a:pt x="35560" y="303529"/>
                </a:lnTo>
                <a:lnTo>
                  <a:pt x="39878" y="307339"/>
                </a:lnTo>
                <a:lnTo>
                  <a:pt x="86995" y="307339"/>
                </a:lnTo>
                <a:lnTo>
                  <a:pt x="81153" y="306069"/>
                </a:lnTo>
                <a:lnTo>
                  <a:pt x="76454" y="304800"/>
                </a:lnTo>
                <a:lnTo>
                  <a:pt x="77597" y="304800"/>
                </a:lnTo>
                <a:lnTo>
                  <a:pt x="70962" y="302342"/>
                </a:lnTo>
                <a:lnTo>
                  <a:pt x="71121" y="302342"/>
                </a:lnTo>
                <a:lnTo>
                  <a:pt x="69024" y="300989"/>
                </a:lnTo>
                <a:lnTo>
                  <a:pt x="67437" y="300989"/>
                </a:lnTo>
                <a:lnTo>
                  <a:pt x="63118" y="298450"/>
                </a:lnTo>
                <a:lnTo>
                  <a:pt x="64008" y="298450"/>
                </a:lnTo>
                <a:lnTo>
                  <a:pt x="61087" y="297179"/>
                </a:lnTo>
                <a:lnTo>
                  <a:pt x="61722" y="297179"/>
                </a:lnTo>
                <a:lnTo>
                  <a:pt x="60028" y="295910"/>
                </a:lnTo>
                <a:lnTo>
                  <a:pt x="58674" y="295910"/>
                </a:lnTo>
                <a:lnTo>
                  <a:pt x="56387" y="293369"/>
                </a:lnTo>
                <a:lnTo>
                  <a:pt x="56134" y="293369"/>
                </a:lnTo>
                <a:lnTo>
                  <a:pt x="51816" y="288289"/>
                </a:lnTo>
                <a:lnTo>
                  <a:pt x="52450" y="288289"/>
                </a:lnTo>
                <a:lnTo>
                  <a:pt x="49911" y="285750"/>
                </a:lnTo>
                <a:lnTo>
                  <a:pt x="49656" y="285750"/>
                </a:lnTo>
                <a:lnTo>
                  <a:pt x="43561" y="278129"/>
                </a:lnTo>
                <a:lnTo>
                  <a:pt x="43306" y="278129"/>
                </a:lnTo>
                <a:lnTo>
                  <a:pt x="40767" y="275589"/>
                </a:lnTo>
                <a:lnTo>
                  <a:pt x="41529" y="275589"/>
                </a:lnTo>
                <a:lnTo>
                  <a:pt x="35687" y="267969"/>
                </a:lnTo>
                <a:lnTo>
                  <a:pt x="35433" y="267969"/>
                </a:lnTo>
                <a:lnTo>
                  <a:pt x="32893" y="264160"/>
                </a:lnTo>
                <a:lnTo>
                  <a:pt x="31495" y="261619"/>
                </a:lnTo>
                <a:lnTo>
                  <a:pt x="29337" y="257810"/>
                </a:lnTo>
                <a:lnTo>
                  <a:pt x="28575" y="256539"/>
                </a:lnTo>
                <a:lnTo>
                  <a:pt x="25654" y="250189"/>
                </a:lnTo>
                <a:lnTo>
                  <a:pt x="25908" y="250189"/>
                </a:lnTo>
                <a:lnTo>
                  <a:pt x="24479" y="246379"/>
                </a:lnTo>
                <a:lnTo>
                  <a:pt x="24256" y="246379"/>
                </a:lnTo>
                <a:lnTo>
                  <a:pt x="22834" y="241300"/>
                </a:lnTo>
                <a:lnTo>
                  <a:pt x="22606" y="241300"/>
                </a:lnTo>
                <a:lnTo>
                  <a:pt x="22320" y="240029"/>
                </a:lnTo>
                <a:lnTo>
                  <a:pt x="21843" y="240029"/>
                </a:lnTo>
                <a:lnTo>
                  <a:pt x="21717" y="238760"/>
                </a:lnTo>
                <a:lnTo>
                  <a:pt x="21626" y="237852"/>
                </a:lnTo>
                <a:lnTo>
                  <a:pt x="21589" y="237489"/>
                </a:lnTo>
                <a:lnTo>
                  <a:pt x="21462" y="236219"/>
                </a:lnTo>
                <a:lnTo>
                  <a:pt x="21820" y="236219"/>
                </a:lnTo>
                <a:lnTo>
                  <a:pt x="21717" y="219710"/>
                </a:lnTo>
                <a:lnTo>
                  <a:pt x="22098" y="215900"/>
                </a:lnTo>
                <a:lnTo>
                  <a:pt x="22182" y="214629"/>
                </a:lnTo>
                <a:lnTo>
                  <a:pt x="22267" y="213360"/>
                </a:lnTo>
                <a:lnTo>
                  <a:pt x="22352" y="212089"/>
                </a:lnTo>
                <a:lnTo>
                  <a:pt x="22762" y="212089"/>
                </a:lnTo>
                <a:lnTo>
                  <a:pt x="24029" y="206104"/>
                </a:lnTo>
                <a:lnTo>
                  <a:pt x="25527" y="200660"/>
                </a:lnTo>
                <a:lnTo>
                  <a:pt x="28575" y="190500"/>
                </a:lnTo>
                <a:lnTo>
                  <a:pt x="29591" y="185419"/>
                </a:lnTo>
                <a:lnTo>
                  <a:pt x="29819" y="185419"/>
                </a:lnTo>
                <a:lnTo>
                  <a:pt x="31242" y="180339"/>
                </a:lnTo>
                <a:lnTo>
                  <a:pt x="32258" y="176529"/>
                </a:lnTo>
                <a:lnTo>
                  <a:pt x="32639" y="175260"/>
                </a:lnTo>
                <a:lnTo>
                  <a:pt x="33274" y="170179"/>
                </a:lnTo>
                <a:lnTo>
                  <a:pt x="33528" y="170179"/>
                </a:lnTo>
                <a:lnTo>
                  <a:pt x="33909" y="168910"/>
                </a:lnTo>
                <a:lnTo>
                  <a:pt x="33909" y="167639"/>
                </a:lnTo>
                <a:lnTo>
                  <a:pt x="34290" y="166369"/>
                </a:lnTo>
                <a:lnTo>
                  <a:pt x="34162" y="166369"/>
                </a:lnTo>
                <a:lnTo>
                  <a:pt x="34671" y="165100"/>
                </a:lnTo>
                <a:lnTo>
                  <a:pt x="35050" y="164397"/>
                </a:lnTo>
                <a:lnTo>
                  <a:pt x="35300" y="163841"/>
                </a:lnTo>
                <a:lnTo>
                  <a:pt x="35482" y="162945"/>
                </a:lnTo>
                <a:lnTo>
                  <a:pt x="35560" y="162560"/>
                </a:lnTo>
                <a:lnTo>
                  <a:pt x="36322" y="160019"/>
                </a:lnTo>
                <a:lnTo>
                  <a:pt x="37033" y="157479"/>
                </a:lnTo>
                <a:lnTo>
                  <a:pt x="15112" y="157479"/>
                </a:lnTo>
                <a:lnTo>
                  <a:pt x="15430" y="156210"/>
                </a:lnTo>
                <a:close/>
              </a:path>
              <a:path w="247650" h="332740">
                <a:moveTo>
                  <a:pt x="150283" y="302683"/>
                </a:moveTo>
                <a:lnTo>
                  <a:pt x="146685" y="304800"/>
                </a:lnTo>
                <a:lnTo>
                  <a:pt x="146304" y="304800"/>
                </a:lnTo>
                <a:lnTo>
                  <a:pt x="142367" y="307339"/>
                </a:lnTo>
                <a:lnTo>
                  <a:pt x="181483" y="307339"/>
                </a:lnTo>
                <a:lnTo>
                  <a:pt x="183134" y="306069"/>
                </a:lnTo>
                <a:lnTo>
                  <a:pt x="185589" y="303529"/>
                </a:lnTo>
                <a:lnTo>
                  <a:pt x="149098" y="303529"/>
                </a:lnTo>
                <a:lnTo>
                  <a:pt x="150283" y="302683"/>
                </a:lnTo>
                <a:close/>
              </a:path>
              <a:path w="247650" h="332740">
                <a:moveTo>
                  <a:pt x="198183" y="289560"/>
                </a:moveTo>
                <a:lnTo>
                  <a:pt x="168656" y="289560"/>
                </a:lnTo>
                <a:lnTo>
                  <a:pt x="167358" y="290557"/>
                </a:lnTo>
                <a:lnTo>
                  <a:pt x="166878" y="290829"/>
                </a:lnTo>
                <a:lnTo>
                  <a:pt x="165100" y="292100"/>
                </a:lnTo>
                <a:lnTo>
                  <a:pt x="156972" y="297179"/>
                </a:lnTo>
                <a:lnTo>
                  <a:pt x="153035" y="300989"/>
                </a:lnTo>
                <a:lnTo>
                  <a:pt x="152654" y="300989"/>
                </a:lnTo>
                <a:lnTo>
                  <a:pt x="150878" y="302342"/>
                </a:lnTo>
                <a:lnTo>
                  <a:pt x="149098" y="303529"/>
                </a:lnTo>
                <a:lnTo>
                  <a:pt x="185589" y="303529"/>
                </a:lnTo>
                <a:lnTo>
                  <a:pt x="190500" y="298450"/>
                </a:lnTo>
                <a:lnTo>
                  <a:pt x="194564" y="294639"/>
                </a:lnTo>
                <a:lnTo>
                  <a:pt x="194945" y="293369"/>
                </a:lnTo>
                <a:lnTo>
                  <a:pt x="198183" y="289560"/>
                </a:lnTo>
                <a:close/>
              </a:path>
              <a:path w="247650" h="332740">
                <a:moveTo>
                  <a:pt x="71121" y="302342"/>
                </a:moveTo>
                <a:lnTo>
                  <a:pt x="70962" y="302342"/>
                </a:lnTo>
                <a:lnTo>
                  <a:pt x="71335" y="302480"/>
                </a:lnTo>
                <a:lnTo>
                  <a:pt x="71121" y="302342"/>
                </a:lnTo>
                <a:close/>
              </a:path>
              <a:path w="247650" h="332740">
                <a:moveTo>
                  <a:pt x="67056" y="299719"/>
                </a:moveTo>
                <a:lnTo>
                  <a:pt x="67437" y="300989"/>
                </a:lnTo>
                <a:lnTo>
                  <a:pt x="69024" y="300989"/>
                </a:lnTo>
                <a:lnTo>
                  <a:pt x="67056" y="299719"/>
                </a:lnTo>
                <a:close/>
              </a:path>
              <a:path w="247650" h="332740">
                <a:moveTo>
                  <a:pt x="56642" y="293369"/>
                </a:moveTo>
                <a:lnTo>
                  <a:pt x="58674" y="295910"/>
                </a:lnTo>
                <a:lnTo>
                  <a:pt x="60028" y="295910"/>
                </a:lnTo>
                <a:lnTo>
                  <a:pt x="56642" y="293369"/>
                </a:lnTo>
                <a:close/>
              </a:path>
              <a:path w="247650" h="332740">
                <a:moveTo>
                  <a:pt x="186002" y="269451"/>
                </a:moveTo>
                <a:lnTo>
                  <a:pt x="177546" y="279400"/>
                </a:lnTo>
                <a:lnTo>
                  <a:pt x="178054" y="279400"/>
                </a:lnTo>
                <a:lnTo>
                  <a:pt x="174117" y="283210"/>
                </a:lnTo>
                <a:lnTo>
                  <a:pt x="167258" y="290557"/>
                </a:lnTo>
                <a:lnTo>
                  <a:pt x="168656" y="289560"/>
                </a:lnTo>
                <a:lnTo>
                  <a:pt x="198183" y="289560"/>
                </a:lnTo>
                <a:lnTo>
                  <a:pt x="203581" y="283210"/>
                </a:lnTo>
                <a:lnTo>
                  <a:pt x="204470" y="281939"/>
                </a:lnTo>
                <a:lnTo>
                  <a:pt x="207264" y="276860"/>
                </a:lnTo>
                <a:lnTo>
                  <a:pt x="211153" y="270510"/>
                </a:lnTo>
                <a:lnTo>
                  <a:pt x="185420" y="270510"/>
                </a:lnTo>
                <a:lnTo>
                  <a:pt x="186002" y="269451"/>
                </a:lnTo>
                <a:close/>
              </a:path>
              <a:path w="247650" h="332740">
                <a:moveTo>
                  <a:pt x="217551" y="185419"/>
                </a:moveTo>
                <a:lnTo>
                  <a:pt x="217163" y="186714"/>
                </a:lnTo>
                <a:lnTo>
                  <a:pt x="213233" y="201929"/>
                </a:lnTo>
                <a:lnTo>
                  <a:pt x="211836" y="208279"/>
                </a:lnTo>
                <a:lnTo>
                  <a:pt x="208280" y="220979"/>
                </a:lnTo>
                <a:lnTo>
                  <a:pt x="206502" y="226060"/>
                </a:lnTo>
                <a:lnTo>
                  <a:pt x="203352" y="236219"/>
                </a:lnTo>
                <a:lnTo>
                  <a:pt x="203073" y="237489"/>
                </a:lnTo>
                <a:lnTo>
                  <a:pt x="202675" y="238483"/>
                </a:lnTo>
                <a:lnTo>
                  <a:pt x="202533" y="238760"/>
                </a:lnTo>
                <a:lnTo>
                  <a:pt x="200914" y="242569"/>
                </a:lnTo>
                <a:lnTo>
                  <a:pt x="201168" y="242569"/>
                </a:lnTo>
                <a:lnTo>
                  <a:pt x="197140" y="250189"/>
                </a:lnTo>
                <a:lnTo>
                  <a:pt x="196556" y="251518"/>
                </a:lnTo>
                <a:lnTo>
                  <a:pt x="194056" y="255269"/>
                </a:lnTo>
                <a:lnTo>
                  <a:pt x="194437" y="255269"/>
                </a:lnTo>
                <a:lnTo>
                  <a:pt x="188183" y="265486"/>
                </a:lnTo>
                <a:lnTo>
                  <a:pt x="186817" y="267969"/>
                </a:lnTo>
                <a:lnTo>
                  <a:pt x="186181" y="269239"/>
                </a:lnTo>
                <a:lnTo>
                  <a:pt x="185420" y="270510"/>
                </a:lnTo>
                <a:lnTo>
                  <a:pt x="211153" y="270510"/>
                </a:lnTo>
                <a:lnTo>
                  <a:pt x="213487" y="266700"/>
                </a:lnTo>
                <a:lnTo>
                  <a:pt x="213741" y="266700"/>
                </a:lnTo>
                <a:lnTo>
                  <a:pt x="216281" y="261619"/>
                </a:lnTo>
                <a:lnTo>
                  <a:pt x="216408" y="261619"/>
                </a:lnTo>
                <a:lnTo>
                  <a:pt x="221206" y="251518"/>
                </a:lnTo>
                <a:lnTo>
                  <a:pt x="223393" y="246379"/>
                </a:lnTo>
                <a:lnTo>
                  <a:pt x="223890" y="245136"/>
                </a:lnTo>
                <a:lnTo>
                  <a:pt x="227837" y="233679"/>
                </a:lnTo>
                <a:lnTo>
                  <a:pt x="227965" y="232410"/>
                </a:lnTo>
                <a:lnTo>
                  <a:pt x="229743" y="227329"/>
                </a:lnTo>
                <a:lnTo>
                  <a:pt x="233425" y="213360"/>
                </a:lnTo>
                <a:lnTo>
                  <a:pt x="234823" y="208279"/>
                </a:lnTo>
                <a:lnTo>
                  <a:pt x="238760" y="193039"/>
                </a:lnTo>
                <a:lnTo>
                  <a:pt x="239712" y="188277"/>
                </a:lnTo>
                <a:lnTo>
                  <a:pt x="239775" y="187960"/>
                </a:lnTo>
                <a:lnTo>
                  <a:pt x="217043" y="187960"/>
                </a:lnTo>
                <a:lnTo>
                  <a:pt x="217551" y="185419"/>
                </a:lnTo>
                <a:close/>
              </a:path>
              <a:path w="247650" h="332740">
                <a:moveTo>
                  <a:pt x="24012" y="245136"/>
                </a:moveTo>
                <a:lnTo>
                  <a:pt x="24256" y="246379"/>
                </a:lnTo>
                <a:lnTo>
                  <a:pt x="24479" y="246379"/>
                </a:lnTo>
                <a:lnTo>
                  <a:pt x="24012" y="245136"/>
                </a:lnTo>
                <a:close/>
              </a:path>
              <a:path w="247650" h="332740">
                <a:moveTo>
                  <a:pt x="22479" y="240029"/>
                </a:moveTo>
                <a:lnTo>
                  <a:pt x="22606" y="241300"/>
                </a:lnTo>
                <a:lnTo>
                  <a:pt x="22834" y="241300"/>
                </a:lnTo>
                <a:lnTo>
                  <a:pt x="22479" y="240029"/>
                </a:lnTo>
                <a:close/>
              </a:path>
              <a:path w="247650" h="332740">
                <a:moveTo>
                  <a:pt x="21830" y="237852"/>
                </a:moveTo>
                <a:lnTo>
                  <a:pt x="21843" y="240029"/>
                </a:lnTo>
                <a:lnTo>
                  <a:pt x="22320" y="240029"/>
                </a:lnTo>
                <a:lnTo>
                  <a:pt x="21830" y="237852"/>
                </a:lnTo>
                <a:close/>
              </a:path>
              <a:path w="247650" h="332740">
                <a:moveTo>
                  <a:pt x="21462" y="236219"/>
                </a:moveTo>
                <a:lnTo>
                  <a:pt x="21589" y="237489"/>
                </a:lnTo>
                <a:lnTo>
                  <a:pt x="21626" y="237852"/>
                </a:lnTo>
                <a:lnTo>
                  <a:pt x="21717" y="238760"/>
                </a:lnTo>
                <a:lnTo>
                  <a:pt x="21748" y="237489"/>
                </a:lnTo>
                <a:lnTo>
                  <a:pt x="21462" y="236219"/>
                </a:lnTo>
                <a:close/>
              </a:path>
              <a:path w="247650" h="332740">
                <a:moveTo>
                  <a:pt x="21820" y="236219"/>
                </a:moveTo>
                <a:lnTo>
                  <a:pt x="21462" y="236219"/>
                </a:lnTo>
                <a:lnTo>
                  <a:pt x="21748" y="237489"/>
                </a:lnTo>
                <a:lnTo>
                  <a:pt x="21820" y="236219"/>
                </a:lnTo>
                <a:close/>
              </a:path>
              <a:path w="247650" h="332740">
                <a:moveTo>
                  <a:pt x="22762" y="212089"/>
                </a:moveTo>
                <a:lnTo>
                  <a:pt x="22352" y="212089"/>
                </a:lnTo>
                <a:lnTo>
                  <a:pt x="22237" y="214373"/>
                </a:lnTo>
                <a:lnTo>
                  <a:pt x="22493" y="213360"/>
                </a:lnTo>
                <a:lnTo>
                  <a:pt x="22762" y="212089"/>
                </a:lnTo>
                <a:close/>
              </a:path>
              <a:path w="247650" h="332740">
                <a:moveTo>
                  <a:pt x="222705" y="163841"/>
                </a:moveTo>
                <a:lnTo>
                  <a:pt x="222491" y="164397"/>
                </a:lnTo>
                <a:lnTo>
                  <a:pt x="218567" y="180339"/>
                </a:lnTo>
                <a:lnTo>
                  <a:pt x="217292" y="186714"/>
                </a:lnTo>
                <a:lnTo>
                  <a:pt x="217092" y="187461"/>
                </a:lnTo>
                <a:lnTo>
                  <a:pt x="217043" y="187960"/>
                </a:lnTo>
                <a:lnTo>
                  <a:pt x="239775" y="187960"/>
                </a:lnTo>
                <a:lnTo>
                  <a:pt x="240284" y="185419"/>
                </a:lnTo>
                <a:lnTo>
                  <a:pt x="244348" y="168910"/>
                </a:lnTo>
                <a:lnTo>
                  <a:pt x="245205" y="165100"/>
                </a:lnTo>
                <a:lnTo>
                  <a:pt x="222504" y="165100"/>
                </a:lnTo>
                <a:lnTo>
                  <a:pt x="222621" y="164397"/>
                </a:lnTo>
                <a:lnTo>
                  <a:pt x="222705" y="163841"/>
                </a:lnTo>
                <a:close/>
              </a:path>
              <a:path w="247650" h="332740">
                <a:moveTo>
                  <a:pt x="29819" y="185419"/>
                </a:moveTo>
                <a:lnTo>
                  <a:pt x="29591" y="185419"/>
                </a:lnTo>
                <a:lnTo>
                  <a:pt x="29332" y="186714"/>
                </a:lnTo>
                <a:lnTo>
                  <a:pt x="29819" y="185419"/>
                </a:lnTo>
                <a:close/>
              </a:path>
              <a:path w="247650" h="332740">
                <a:moveTo>
                  <a:pt x="33528" y="170179"/>
                </a:moveTo>
                <a:lnTo>
                  <a:pt x="33274" y="170179"/>
                </a:lnTo>
                <a:lnTo>
                  <a:pt x="33114" y="171454"/>
                </a:lnTo>
                <a:lnTo>
                  <a:pt x="33528" y="170179"/>
                </a:lnTo>
                <a:close/>
              </a:path>
              <a:path w="247650" h="332740">
                <a:moveTo>
                  <a:pt x="34671" y="165100"/>
                </a:moveTo>
                <a:lnTo>
                  <a:pt x="34162" y="166369"/>
                </a:lnTo>
                <a:lnTo>
                  <a:pt x="34290" y="166369"/>
                </a:lnTo>
                <a:lnTo>
                  <a:pt x="34671" y="165100"/>
                </a:lnTo>
                <a:close/>
              </a:path>
              <a:path w="247650" h="332740">
                <a:moveTo>
                  <a:pt x="244398" y="110489"/>
                </a:moveTo>
                <a:lnTo>
                  <a:pt x="221742" y="110489"/>
                </a:lnTo>
                <a:lnTo>
                  <a:pt x="224790" y="129539"/>
                </a:lnTo>
                <a:lnTo>
                  <a:pt x="224980" y="132079"/>
                </a:lnTo>
                <a:lnTo>
                  <a:pt x="225107" y="144779"/>
                </a:lnTo>
                <a:lnTo>
                  <a:pt x="224980" y="147319"/>
                </a:lnTo>
                <a:lnTo>
                  <a:pt x="224917" y="148589"/>
                </a:lnTo>
                <a:lnTo>
                  <a:pt x="223773" y="157162"/>
                </a:lnTo>
                <a:lnTo>
                  <a:pt x="222713" y="163841"/>
                </a:lnTo>
                <a:lnTo>
                  <a:pt x="222574" y="164397"/>
                </a:lnTo>
                <a:lnTo>
                  <a:pt x="222504" y="165100"/>
                </a:lnTo>
                <a:lnTo>
                  <a:pt x="245205" y="165100"/>
                </a:lnTo>
                <a:lnTo>
                  <a:pt x="245363" y="164397"/>
                </a:lnTo>
                <a:lnTo>
                  <a:pt x="245488" y="163841"/>
                </a:lnTo>
                <a:lnTo>
                  <a:pt x="245597" y="162763"/>
                </a:lnTo>
                <a:lnTo>
                  <a:pt x="247015" y="151129"/>
                </a:lnTo>
                <a:lnTo>
                  <a:pt x="247110" y="148589"/>
                </a:lnTo>
                <a:lnTo>
                  <a:pt x="247396" y="144779"/>
                </a:lnTo>
                <a:lnTo>
                  <a:pt x="247345" y="132079"/>
                </a:lnTo>
                <a:lnTo>
                  <a:pt x="247243" y="129539"/>
                </a:lnTo>
                <a:lnTo>
                  <a:pt x="247142" y="127000"/>
                </a:lnTo>
                <a:lnTo>
                  <a:pt x="247015" y="125729"/>
                </a:lnTo>
                <a:lnTo>
                  <a:pt x="244856" y="113029"/>
                </a:lnTo>
                <a:lnTo>
                  <a:pt x="244398" y="110489"/>
                </a:lnTo>
                <a:close/>
              </a:path>
              <a:path w="247650" h="332740">
                <a:moveTo>
                  <a:pt x="47625" y="88900"/>
                </a:moveTo>
                <a:lnTo>
                  <a:pt x="43306" y="93979"/>
                </a:lnTo>
                <a:lnTo>
                  <a:pt x="42418" y="95250"/>
                </a:lnTo>
                <a:lnTo>
                  <a:pt x="39243" y="100329"/>
                </a:lnTo>
                <a:lnTo>
                  <a:pt x="38862" y="100329"/>
                </a:lnTo>
                <a:lnTo>
                  <a:pt x="35560" y="106679"/>
                </a:lnTo>
                <a:lnTo>
                  <a:pt x="32639" y="111760"/>
                </a:lnTo>
                <a:lnTo>
                  <a:pt x="32433" y="112787"/>
                </a:lnTo>
                <a:lnTo>
                  <a:pt x="32385" y="113029"/>
                </a:lnTo>
                <a:lnTo>
                  <a:pt x="23622" y="132079"/>
                </a:lnTo>
                <a:lnTo>
                  <a:pt x="22225" y="134619"/>
                </a:lnTo>
                <a:lnTo>
                  <a:pt x="21971" y="135889"/>
                </a:lnTo>
                <a:lnTo>
                  <a:pt x="19177" y="142239"/>
                </a:lnTo>
                <a:lnTo>
                  <a:pt x="17653" y="147319"/>
                </a:lnTo>
                <a:lnTo>
                  <a:pt x="15875" y="153669"/>
                </a:lnTo>
                <a:lnTo>
                  <a:pt x="15748" y="154939"/>
                </a:lnTo>
                <a:lnTo>
                  <a:pt x="15493" y="156210"/>
                </a:lnTo>
                <a:lnTo>
                  <a:pt x="15208" y="157162"/>
                </a:lnTo>
                <a:lnTo>
                  <a:pt x="15112" y="157479"/>
                </a:lnTo>
                <a:lnTo>
                  <a:pt x="37033" y="157479"/>
                </a:lnTo>
                <a:lnTo>
                  <a:pt x="38100" y="153669"/>
                </a:lnTo>
                <a:lnTo>
                  <a:pt x="38777" y="151129"/>
                </a:lnTo>
                <a:lnTo>
                  <a:pt x="38862" y="150706"/>
                </a:lnTo>
                <a:lnTo>
                  <a:pt x="39116" y="149860"/>
                </a:lnTo>
                <a:lnTo>
                  <a:pt x="39666" y="148589"/>
                </a:lnTo>
                <a:lnTo>
                  <a:pt x="41529" y="143510"/>
                </a:lnTo>
                <a:lnTo>
                  <a:pt x="42925" y="140969"/>
                </a:lnTo>
                <a:lnTo>
                  <a:pt x="46100" y="133350"/>
                </a:lnTo>
                <a:lnTo>
                  <a:pt x="47498" y="129539"/>
                </a:lnTo>
                <a:lnTo>
                  <a:pt x="51435" y="121919"/>
                </a:lnTo>
                <a:lnTo>
                  <a:pt x="51181" y="121919"/>
                </a:lnTo>
                <a:lnTo>
                  <a:pt x="53128" y="118533"/>
                </a:lnTo>
                <a:lnTo>
                  <a:pt x="57150" y="110489"/>
                </a:lnTo>
                <a:lnTo>
                  <a:pt x="57689" y="110489"/>
                </a:lnTo>
                <a:lnTo>
                  <a:pt x="59277" y="107950"/>
                </a:lnTo>
                <a:lnTo>
                  <a:pt x="59478" y="107526"/>
                </a:lnTo>
                <a:lnTo>
                  <a:pt x="60071" y="106679"/>
                </a:lnTo>
                <a:lnTo>
                  <a:pt x="60261" y="106679"/>
                </a:lnTo>
                <a:lnTo>
                  <a:pt x="63500" y="102869"/>
                </a:lnTo>
                <a:lnTo>
                  <a:pt x="64008" y="101600"/>
                </a:lnTo>
                <a:lnTo>
                  <a:pt x="66167" y="99060"/>
                </a:lnTo>
                <a:lnTo>
                  <a:pt x="66420" y="99060"/>
                </a:lnTo>
                <a:lnTo>
                  <a:pt x="67691" y="97789"/>
                </a:lnTo>
                <a:lnTo>
                  <a:pt x="68199" y="97789"/>
                </a:lnTo>
                <a:lnTo>
                  <a:pt x="72517" y="91439"/>
                </a:lnTo>
                <a:lnTo>
                  <a:pt x="74675" y="90169"/>
                </a:lnTo>
                <a:lnTo>
                  <a:pt x="47243" y="90169"/>
                </a:lnTo>
                <a:lnTo>
                  <a:pt x="47625" y="88900"/>
                </a:lnTo>
                <a:close/>
              </a:path>
              <a:path w="247650" h="332740">
                <a:moveTo>
                  <a:pt x="57689" y="110489"/>
                </a:moveTo>
                <a:lnTo>
                  <a:pt x="57150" y="110489"/>
                </a:lnTo>
                <a:lnTo>
                  <a:pt x="56896" y="111760"/>
                </a:lnTo>
                <a:lnTo>
                  <a:pt x="57689" y="110489"/>
                </a:lnTo>
                <a:close/>
              </a:path>
              <a:path w="247650" h="332740">
                <a:moveTo>
                  <a:pt x="231238" y="60960"/>
                </a:moveTo>
                <a:lnTo>
                  <a:pt x="207899" y="60960"/>
                </a:lnTo>
                <a:lnTo>
                  <a:pt x="208216" y="62018"/>
                </a:lnTo>
                <a:lnTo>
                  <a:pt x="208248" y="62229"/>
                </a:lnTo>
                <a:lnTo>
                  <a:pt x="209296" y="66039"/>
                </a:lnTo>
                <a:lnTo>
                  <a:pt x="212741" y="77966"/>
                </a:lnTo>
                <a:lnTo>
                  <a:pt x="213487" y="81279"/>
                </a:lnTo>
                <a:lnTo>
                  <a:pt x="213614" y="81279"/>
                </a:lnTo>
                <a:lnTo>
                  <a:pt x="216916" y="93979"/>
                </a:lnTo>
                <a:lnTo>
                  <a:pt x="217170" y="93979"/>
                </a:lnTo>
                <a:lnTo>
                  <a:pt x="218512" y="97560"/>
                </a:lnTo>
                <a:lnTo>
                  <a:pt x="218598" y="97789"/>
                </a:lnTo>
                <a:lnTo>
                  <a:pt x="218640" y="97972"/>
                </a:lnTo>
                <a:lnTo>
                  <a:pt x="219075" y="99060"/>
                </a:lnTo>
                <a:lnTo>
                  <a:pt x="218866" y="99060"/>
                </a:lnTo>
                <a:lnTo>
                  <a:pt x="221866" y="111760"/>
                </a:lnTo>
                <a:lnTo>
                  <a:pt x="221742" y="110489"/>
                </a:lnTo>
                <a:lnTo>
                  <a:pt x="244398" y="110489"/>
                </a:lnTo>
                <a:lnTo>
                  <a:pt x="243712" y="106679"/>
                </a:lnTo>
                <a:lnTo>
                  <a:pt x="241911" y="99060"/>
                </a:lnTo>
                <a:lnTo>
                  <a:pt x="219075" y="99060"/>
                </a:lnTo>
                <a:lnTo>
                  <a:pt x="218667" y="97972"/>
                </a:lnTo>
                <a:lnTo>
                  <a:pt x="241654" y="97972"/>
                </a:lnTo>
                <a:lnTo>
                  <a:pt x="240411" y="92710"/>
                </a:lnTo>
                <a:lnTo>
                  <a:pt x="239903" y="91439"/>
                </a:lnTo>
                <a:lnTo>
                  <a:pt x="238569" y="87629"/>
                </a:lnTo>
                <a:lnTo>
                  <a:pt x="238379" y="87629"/>
                </a:lnTo>
                <a:lnTo>
                  <a:pt x="235339" y="76230"/>
                </a:lnTo>
                <a:lnTo>
                  <a:pt x="234315" y="71119"/>
                </a:lnTo>
                <a:lnTo>
                  <a:pt x="234061" y="71119"/>
                </a:lnTo>
                <a:lnTo>
                  <a:pt x="231238" y="60960"/>
                </a:lnTo>
                <a:close/>
              </a:path>
              <a:path w="247650" h="332740">
                <a:moveTo>
                  <a:pt x="60261" y="106679"/>
                </a:moveTo>
                <a:lnTo>
                  <a:pt x="60071" y="106679"/>
                </a:lnTo>
                <a:lnTo>
                  <a:pt x="59541" y="107526"/>
                </a:lnTo>
                <a:lnTo>
                  <a:pt x="60261" y="106679"/>
                </a:lnTo>
                <a:close/>
              </a:path>
              <a:path w="247650" h="332740">
                <a:moveTo>
                  <a:pt x="66420" y="99060"/>
                </a:moveTo>
                <a:lnTo>
                  <a:pt x="66167" y="99060"/>
                </a:lnTo>
                <a:lnTo>
                  <a:pt x="65150" y="100329"/>
                </a:lnTo>
                <a:lnTo>
                  <a:pt x="66420" y="99060"/>
                </a:lnTo>
                <a:close/>
              </a:path>
              <a:path w="247650" h="332740">
                <a:moveTo>
                  <a:pt x="52959" y="82550"/>
                </a:moveTo>
                <a:lnTo>
                  <a:pt x="50418" y="85089"/>
                </a:lnTo>
                <a:lnTo>
                  <a:pt x="49391" y="86381"/>
                </a:lnTo>
                <a:lnTo>
                  <a:pt x="47243" y="90169"/>
                </a:lnTo>
                <a:lnTo>
                  <a:pt x="74675" y="90169"/>
                </a:lnTo>
                <a:lnTo>
                  <a:pt x="78993" y="85089"/>
                </a:lnTo>
                <a:lnTo>
                  <a:pt x="78486" y="85089"/>
                </a:lnTo>
                <a:lnTo>
                  <a:pt x="79565" y="83819"/>
                </a:lnTo>
                <a:lnTo>
                  <a:pt x="52324" y="83819"/>
                </a:lnTo>
                <a:lnTo>
                  <a:pt x="52959" y="82550"/>
                </a:lnTo>
                <a:close/>
              </a:path>
              <a:path w="247650" h="332740">
                <a:moveTo>
                  <a:pt x="238132" y="86381"/>
                </a:moveTo>
                <a:lnTo>
                  <a:pt x="238379" y="87629"/>
                </a:lnTo>
                <a:lnTo>
                  <a:pt x="238569" y="87629"/>
                </a:lnTo>
                <a:lnTo>
                  <a:pt x="238132" y="86381"/>
                </a:lnTo>
                <a:close/>
              </a:path>
              <a:path w="247650" h="332740">
                <a:moveTo>
                  <a:pt x="65246" y="69214"/>
                </a:moveTo>
                <a:lnTo>
                  <a:pt x="63246" y="71119"/>
                </a:lnTo>
                <a:lnTo>
                  <a:pt x="58902" y="76230"/>
                </a:lnTo>
                <a:lnTo>
                  <a:pt x="58775" y="76230"/>
                </a:lnTo>
                <a:lnTo>
                  <a:pt x="52324" y="83819"/>
                </a:lnTo>
                <a:lnTo>
                  <a:pt x="79565" y="83819"/>
                </a:lnTo>
                <a:lnTo>
                  <a:pt x="80645" y="82550"/>
                </a:lnTo>
                <a:lnTo>
                  <a:pt x="81661" y="81279"/>
                </a:lnTo>
                <a:lnTo>
                  <a:pt x="82550" y="80010"/>
                </a:lnTo>
                <a:lnTo>
                  <a:pt x="82296" y="80010"/>
                </a:lnTo>
                <a:lnTo>
                  <a:pt x="83439" y="78739"/>
                </a:lnTo>
                <a:lnTo>
                  <a:pt x="83756" y="78739"/>
                </a:lnTo>
                <a:lnTo>
                  <a:pt x="85217" y="77469"/>
                </a:lnTo>
                <a:lnTo>
                  <a:pt x="88773" y="73660"/>
                </a:lnTo>
                <a:lnTo>
                  <a:pt x="88137" y="73660"/>
                </a:lnTo>
                <a:lnTo>
                  <a:pt x="89916" y="72389"/>
                </a:lnTo>
                <a:lnTo>
                  <a:pt x="91524" y="69850"/>
                </a:lnTo>
                <a:lnTo>
                  <a:pt x="64770" y="69850"/>
                </a:lnTo>
                <a:lnTo>
                  <a:pt x="65246" y="69214"/>
                </a:lnTo>
                <a:close/>
              </a:path>
              <a:path w="247650" h="332740">
                <a:moveTo>
                  <a:pt x="83439" y="78739"/>
                </a:moveTo>
                <a:lnTo>
                  <a:pt x="82296" y="80010"/>
                </a:lnTo>
                <a:lnTo>
                  <a:pt x="82945" y="79445"/>
                </a:lnTo>
                <a:lnTo>
                  <a:pt x="83439" y="78739"/>
                </a:lnTo>
                <a:close/>
              </a:path>
              <a:path w="247650" h="332740">
                <a:moveTo>
                  <a:pt x="82945" y="79445"/>
                </a:moveTo>
                <a:lnTo>
                  <a:pt x="82296" y="80010"/>
                </a:lnTo>
                <a:lnTo>
                  <a:pt x="82550" y="80010"/>
                </a:lnTo>
                <a:lnTo>
                  <a:pt x="82945" y="79445"/>
                </a:lnTo>
                <a:close/>
              </a:path>
              <a:path w="247650" h="332740">
                <a:moveTo>
                  <a:pt x="83756" y="78739"/>
                </a:moveTo>
                <a:lnTo>
                  <a:pt x="83439" y="78739"/>
                </a:lnTo>
                <a:lnTo>
                  <a:pt x="82945" y="79445"/>
                </a:lnTo>
                <a:lnTo>
                  <a:pt x="83756" y="78739"/>
                </a:lnTo>
                <a:close/>
              </a:path>
              <a:path w="247650" h="332740">
                <a:moveTo>
                  <a:pt x="92329" y="68579"/>
                </a:moveTo>
                <a:lnTo>
                  <a:pt x="65912" y="68579"/>
                </a:lnTo>
                <a:lnTo>
                  <a:pt x="64770" y="69850"/>
                </a:lnTo>
                <a:lnTo>
                  <a:pt x="91524" y="69850"/>
                </a:lnTo>
                <a:lnTo>
                  <a:pt x="92329" y="68579"/>
                </a:lnTo>
                <a:close/>
              </a:path>
              <a:path w="247650" h="332740">
                <a:moveTo>
                  <a:pt x="69850" y="63500"/>
                </a:moveTo>
                <a:lnTo>
                  <a:pt x="67691" y="66039"/>
                </a:lnTo>
                <a:lnTo>
                  <a:pt x="66675" y="67310"/>
                </a:lnTo>
                <a:lnTo>
                  <a:pt x="65246" y="69214"/>
                </a:lnTo>
                <a:lnTo>
                  <a:pt x="65912" y="68579"/>
                </a:lnTo>
                <a:lnTo>
                  <a:pt x="92329" y="68579"/>
                </a:lnTo>
                <a:lnTo>
                  <a:pt x="93853" y="67310"/>
                </a:lnTo>
                <a:lnTo>
                  <a:pt x="93725" y="67310"/>
                </a:lnTo>
                <a:lnTo>
                  <a:pt x="96096" y="64769"/>
                </a:lnTo>
                <a:lnTo>
                  <a:pt x="69215" y="64769"/>
                </a:lnTo>
                <a:lnTo>
                  <a:pt x="69850" y="63500"/>
                </a:lnTo>
                <a:close/>
              </a:path>
              <a:path w="247650" h="332740">
                <a:moveTo>
                  <a:pt x="75311" y="57150"/>
                </a:moveTo>
                <a:lnTo>
                  <a:pt x="72898" y="59689"/>
                </a:lnTo>
                <a:lnTo>
                  <a:pt x="71120" y="62229"/>
                </a:lnTo>
                <a:lnTo>
                  <a:pt x="69215" y="64769"/>
                </a:lnTo>
                <a:lnTo>
                  <a:pt x="96096" y="64769"/>
                </a:lnTo>
                <a:lnTo>
                  <a:pt x="97281" y="63500"/>
                </a:lnTo>
                <a:lnTo>
                  <a:pt x="99441" y="59689"/>
                </a:lnTo>
                <a:lnTo>
                  <a:pt x="99949" y="59689"/>
                </a:lnTo>
                <a:lnTo>
                  <a:pt x="100901" y="58419"/>
                </a:lnTo>
                <a:lnTo>
                  <a:pt x="74803" y="58419"/>
                </a:lnTo>
                <a:lnTo>
                  <a:pt x="75311" y="57150"/>
                </a:lnTo>
                <a:close/>
              </a:path>
              <a:path w="247650" h="332740">
                <a:moveTo>
                  <a:pt x="99949" y="59689"/>
                </a:moveTo>
                <a:lnTo>
                  <a:pt x="99441" y="59689"/>
                </a:lnTo>
                <a:lnTo>
                  <a:pt x="98276" y="62018"/>
                </a:lnTo>
                <a:lnTo>
                  <a:pt x="99059" y="60960"/>
                </a:lnTo>
                <a:lnTo>
                  <a:pt x="99949" y="59689"/>
                </a:lnTo>
                <a:close/>
              </a:path>
              <a:path w="247650" h="332740">
                <a:moveTo>
                  <a:pt x="228441" y="52069"/>
                </a:moveTo>
                <a:lnTo>
                  <a:pt x="203962" y="52069"/>
                </a:lnTo>
                <a:lnTo>
                  <a:pt x="208190" y="62018"/>
                </a:lnTo>
                <a:lnTo>
                  <a:pt x="207899" y="60960"/>
                </a:lnTo>
                <a:lnTo>
                  <a:pt x="231238" y="60960"/>
                </a:lnTo>
                <a:lnTo>
                  <a:pt x="230886" y="59689"/>
                </a:lnTo>
                <a:lnTo>
                  <a:pt x="228981" y="53339"/>
                </a:lnTo>
                <a:lnTo>
                  <a:pt x="228441" y="52069"/>
                </a:lnTo>
                <a:close/>
              </a:path>
              <a:path w="247650" h="332740">
                <a:moveTo>
                  <a:pt x="102870" y="54610"/>
                </a:moveTo>
                <a:lnTo>
                  <a:pt x="77850" y="54610"/>
                </a:lnTo>
                <a:lnTo>
                  <a:pt x="76581" y="55879"/>
                </a:lnTo>
                <a:lnTo>
                  <a:pt x="74803" y="58419"/>
                </a:lnTo>
                <a:lnTo>
                  <a:pt x="100901" y="58419"/>
                </a:lnTo>
                <a:lnTo>
                  <a:pt x="101854" y="57150"/>
                </a:lnTo>
                <a:lnTo>
                  <a:pt x="101600" y="57150"/>
                </a:lnTo>
                <a:lnTo>
                  <a:pt x="102870" y="54610"/>
                </a:lnTo>
                <a:close/>
              </a:path>
              <a:path w="247650" h="332740">
                <a:moveTo>
                  <a:pt x="102362" y="55879"/>
                </a:moveTo>
                <a:lnTo>
                  <a:pt x="102023" y="56303"/>
                </a:lnTo>
                <a:lnTo>
                  <a:pt x="101600" y="57150"/>
                </a:lnTo>
                <a:lnTo>
                  <a:pt x="102192" y="56303"/>
                </a:lnTo>
                <a:lnTo>
                  <a:pt x="102362" y="55879"/>
                </a:lnTo>
                <a:close/>
              </a:path>
              <a:path w="247650" h="332740">
                <a:moveTo>
                  <a:pt x="102192" y="56303"/>
                </a:moveTo>
                <a:lnTo>
                  <a:pt x="101600" y="57150"/>
                </a:lnTo>
                <a:lnTo>
                  <a:pt x="101854" y="57150"/>
                </a:lnTo>
                <a:lnTo>
                  <a:pt x="102192" y="56303"/>
                </a:lnTo>
                <a:close/>
              </a:path>
              <a:path w="247650" h="332740">
                <a:moveTo>
                  <a:pt x="81534" y="49529"/>
                </a:moveTo>
                <a:lnTo>
                  <a:pt x="77978" y="54610"/>
                </a:lnTo>
                <a:lnTo>
                  <a:pt x="102870" y="54610"/>
                </a:lnTo>
                <a:lnTo>
                  <a:pt x="102362" y="55879"/>
                </a:lnTo>
                <a:lnTo>
                  <a:pt x="103378" y="54610"/>
                </a:lnTo>
                <a:lnTo>
                  <a:pt x="104012" y="53339"/>
                </a:lnTo>
                <a:lnTo>
                  <a:pt x="105410" y="52069"/>
                </a:lnTo>
                <a:lnTo>
                  <a:pt x="105029" y="52069"/>
                </a:lnTo>
                <a:lnTo>
                  <a:pt x="106298" y="50800"/>
                </a:lnTo>
                <a:lnTo>
                  <a:pt x="80899" y="50800"/>
                </a:lnTo>
                <a:lnTo>
                  <a:pt x="81153" y="50376"/>
                </a:lnTo>
                <a:lnTo>
                  <a:pt x="81534" y="49529"/>
                </a:lnTo>
                <a:close/>
              </a:path>
              <a:path w="247650" h="332740">
                <a:moveTo>
                  <a:pt x="202471" y="48937"/>
                </a:moveTo>
                <a:lnTo>
                  <a:pt x="204343" y="53339"/>
                </a:lnTo>
                <a:lnTo>
                  <a:pt x="203962" y="52069"/>
                </a:lnTo>
                <a:lnTo>
                  <a:pt x="228441" y="52069"/>
                </a:lnTo>
                <a:lnTo>
                  <a:pt x="227361" y="49529"/>
                </a:lnTo>
                <a:lnTo>
                  <a:pt x="202946" y="49529"/>
                </a:lnTo>
                <a:lnTo>
                  <a:pt x="202471" y="48937"/>
                </a:lnTo>
                <a:close/>
              </a:path>
              <a:path w="247650" h="332740">
                <a:moveTo>
                  <a:pt x="84226" y="46609"/>
                </a:moveTo>
                <a:lnTo>
                  <a:pt x="83693" y="46989"/>
                </a:lnTo>
                <a:lnTo>
                  <a:pt x="82423" y="48260"/>
                </a:lnTo>
                <a:lnTo>
                  <a:pt x="81661" y="49529"/>
                </a:lnTo>
                <a:lnTo>
                  <a:pt x="81110" y="50376"/>
                </a:lnTo>
                <a:lnTo>
                  <a:pt x="80899" y="50800"/>
                </a:lnTo>
                <a:lnTo>
                  <a:pt x="106298" y="50800"/>
                </a:lnTo>
                <a:lnTo>
                  <a:pt x="106722" y="50376"/>
                </a:lnTo>
                <a:lnTo>
                  <a:pt x="108177" y="48260"/>
                </a:lnTo>
                <a:lnTo>
                  <a:pt x="83566" y="48260"/>
                </a:lnTo>
                <a:lnTo>
                  <a:pt x="84226" y="46609"/>
                </a:lnTo>
                <a:close/>
              </a:path>
              <a:path w="247650" h="332740">
                <a:moveTo>
                  <a:pt x="226822" y="48260"/>
                </a:moveTo>
                <a:lnTo>
                  <a:pt x="202184" y="48260"/>
                </a:lnTo>
                <a:lnTo>
                  <a:pt x="202946" y="49529"/>
                </a:lnTo>
                <a:lnTo>
                  <a:pt x="227361" y="49529"/>
                </a:lnTo>
                <a:lnTo>
                  <a:pt x="226822" y="48260"/>
                </a:lnTo>
                <a:close/>
              </a:path>
              <a:path w="247650" h="332740">
                <a:moveTo>
                  <a:pt x="224716" y="43306"/>
                </a:moveTo>
                <a:lnTo>
                  <a:pt x="197967" y="43306"/>
                </a:lnTo>
                <a:lnTo>
                  <a:pt x="202471" y="48937"/>
                </a:lnTo>
                <a:lnTo>
                  <a:pt x="202184" y="48260"/>
                </a:lnTo>
                <a:lnTo>
                  <a:pt x="226822" y="48260"/>
                </a:lnTo>
                <a:lnTo>
                  <a:pt x="224716" y="43306"/>
                </a:lnTo>
                <a:close/>
              </a:path>
              <a:path w="247650" h="332740">
                <a:moveTo>
                  <a:pt x="85471" y="45719"/>
                </a:moveTo>
                <a:lnTo>
                  <a:pt x="84226" y="46609"/>
                </a:lnTo>
                <a:lnTo>
                  <a:pt x="83566" y="48260"/>
                </a:lnTo>
                <a:lnTo>
                  <a:pt x="85471" y="45719"/>
                </a:lnTo>
                <a:close/>
              </a:path>
              <a:path w="247650" h="332740">
                <a:moveTo>
                  <a:pt x="110151" y="45719"/>
                </a:moveTo>
                <a:lnTo>
                  <a:pt x="85471" y="45719"/>
                </a:lnTo>
                <a:lnTo>
                  <a:pt x="83566" y="48260"/>
                </a:lnTo>
                <a:lnTo>
                  <a:pt x="108177" y="48260"/>
                </a:lnTo>
                <a:lnTo>
                  <a:pt x="109050" y="46989"/>
                </a:lnTo>
                <a:lnTo>
                  <a:pt x="108838" y="46989"/>
                </a:lnTo>
                <a:lnTo>
                  <a:pt x="110151" y="45719"/>
                </a:lnTo>
                <a:close/>
              </a:path>
              <a:path w="247650" h="332740">
                <a:moveTo>
                  <a:pt x="109312" y="46609"/>
                </a:moveTo>
                <a:lnTo>
                  <a:pt x="108839" y="46989"/>
                </a:lnTo>
                <a:lnTo>
                  <a:pt x="109050" y="46989"/>
                </a:lnTo>
                <a:lnTo>
                  <a:pt x="109312" y="46609"/>
                </a:lnTo>
                <a:close/>
              </a:path>
              <a:path w="247650" h="332740">
                <a:moveTo>
                  <a:pt x="87756" y="41910"/>
                </a:moveTo>
                <a:lnTo>
                  <a:pt x="85979" y="44450"/>
                </a:lnTo>
                <a:lnTo>
                  <a:pt x="84581" y="45719"/>
                </a:lnTo>
                <a:lnTo>
                  <a:pt x="84319" y="46376"/>
                </a:lnTo>
                <a:lnTo>
                  <a:pt x="84226" y="46609"/>
                </a:lnTo>
                <a:lnTo>
                  <a:pt x="85471" y="45719"/>
                </a:lnTo>
                <a:lnTo>
                  <a:pt x="110151" y="45719"/>
                </a:lnTo>
                <a:lnTo>
                  <a:pt x="112644" y="43306"/>
                </a:lnTo>
                <a:lnTo>
                  <a:pt x="87052" y="43306"/>
                </a:lnTo>
                <a:lnTo>
                  <a:pt x="87502" y="42487"/>
                </a:lnTo>
                <a:lnTo>
                  <a:pt x="87756" y="41910"/>
                </a:lnTo>
                <a:close/>
              </a:path>
              <a:path w="247650" h="332740">
                <a:moveTo>
                  <a:pt x="146905" y="8297"/>
                </a:moveTo>
                <a:lnTo>
                  <a:pt x="145542" y="8889"/>
                </a:lnTo>
                <a:lnTo>
                  <a:pt x="122809" y="8889"/>
                </a:lnTo>
                <a:lnTo>
                  <a:pt x="121059" y="11483"/>
                </a:lnTo>
                <a:lnTo>
                  <a:pt x="116459" y="13969"/>
                </a:lnTo>
                <a:lnTo>
                  <a:pt x="116840" y="13969"/>
                </a:lnTo>
                <a:lnTo>
                  <a:pt x="113791" y="16510"/>
                </a:lnTo>
                <a:lnTo>
                  <a:pt x="112395" y="17779"/>
                </a:lnTo>
                <a:lnTo>
                  <a:pt x="110997" y="18838"/>
                </a:lnTo>
                <a:lnTo>
                  <a:pt x="110605" y="19165"/>
                </a:lnTo>
                <a:lnTo>
                  <a:pt x="109693" y="19165"/>
                </a:lnTo>
                <a:lnTo>
                  <a:pt x="106146" y="21707"/>
                </a:lnTo>
                <a:lnTo>
                  <a:pt x="105119" y="22497"/>
                </a:lnTo>
                <a:lnTo>
                  <a:pt x="104574" y="22981"/>
                </a:lnTo>
                <a:lnTo>
                  <a:pt x="103886" y="24129"/>
                </a:lnTo>
                <a:lnTo>
                  <a:pt x="101146" y="26086"/>
                </a:lnTo>
                <a:lnTo>
                  <a:pt x="100301" y="26764"/>
                </a:lnTo>
                <a:lnTo>
                  <a:pt x="99949" y="27939"/>
                </a:lnTo>
                <a:lnTo>
                  <a:pt x="98043" y="29210"/>
                </a:lnTo>
                <a:lnTo>
                  <a:pt x="97790" y="29210"/>
                </a:lnTo>
                <a:lnTo>
                  <a:pt x="93853" y="34289"/>
                </a:lnTo>
                <a:lnTo>
                  <a:pt x="93472" y="34289"/>
                </a:lnTo>
                <a:lnTo>
                  <a:pt x="91693" y="36829"/>
                </a:lnTo>
                <a:lnTo>
                  <a:pt x="91440" y="36829"/>
                </a:lnTo>
                <a:lnTo>
                  <a:pt x="88900" y="39369"/>
                </a:lnTo>
                <a:lnTo>
                  <a:pt x="88518" y="40639"/>
                </a:lnTo>
                <a:lnTo>
                  <a:pt x="87820" y="41910"/>
                </a:lnTo>
                <a:lnTo>
                  <a:pt x="87468" y="42487"/>
                </a:lnTo>
                <a:lnTo>
                  <a:pt x="87058" y="43306"/>
                </a:lnTo>
                <a:lnTo>
                  <a:pt x="112344" y="43306"/>
                </a:lnTo>
                <a:lnTo>
                  <a:pt x="114300" y="41910"/>
                </a:lnTo>
                <a:lnTo>
                  <a:pt x="113918" y="41910"/>
                </a:lnTo>
                <a:lnTo>
                  <a:pt x="117475" y="39369"/>
                </a:lnTo>
                <a:lnTo>
                  <a:pt x="116840" y="39369"/>
                </a:lnTo>
                <a:lnTo>
                  <a:pt x="118237" y="38100"/>
                </a:lnTo>
                <a:lnTo>
                  <a:pt x="117983" y="38100"/>
                </a:lnTo>
                <a:lnTo>
                  <a:pt x="121539" y="35560"/>
                </a:lnTo>
                <a:lnTo>
                  <a:pt x="122809" y="35560"/>
                </a:lnTo>
                <a:lnTo>
                  <a:pt x="124333" y="34289"/>
                </a:lnTo>
                <a:lnTo>
                  <a:pt x="127889" y="30479"/>
                </a:lnTo>
                <a:lnTo>
                  <a:pt x="128650" y="30479"/>
                </a:lnTo>
                <a:lnTo>
                  <a:pt x="133234" y="26764"/>
                </a:lnTo>
                <a:lnTo>
                  <a:pt x="134352" y="26086"/>
                </a:lnTo>
                <a:lnTo>
                  <a:pt x="135227" y="25503"/>
                </a:lnTo>
                <a:lnTo>
                  <a:pt x="135540" y="25503"/>
                </a:lnTo>
                <a:lnTo>
                  <a:pt x="136942" y="24452"/>
                </a:lnTo>
                <a:lnTo>
                  <a:pt x="135618" y="22981"/>
                </a:lnTo>
                <a:lnTo>
                  <a:pt x="135670" y="21707"/>
                </a:lnTo>
                <a:lnTo>
                  <a:pt x="136398" y="16510"/>
                </a:lnTo>
                <a:lnTo>
                  <a:pt x="140970" y="12700"/>
                </a:lnTo>
                <a:lnTo>
                  <a:pt x="142308" y="11483"/>
                </a:lnTo>
                <a:lnTo>
                  <a:pt x="143004" y="11483"/>
                </a:lnTo>
                <a:lnTo>
                  <a:pt x="144525" y="10160"/>
                </a:lnTo>
                <a:lnTo>
                  <a:pt x="146431" y="8889"/>
                </a:lnTo>
                <a:lnTo>
                  <a:pt x="146905" y="8297"/>
                </a:lnTo>
                <a:close/>
              </a:path>
              <a:path w="247650" h="332740">
                <a:moveTo>
                  <a:pt x="113491" y="42487"/>
                </a:moveTo>
                <a:lnTo>
                  <a:pt x="112344" y="43306"/>
                </a:lnTo>
                <a:lnTo>
                  <a:pt x="112644" y="43306"/>
                </a:lnTo>
                <a:lnTo>
                  <a:pt x="113491" y="42487"/>
                </a:lnTo>
                <a:close/>
              </a:path>
              <a:path w="247650" h="332740">
                <a:moveTo>
                  <a:pt x="196053" y="40986"/>
                </a:moveTo>
                <a:lnTo>
                  <a:pt x="198373" y="43306"/>
                </a:lnTo>
                <a:lnTo>
                  <a:pt x="224462" y="43306"/>
                </a:lnTo>
                <a:lnTo>
                  <a:pt x="223869" y="41910"/>
                </a:lnTo>
                <a:lnTo>
                  <a:pt x="197485" y="41910"/>
                </a:lnTo>
                <a:lnTo>
                  <a:pt x="196053" y="40986"/>
                </a:lnTo>
                <a:close/>
              </a:path>
              <a:path w="247650" h="332740">
                <a:moveTo>
                  <a:pt x="195706" y="40639"/>
                </a:moveTo>
                <a:lnTo>
                  <a:pt x="196053" y="40986"/>
                </a:lnTo>
                <a:lnTo>
                  <a:pt x="197485" y="41910"/>
                </a:lnTo>
                <a:lnTo>
                  <a:pt x="195706" y="40639"/>
                </a:lnTo>
                <a:close/>
              </a:path>
              <a:path w="247650" h="332740">
                <a:moveTo>
                  <a:pt x="223329" y="40639"/>
                </a:moveTo>
                <a:lnTo>
                  <a:pt x="195706" y="40639"/>
                </a:lnTo>
                <a:lnTo>
                  <a:pt x="197485" y="41910"/>
                </a:lnTo>
                <a:lnTo>
                  <a:pt x="223869" y="41910"/>
                </a:lnTo>
                <a:lnTo>
                  <a:pt x="223329" y="40639"/>
                </a:lnTo>
                <a:close/>
              </a:path>
              <a:path w="247650" h="332740">
                <a:moveTo>
                  <a:pt x="220472" y="35560"/>
                </a:moveTo>
                <a:lnTo>
                  <a:pt x="189484" y="35560"/>
                </a:lnTo>
                <a:lnTo>
                  <a:pt x="194183" y="39369"/>
                </a:lnTo>
                <a:lnTo>
                  <a:pt x="193548" y="39369"/>
                </a:lnTo>
                <a:lnTo>
                  <a:pt x="196053" y="40986"/>
                </a:lnTo>
                <a:lnTo>
                  <a:pt x="195706" y="40639"/>
                </a:lnTo>
                <a:lnTo>
                  <a:pt x="223329" y="40639"/>
                </a:lnTo>
                <a:lnTo>
                  <a:pt x="222250" y="38100"/>
                </a:lnTo>
                <a:lnTo>
                  <a:pt x="221487" y="36829"/>
                </a:lnTo>
                <a:lnTo>
                  <a:pt x="220472" y="35560"/>
                </a:lnTo>
                <a:close/>
              </a:path>
              <a:path w="247650" h="332740">
                <a:moveTo>
                  <a:pt x="122809" y="35560"/>
                </a:moveTo>
                <a:lnTo>
                  <a:pt x="121539" y="35560"/>
                </a:lnTo>
                <a:lnTo>
                  <a:pt x="121031" y="36829"/>
                </a:lnTo>
                <a:lnTo>
                  <a:pt x="122809" y="35560"/>
                </a:lnTo>
                <a:close/>
              </a:path>
              <a:path w="247650" h="332740">
                <a:moveTo>
                  <a:pt x="190881" y="8889"/>
                </a:moveTo>
                <a:lnTo>
                  <a:pt x="170561" y="8889"/>
                </a:lnTo>
                <a:lnTo>
                  <a:pt x="171069" y="10160"/>
                </a:lnTo>
                <a:lnTo>
                  <a:pt x="171719" y="11483"/>
                </a:lnTo>
                <a:lnTo>
                  <a:pt x="172466" y="13969"/>
                </a:lnTo>
                <a:lnTo>
                  <a:pt x="172720" y="16510"/>
                </a:lnTo>
                <a:lnTo>
                  <a:pt x="172974" y="17779"/>
                </a:lnTo>
                <a:lnTo>
                  <a:pt x="173862" y="24129"/>
                </a:lnTo>
                <a:lnTo>
                  <a:pt x="173927" y="24452"/>
                </a:lnTo>
                <a:lnTo>
                  <a:pt x="174002" y="24828"/>
                </a:lnTo>
                <a:lnTo>
                  <a:pt x="175487" y="25503"/>
                </a:lnTo>
                <a:lnTo>
                  <a:pt x="174251" y="25503"/>
                </a:lnTo>
                <a:lnTo>
                  <a:pt x="177419" y="27939"/>
                </a:lnTo>
                <a:lnTo>
                  <a:pt x="180340" y="29210"/>
                </a:lnTo>
                <a:lnTo>
                  <a:pt x="179705" y="29210"/>
                </a:lnTo>
                <a:lnTo>
                  <a:pt x="185800" y="33019"/>
                </a:lnTo>
                <a:lnTo>
                  <a:pt x="186436" y="34289"/>
                </a:lnTo>
                <a:lnTo>
                  <a:pt x="189737" y="36829"/>
                </a:lnTo>
                <a:lnTo>
                  <a:pt x="189484" y="35560"/>
                </a:lnTo>
                <a:lnTo>
                  <a:pt x="220472" y="35560"/>
                </a:lnTo>
                <a:lnTo>
                  <a:pt x="216408" y="30479"/>
                </a:lnTo>
                <a:lnTo>
                  <a:pt x="213682" y="26764"/>
                </a:lnTo>
                <a:lnTo>
                  <a:pt x="212797" y="25503"/>
                </a:lnTo>
                <a:lnTo>
                  <a:pt x="175559" y="25503"/>
                </a:lnTo>
                <a:lnTo>
                  <a:pt x="174032" y="24976"/>
                </a:lnTo>
                <a:lnTo>
                  <a:pt x="212428" y="24976"/>
                </a:lnTo>
                <a:lnTo>
                  <a:pt x="211836" y="24129"/>
                </a:lnTo>
                <a:lnTo>
                  <a:pt x="207210" y="20379"/>
                </a:lnTo>
                <a:lnTo>
                  <a:pt x="206815" y="20146"/>
                </a:lnTo>
                <a:lnTo>
                  <a:pt x="202437" y="17779"/>
                </a:lnTo>
                <a:lnTo>
                  <a:pt x="199136" y="15239"/>
                </a:lnTo>
                <a:lnTo>
                  <a:pt x="199644" y="15239"/>
                </a:lnTo>
                <a:lnTo>
                  <a:pt x="193040" y="10160"/>
                </a:lnTo>
                <a:lnTo>
                  <a:pt x="190881" y="8889"/>
                </a:lnTo>
                <a:close/>
              </a:path>
              <a:path w="247650" h="332740">
                <a:moveTo>
                  <a:pt x="140704" y="21870"/>
                </a:moveTo>
                <a:lnTo>
                  <a:pt x="139790" y="22315"/>
                </a:lnTo>
                <a:lnTo>
                  <a:pt x="136942" y="24452"/>
                </a:lnTo>
                <a:lnTo>
                  <a:pt x="138999" y="26764"/>
                </a:lnTo>
                <a:lnTo>
                  <a:pt x="142240" y="31750"/>
                </a:lnTo>
                <a:lnTo>
                  <a:pt x="148590" y="33019"/>
                </a:lnTo>
                <a:lnTo>
                  <a:pt x="153162" y="29210"/>
                </a:lnTo>
                <a:lnTo>
                  <a:pt x="154559" y="27939"/>
                </a:lnTo>
                <a:lnTo>
                  <a:pt x="155617" y="26764"/>
                </a:lnTo>
                <a:lnTo>
                  <a:pt x="155433" y="26764"/>
                </a:lnTo>
                <a:lnTo>
                  <a:pt x="157325" y="25503"/>
                </a:lnTo>
                <a:lnTo>
                  <a:pt x="158471" y="25503"/>
                </a:lnTo>
                <a:lnTo>
                  <a:pt x="157525" y="22981"/>
                </a:lnTo>
                <a:lnTo>
                  <a:pt x="139148" y="22981"/>
                </a:lnTo>
                <a:lnTo>
                  <a:pt x="140704" y="21870"/>
                </a:lnTo>
                <a:close/>
              </a:path>
              <a:path w="247650" h="332740">
                <a:moveTo>
                  <a:pt x="156533" y="19165"/>
                </a:moveTo>
                <a:lnTo>
                  <a:pt x="157134" y="21707"/>
                </a:lnTo>
                <a:lnTo>
                  <a:pt x="157525" y="22981"/>
                </a:lnTo>
                <a:lnTo>
                  <a:pt x="159385" y="27939"/>
                </a:lnTo>
                <a:lnTo>
                  <a:pt x="160781" y="31750"/>
                </a:lnTo>
                <a:lnTo>
                  <a:pt x="164719" y="33019"/>
                </a:lnTo>
                <a:lnTo>
                  <a:pt x="172339" y="30479"/>
                </a:lnTo>
                <a:lnTo>
                  <a:pt x="174625" y="27939"/>
                </a:lnTo>
                <a:lnTo>
                  <a:pt x="174254" y="26086"/>
                </a:lnTo>
                <a:lnTo>
                  <a:pt x="174137" y="25503"/>
                </a:lnTo>
                <a:lnTo>
                  <a:pt x="160191" y="25503"/>
                </a:lnTo>
                <a:lnTo>
                  <a:pt x="161290" y="24129"/>
                </a:lnTo>
                <a:lnTo>
                  <a:pt x="165193" y="22981"/>
                </a:lnTo>
                <a:lnTo>
                  <a:pt x="164087" y="22981"/>
                </a:lnTo>
                <a:lnTo>
                  <a:pt x="167533" y="21870"/>
                </a:lnTo>
                <a:lnTo>
                  <a:pt x="166932" y="21707"/>
                </a:lnTo>
                <a:lnTo>
                  <a:pt x="158197" y="21707"/>
                </a:lnTo>
                <a:lnTo>
                  <a:pt x="157121" y="20146"/>
                </a:lnTo>
                <a:lnTo>
                  <a:pt x="156533" y="19165"/>
                </a:lnTo>
                <a:close/>
              </a:path>
              <a:path w="247650" h="332740">
                <a:moveTo>
                  <a:pt x="128778" y="30479"/>
                </a:moveTo>
                <a:lnTo>
                  <a:pt x="127889" y="30479"/>
                </a:lnTo>
                <a:lnTo>
                  <a:pt x="127381" y="31750"/>
                </a:lnTo>
                <a:lnTo>
                  <a:pt x="128778" y="30479"/>
                </a:lnTo>
                <a:close/>
              </a:path>
              <a:path w="247650" h="332740">
                <a:moveTo>
                  <a:pt x="156896" y="26086"/>
                </a:moveTo>
                <a:lnTo>
                  <a:pt x="155067" y="26764"/>
                </a:lnTo>
                <a:lnTo>
                  <a:pt x="155908" y="26764"/>
                </a:lnTo>
                <a:lnTo>
                  <a:pt x="155321" y="27939"/>
                </a:lnTo>
                <a:lnTo>
                  <a:pt x="156896" y="26086"/>
                </a:lnTo>
                <a:close/>
              </a:path>
              <a:path w="247650" h="332740">
                <a:moveTo>
                  <a:pt x="135540" y="25503"/>
                </a:moveTo>
                <a:lnTo>
                  <a:pt x="135268" y="25503"/>
                </a:lnTo>
                <a:lnTo>
                  <a:pt x="133881" y="26764"/>
                </a:lnTo>
                <a:lnTo>
                  <a:pt x="135540" y="25503"/>
                </a:lnTo>
                <a:close/>
              </a:path>
              <a:path w="247650" h="332740">
                <a:moveTo>
                  <a:pt x="157392" y="25503"/>
                </a:moveTo>
                <a:lnTo>
                  <a:pt x="156450" y="26086"/>
                </a:lnTo>
                <a:lnTo>
                  <a:pt x="155433" y="26764"/>
                </a:lnTo>
                <a:lnTo>
                  <a:pt x="155067" y="26764"/>
                </a:lnTo>
                <a:lnTo>
                  <a:pt x="156896" y="26086"/>
                </a:lnTo>
                <a:lnTo>
                  <a:pt x="157392" y="25503"/>
                </a:lnTo>
                <a:close/>
              </a:path>
              <a:path w="247650" h="332740">
                <a:moveTo>
                  <a:pt x="158471" y="25503"/>
                </a:moveTo>
                <a:lnTo>
                  <a:pt x="157392" y="25503"/>
                </a:lnTo>
                <a:lnTo>
                  <a:pt x="156896" y="26086"/>
                </a:lnTo>
                <a:lnTo>
                  <a:pt x="158471" y="25503"/>
                </a:lnTo>
                <a:close/>
              </a:path>
              <a:path w="247650" h="332740">
                <a:moveTo>
                  <a:pt x="170773" y="22981"/>
                </a:moveTo>
                <a:lnTo>
                  <a:pt x="165193" y="22981"/>
                </a:lnTo>
                <a:lnTo>
                  <a:pt x="161290" y="24129"/>
                </a:lnTo>
                <a:lnTo>
                  <a:pt x="160191" y="25503"/>
                </a:lnTo>
                <a:lnTo>
                  <a:pt x="174251" y="25503"/>
                </a:lnTo>
                <a:lnTo>
                  <a:pt x="173188" y="24685"/>
                </a:lnTo>
                <a:lnTo>
                  <a:pt x="171577" y="24129"/>
                </a:lnTo>
                <a:lnTo>
                  <a:pt x="170773" y="22981"/>
                </a:lnTo>
                <a:close/>
              </a:path>
              <a:path w="247650" h="332740">
                <a:moveTo>
                  <a:pt x="173188" y="24685"/>
                </a:moveTo>
                <a:lnTo>
                  <a:pt x="174251" y="25503"/>
                </a:lnTo>
                <a:lnTo>
                  <a:pt x="174032" y="24976"/>
                </a:lnTo>
                <a:lnTo>
                  <a:pt x="173188" y="24685"/>
                </a:lnTo>
                <a:close/>
              </a:path>
              <a:path w="247650" h="332740">
                <a:moveTo>
                  <a:pt x="174002" y="24828"/>
                </a:moveTo>
                <a:lnTo>
                  <a:pt x="174032" y="24976"/>
                </a:lnTo>
                <a:lnTo>
                  <a:pt x="175559" y="25503"/>
                </a:lnTo>
                <a:lnTo>
                  <a:pt x="174002" y="24828"/>
                </a:lnTo>
                <a:close/>
              </a:path>
              <a:path w="247650" h="332740">
                <a:moveTo>
                  <a:pt x="172466" y="24129"/>
                </a:moveTo>
                <a:lnTo>
                  <a:pt x="173188" y="24685"/>
                </a:lnTo>
                <a:lnTo>
                  <a:pt x="174032" y="24976"/>
                </a:lnTo>
                <a:lnTo>
                  <a:pt x="174002" y="24828"/>
                </a:lnTo>
                <a:lnTo>
                  <a:pt x="172466" y="24129"/>
                </a:lnTo>
                <a:close/>
              </a:path>
              <a:path w="247650" h="332740">
                <a:moveTo>
                  <a:pt x="173862" y="24129"/>
                </a:moveTo>
                <a:lnTo>
                  <a:pt x="172466" y="24129"/>
                </a:lnTo>
                <a:lnTo>
                  <a:pt x="174002" y="24828"/>
                </a:lnTo>
                <a:lnTo>
                  <a:pt x="173927" y="24452"/>
                </a:lnTo>
                <a:lnTo>
                  <a:pt x="173862" y="24129"/>
                </a:lnTo>
                <a:close/>
              </a:path>
              <a:path w="247650" h="332740">
                <a:moveTo>
                  <a:pt x="156739" y="18838"/>
                </a:moveTo>
                <a:lnTo>
                  <a:pt x="158173" y="21707"/>
                </a:lnTo>
                <a:lnTo>
                  <a:pt x="168084" y="21707"/>
                </a:lnTo>
                <a:lnTo>
                  <a:pt x="171525" y="22981"/>
                </a:lnTo>
                <a:lnTo>
                  <a:pt x="170773" y="22981"/>
                </a:lnTo>
                <a:lnTo>
                  <a:pt x="171577" y="24129"/>
                </a:lnTo>
                <a:lnTo>
                  <a:pt x="173188" y="24685"/>
                </a:lnTo>
                <a:lnTo>
                  <a:pt x="172466" y="24129"/>
                </a:lnTo>
                <a:lnTo>
                  <a:pt x="173862" y="24129"/>
                </a:lnTo>
                <a:lnTo>
                  <a:pt x="173337" y="20379"/>
                </a:lnTo>
                <a:lnTo>
                  <a:pt x="158890" y="20379"/>
                </a:lnTo>
                <a:lnTo>
                  <a:pt x="159334" y="20146"/>
                </a:lnTo>
                <a:lnTo>
                  <a:pt x="157618" y="19165"/>
                </a:lnTo>
                <a:lnTo>
                  <a:pt x="157099" y="19165"/>
                </a:lnTo>
                <a:lnTo>
                  <a:pt x="156739" y="18838"/>
                </a:lnTo>
                <a:close/>
              </a:path>
              <a:path w="247650" h="332740">
                <a:moveTo>
                  <a:pt x="169037" y="7619"/>
                </a:moveTo>
                <a:lnTo>
                  <a:pt x="148462" y="7619"/>
                </a:lnTo>
                <a:lnTo>
                  <a:pt x="146431" y="8889"/>
                </a:lnTo>
                <a:lnTo>
                  <a:pt x="144525" y="10160"/>
                </a:lnTo>
                <a:lnTo>
                  <a:pt x="141605" y="12700"/>
                </a:lnTo>
                <a:lnTo>
                  <a:pt x="140970" y="12700"/>
                </a:lnTo>
                <a:lnTo>
                  <a:pt x="136398" y="16510"/>
                </a:lnTo>
                <a:lnTo>
                  <a:pt x="135670" y="21707"/>
                </a:lnTo>
                <a:lnTo>
                  <a:pt x="135618" y="22981"/>
                </a:lnTo>
                <a:lnTo>
                  <a:pt x="136942" y="24452"/>
                </a:lnTo>
                <a:lnTo>
                  <a:pt x="138902" y="22981"/>
                </a:lnTo>
                <a:lnTo>
                  <a:pt x="138591" y="22981"/>
                </a:lnTo>
                <a:lnTo>
                  <a:pt x="140885" y="21707"/>
                </a:lnTo>
                <a:lnTo>
                  <a:pt x="143564" y="21707"/>
                </a:lnTo>
                <a:lnTo>
                  <a:pt x="145821" y="20379"/>
                </a:lnTo>
                <a:lnTo>
                  <a:pt x="156816" y="20379"/>
                </a:lnTo>
                <a:lnTo>
                  <a:pt x="156533" y="19165"/>
                </a:lnTo>
                <a:lnTo>
                  <a:pt x="156025" y="19165"/>
                </a:lnTo>
                <a:lnTo>
                  <a:pt x="155194" y="17779"/>
                </a:lnTo>
                <a:lnTo>
                  <a:pt x="172847" y="17779"/>
                </a:lnTo>
                <a:lnTo>
                  <a:pt x="172593" y="15239"/>
                </a:lnTo>
                <a:lnTo>
                  <a:pt x="172466" y="13969"/>
                </a:lnTo>
                <a:lnTo>
                  <a:pt x="172085" y="12700"/>
                </a:lnTo>
                <a:lnTo>
                  <a:pt x="141224" y="12700"/>
                </a:lnTo>
                <a:lnTo>
                  <a:pt x="142319" y="11483"/>
                </a:lnTo>
                <a:lnTo>
                  <a:pt x="171719" y="11483"/>
                </a:lnTo>
                <a:lnTo>
                  <a:pt x="171069" y="10160"/>
                </a:lnTo>
                <a:lnTo>
                  <a:pt x="170561" y="8889"/>
                </a:lnTo>
                <a:lnTo>
                  <a:pt x="169925" y="8889"/>
                </a:lnTo>
                <a:lnTo>
                  <a:pt x="169037" y="7619"/>
                </a:lnTo>
                <a:close/>
              </a:path>
              <a:path w="247650" h="332740">
                <a:moveTo>
                  <a:pt x="139790" y="22315"/>
                </a:moveTo>
                <a:lnTo>
                  <a:pt x="138591" y="22981"/>
                </a:lnTo>
                <a:lnTo>
                  <a:pt x="138902" y="22981"/>
                </a:lnTo>
                <a:lnTo>
                  <a:pt x="139666" y="22497"/>
                </a:lnTo>
                <a:lnTo>
                  <a:pt x="139790" y="22315"/>
                </a:lnTo>
                <a:close/>
              </a:path>
              <a:path w="247650" h="332740">
                <a:moveTo>
                  <a:pt x="143120" y="21707"/>
                </a:moveTo>
                <a:lnTo>
                  <a:pt x="140932" y="21707"/>
                </a:lnTo>
                <a:lnTo>
                  <a:pt x="139148" y="22981"/>
                </a:lnTo>
                <a:lnTo>
                  <a:pt x="138902" y="22981"/>
                </a:lnTo>
                <a:lnTo>
                  <a:pt x="143120" y="21707"/>
                </a:lnTo>
                <a:close/>
              </a:path>
              <a:path w="247650" h="332740">
                <a:moveTo>
                  <a:pt x="156816" y="20379"/>
                </a:moveTo>
                <a:lnTo>
                  <a:pt x="148514" y="20379"/>
                </a:lnTo>
                <a:lnTo>
                  <a:pt x="143999" y="21707"/>
                </a:lnTo>
                <a:lnTo>
                  <a:pt x="143120" y="21707"/>
                </a:lnTo>
                <a:lnTo>
                  <a:pt x="138902" y="22981"/>
                </a:lnTo>
                <a:lnTo>
                  <a:pt x="157516" y="22981"/>
                </a:lnTo>
                <a:lnTo>
                  <a:pt x="157183" y="21870"/>
                </a:lnTo>
                <a:lnTo>
                  <a:pt x="156816" y="20379"/>
                </a:lnTo>
                <a:close/>
              </a:path>
              <a:path w="247650" h="332740">
                <a:moveTo>
                  <a:pt x="167533" y="21870"/>
                </a:moveTo>
                <a:lnTo>
                  <a:pt x="164087" y="22981"/>
                </a:lnTo>
                <a:lnTo>
                  <a:pt x="170968" y="22981"/>
                </a:lnTo>
                <a:lnTo>
                  <a:pt x="169853" y="22497"/>
                </a:lnTo>
                <a:lnTo>
                  <a:pt x="167533" y="21870"/>
                </a:lnTo>
                <a:close/>
              </a:path>
              <a:path w="247650" h="332740">
                <a:moveTo>
                  <a:pt x="169853" y="22497"/>
                </a:moveTo>
                <a:lnTo>
                  <a:pt x="170968" y="22981"/>
                </a:lnTo>
                <a:lnTo>
                  <a:pt x="171647" y="22981"/>
                </a:lnTo>
                <a:lnTo>
                  <a:pt x="169853" y="22497"/>
                </a:lnTo>
                <a:close/>
              </a:path>
              <a:path w="247650" h="332740">
                <a:moveTo>
                  <a:pt x="168523" y="21870"/>
                </a:moveTo>
                <a:lnTo>
                  <a:pt x="169436" y="22315"/>
                </a:lnTo>
                <a:lnTo>
                  <a:pt x="169853" y="22497"/>
                </a:lnTo>
                <a:lnTo>
                  <a:pt x="171647" y="22981"/>
                </a:lnTo>
                <a:lnTo>
                  <a:pt x="170216" y="22497"/>
                </a:lnTo>
                <a:lnTo>
                  <a:pt x="168523" y="21870"/>
                </a:lnTo>
                <a:close/>
              </a:path>
              <a:path w="247650" h="332740">
                <a:moveTo>
                  <a:pt x="168037" y="21707"/>
                </a:moveTo>
                <a:lnTo>
                  <a:pt x="167533" y="21870"/>
                </a:lnTo>
                <a:lnTo>
                  <a:pt x="169853" y="22497"/>
                </a:lnTo>
                <a:lnTo>
                  <a:pt x="168037" y="21707"/>
                </a:lnTo>
                <a:close/>
              </a:path>
              <a:path w="247650" h="332740">
                <a:moveTo>
                  <a:pt x="168037" y="21707"/>
                </a:moveTo>
                <a:lnTo>
                  <a:pt x="166932" y="21707"/>
                </a:lnTo>
                <a:lnTo>
                  <a:pt x="167533" y="21870"/>
                </a:lnTo>
                <a:lnTo>
                  <a:pt x="168037" y="21707"/>
                </a:lnTo>
                <a:close/>
              </a:path>
              <a:path w="247650" h="332740">
                <a:moveTo>
                  <a:pt x="145851" y="20379"/>
                </a:moveTo>
                <a:lnTo>
                  <a:pt x="143564" y="21707"/>
                </a:lnTo>
                <a:lnTo>
                  <a:pt x="144257" y="21707"/>
                </a:lnTo>
                <a:lnTo>
                  <a:pt x="145851" y="20379"/>
                </a:lnTo>
                <a:close/>
              </a:path>
              <a:path w="247650" h="332740">
                <a:moveTo>
                  <a:pt x="148514" y="20379"/>
                </a:moveTo>
                <a:lnTo>
                  <a:pt x="145851" y="20379"/>
                </a:lnTo>
                <a:lnTo>
                  <a:pt x="144257" y="21707"/>
                </a:lnTo>
                <a:lnTo>
                  <a:pt x="143999" y="21707"/>
                </a:lnTo>
                <a:lnTo>
                  <a:pt x="148514" y="20379"/>
                </a:lnTo>
                <a:close/>
              </a:path>
              <a:path w="247650" h="332740">
                <a:moveTo>
                  <a:pt x="156469" y="18592"/>
                </a:moveTo>
                <a:lnTo>
                  <a:pt x="156533" y="19165"/>
                </a:lnTo>
                <a:lnTo>
                  <a:pt x="157267" y="20379"/>
                </a:lnTo>
                <a:lnTo>
                  <a:pt x="158197" y="21707"/>
                </a:lnTo>
                <a:lnTo>
                  <a:pt x="156739" y="18838"/>
                </a:lnTo>
                <a:lnTo>
                  <a:pt x="156469" y="18592"/>
                </a:lnTo>
                <a:close/>
              </a:path>
              <a:path w="247650" h="332740">
                <a:moveTo>
                  <a:pt x="159334" y="20146"/>
                </a:moveTo>
                <a:lnTo>
                  <a:pt x="158890" y="20379"/>
                </a:lnTo>
                <a:lnTo>
                  <a:pt x="159743" y="20379"/>
                </a:lnTo>
                <a:lnTo>
                  <a:pt x="159334" y="20146"/>
                </a:lnTo>
                <a:close/>
              </a:path>
              <a:path w="247650" h="332740">
                <a:moveTo>
                  <a:pt x="161324" y="19165"/>
                </a:moveTo>
                <a:lnTo>
                  <a:pt x="159334" y="20146"/>
                </a:lnTo>
                <a:lnTo>
                  <a:pt x="159743" y="20379"/>
                </a:lnTo>
                <a:lnTo>
                  <a:pt x="160353" y="20379"/>
                </a:lnTo>
                <a:lnTo>
                  <a:pt x="161324" y="19165"/>
                </a:lnTo>
                <a:close/>
              </a:path>
              <a:path w="247650" h="332740">
                <a:moveTo>
                  <a:pt x="173087" y="18592"/>
                </a:moveTo>
                <a:lnTo>
                  <a:pt x="172985" y="19165"/>
                </a:lnTo>
                <a:lnTo>
                  <a:pt x="161324" y="19165"/>
                </a:lnTo>
                <a:lnTo>
                  <a:pt x="160353" y="20379"/>
                </a:lnTo>
                <a:lnTo>
                  <a:pt x="173337" y="20379"/>
                </a:lnTo>
                <a:lnTo>
                  <a:pt x="173167" y="19165"/>
                </a:lnTo>
                <a:lnTo>
                  <a:pt x="173087" y="18592"/>
                </a:lnTo>
                <a:close/>
              </a:path>
              <a:path w="247650" h="332740">
                <a:moveTo>
                  <a:pt x="172847" y="17779"/>
                </a:moveTo>
                <a:lnTo>
                  <a:pt x="156210" y="17779"/>
                </a:lnTo>
                <a:lnTo>
                  <a:pt x="156616" y="18592"/>
                </a:lnTo>
                <a:lnTo>
                  <a:pt x="159334" y="20146"/>
                </a:lnTo>
                <a:lnTo>
                  <a:pt x="161197" y="19165"/>
                </a:lnTo>
                <a:lnTo>
                  <a:pt x="172974" y="19165"/>
                </a:lnTo>
                <a:lnTo>
                  <a:pt x="172847" y="17779"/>
                </a:lnTo>
                <a:close/>
              </a:path>
              <a:path w="247650" h="332740">
                <a:moveTo>
                  <a:pt x="111019" y="18838"/>
                </a:moveTo>
                <a:lnTo>
                  <a:pt x="110455" y="19165"/>
                </a:lnTo>
                <a:lnTo>
                  <a:pt x="110593" y="19165"/>
                </a:lnTo>
                <a:lnTo>
                  <a:pt x="111019" y="18838"/>
                </a:lnTo>
                <a:close/>
              </a:path>
              <a:path w="247650" h="332740">
                <a:moveTo>
                  <a:pt x="155194" y="17779"/>
                </a:moveTo>
                <a:lnTo>
                  <a:pt x="156025" y="19165"/>
                </a:lnTo>
                <a:lnTo>
                  <a:pt x="156406" y="19165"/>
                </a:lnTo>
                <a:lnTo>
                  <a:pt x="155773" y="18111"/>
                </a:lnTo>
                <a:lnTo>
                  <a:pt x="155194" y="17779"/>
                </a:lnTo>
                <a:close/>
              </a:path>
              <a:path w="247650" h="332740">
                <a:moveTo>
                  <a:pt x="155773" y="18111"/>
                </a:moveTo>
                <a:lnTo>
                  <a:pt x="156406" y="19165"/>
                </a:lnTo>
                <a:lnTo>
                  <a:pt x="156399" y="18592"/>
                </a:lnTo>
                <a:lnTo>
                  <a:pt x="156616" y="18592"/>
                </a:lnTo>
                <a:lnTo>
                  <a:pt x="155773" y="18111"/>
                </a:lnTo>
                <a:close/>
              </a:path>
              <a:path w="247650" h="332740">
                <a:moveTo>
                  <a:pt x="156616" y="18592"/>
                </a:moveTo>
                <a:lnTo>
                  <a:pt x="156739" y="18838"/>
                </a:lnTo>
                <a:lnTo>
                  <a:pt x="157099" y="19165"/>
                </a:lnTo>
                <a:lnTo>
                  <a:pt x="157618" y="19165"/>
                </a:lnTo>
                <a:lnTo>
                  <a:pt x="156616" y="18592"/>
                </a:lnTo>
                <a:close/>
              </a:path>
              <a:path w="247650" h="332740">
                <a:moveTo>
                  <a:pt x="156375" y="18111"/>
                </a:moveTo>
                <a:lnTo>
                  <a:pt x="156469" y="18592"/>
                </a:lnTo>
                <a:lnTo>
                  <a:pt x="156739" y="18838"/>
                </a:lnTo>
                <a:lnTo>
                  <a:pt x="156375" y="18111"/>
                </a:lnTo>
                <a:close/>
              </a:path>
              <a:path w="247650" h="332740">
                <a:moveTo>
                  <a:pt x="155575" y="17779"/>
                </a:moveTo>
                <a:lnTo>
                  <a:pt x="155773" y="18111"/>
                </a:lnTo>
                <a:lnTo>
                  <a:pt x="156616" y="18592"/>
                </a:lnTo>
                <a:lnTo>
                  <a:pt x="156469" y="18592"/>
                </a:lnTo>
                <a:lnTo>
                  <a:pt x="155575" y="17779"/>
                </a:lnTo>
                <a:close/>
              </a:path>
              <a:path w="247650" h="332740">
                <a:moveTo>
                  <a:pt x="156210" y="17779"/>
                </a:moveTo>
                <a:lnTo>
                  <a:pt x="155575" y="17779"/>
                </a:lnTo>
                <a:lnTo>
                  <a:pt x="156469" y="18592"/>
                </a:lnTo>
                <a:lnTo>
                  <a:pt x="156287" y="18111"/>
                </a:lnTo>
                <a:lnTo>
                  <a:pt x="156210" y="17779"/>
                </a:lnTo>
                <a:close/>
              </a:path>
              <a:path w="247650" h="332740">
                <a:moveTo>
                  <a:pt x="155575" y="17779"/>
                </a:moveTo>
                <a:lnTo>
                  <a:pt x="155194" y="17779"/>
                </a:lnTo>
                <a:lnTo>
                  <a:pt x="155773" y="18111"/>
                </a:lnTo>
                <a:lnTo>
                  <a:pt x="155575" y="17779"/>
                </a:lnTo>
                <a:close/>
              </a:path>
              <a:path w="247650" h="332740">
                <a:moveTo>
                  <a:pt x="143004" y="11483"/>
                </a:moveTo>
                <a:lnTo>
                  <a:pt x="142319" y="11483"/>
                </a:lnTo>
                <a:lnTo>
                  <a:pt x="141224" y="12700"/>
                </a:lnTo>
                <a:lnTo>
                  <a:pt x="141605" y="12700"/>
                </a:lnTo>
                <a:lnTo>
                  <a:pt x="143004" y="11483"/>
                </a:lnTo>
                <a:close/>
              </a:path>
              <a:path w="247650" h="332740">
                <a:moveTo>
                  <a:pt x="157734" y="1269"/>
                </a:moveTo>
                <a:lnTo>
                  <a:pt x="139700" y="1269"/>
                </a:lnTo>
                <a:lnTo>
                  <a:pt x="137541" y="2539"/>
                </a:lnTo>
                <a:lnTo>
                  <a:pt x="132969" y="3810"/>
                </a:lnTo>
                <a:lnTo>
                  <a:pt x="130937" y="5079"/>
                </a:lnTo>
                <a:lnTo>
                  <a:pt x="129057" y="6400"/>
                </a:lnTo>
                <a:lnTo>
                  <a:pt x="124079" y="8889"/>
                </a:lnTo>
                <a:lnTo>
                  <a:pt x="145542" y="8889"/>
                </a:lnTo>
                <a:lnTo>
                  <a:pt x="146905" y="8297"/>
                </a:lnTo>
                <a:lnTo>
                  <a:pt x="147447" y="7619"/>
                </a:lnTo>
                <a:lnTo>
                  <a:pt x="151256" y="5079"/>
                </a:lnTo>
                <a:lnTo>
                  <a:pt x="155575" y="2539"/>
                </a:lnTo>
                <a:lnTo>
                  <a:pt x="155956" y="2539"/>
                </a:lnTo>
                <a:lnTo>
                  <a:pt x="157734" y="1269"/>
                </a:lnTo>
                <a:close/>
              </a:path>
              <a:path w="247650" h="332740">
                <a:moveTo>
                  <a:pt x="148462" y="7619"/>
                </a:moveTo>
                <a:lnTo>
                  <a:pt x="146905" y="8297"/>
                </a:lnTo>
                <a:lnTo>
                  <a:pt x="146431" y="8889"/>
                </a:lnTo>
                <a:lnTo>
                  <a:pt x="148462" y="7619"/>
                </a:lnTo>
                <a:close/>
              </a:path>
              <a:path w="247650" h="332740">
                <a:moveTo>
                  <a:pt x="178054" y="1269"/>
                </a:moveTo>
                <a:lnTo>
                  <a:pt x="163449" y="1269"/>
                </a:lnTo>
                <a:lnTo>
                  <a:pt x="165354" y="2539"/>
                </a:lnTo>
                <a:lnTo>
                  <a:pt x="166750" y="3810"/>
                </a:lnTo>
                <a:lnTo>
                  <a:pt x="167259" y="5079"/>
                </a:lnTo>
                <a:lnTo>
                  <a:pt x="167767" y="5079"/>
                </a:lnTo>
                <a:lnTo>
                  <a:pt x="168549" y="6400"/>
                </a:lnTo>
                <a:lnTo>
                  <a:pt x="169037" y="7619"/>
                </a:lnTo>
                <a:lnTo>
                  <a:pt x="169925" y="8889"/>
                </a:lnTo>
                <a:lnTo>
                  <a:pt x="191516" y="8889"/>
                </a:lnTo>
                <a:lnTo>
                  <a:pt x="186436" y="5079"/>
                </a:lnTo>
                <a:lnTo>
                  <a:pt x="183642" y="3810"/>
                </a:lnTo>
                <a:lnTo>
                  <a:pt x="180086" y="2539"/>
                </a:lnTo>
                <a:lnTo>
                  <a:pt x="180848" y="2539"/>
                </a:lnTo>
                <a:lnTo>
                  <a:pt x="178054" y="1269"/>
                </a:lnTo>
                <a:close/>
              </a:path>
              <a:path w="247650" h="332740">
                <a:moveTo>
                  <a:pt x="174625" y="0"/>
                </a:moveTo>
                <a:lnTo>
                  <a:pt x="160400" y="0"/>
                </a:lnTo>
                <a:lnTo>
                  <a:pt x="157734" y="1269"/>
                </a:lnTo>
                <a:lnTo>
                  <a:pt x="155956" y="2539"/>
                </a:lnTo>
                <a:lnTo>
                  <a:pt x="155575" y="2539"/>
                </a:lnTo>
                <a:lnTo>
                  <a:pt x="151256" y="5079"/>
                </a:lnTo>
                <a:lnTo>
                  <a:pt x="147447" y="7619"/>
                </a:lnTo>
                <a:lnTo>
                  <a:pt x="146905" y="8297"/>
                </a:lnTo>
                <a:lnTo>
                  <a:pt x="148462" y="7619"/>
                </a:lnTo>
                <a:lnTo>
                  <a:pt x="169037" y="7619"/>
                </a:lnTo>
                <a:lnTo>
                  <a:pt x="168630" y="6604"/>
                </a:lnTo>
                <a:lnTo>
                  <a:pt x="168549" y="6400"/>
                </a:lnTo>
                <a:lnTo>
                  <a:pt x="167767" y="5079"/>
                </a:lnTo>
                <a:lnTo>
                  <a:pt x="167259" y="5079"/>
                </a:lnTo>
                <a:lnTo>
                  <a:pt x="166750" y="3810"/>
                </a:lnTo>
                <a:lnTo>
                  <a:pt x="165354" y="2539"/>
                </a:lnTo>
                <a:lnTo>
                  <a:pt x="163449" y="1269"/>
                </a:lnTo>
                <a:lnTo>
                  <a:pt x="178054" y="1269"/>
                </a:lnTo>
                <a:lnTo>
                  <a:pt x="17462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2675" y="1133475"/>
            <a:ext cx="180975" cy="18097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303769" y="894016"/>
            <a:ext cx="8890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4285F4"/>
                </a:solidFill>
                <a:latin typeface="Verdana"/>
                <a:cs typeface="Verdana"/>
              </a:rPr>
              <a:t>minimum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38373" y="4179760"/>
            <a:ext cx="1028065" cy="100965"/>
          </a:xfrm>
          <a:custGeom>
            <a:avLst/>
            <a:gdLst/>
            <a:ahLst/>
            <a:cxnLst/>
            <a:rect l="l" t="t" r="r" b="b"/>
            <a:pathLst>
              <a:path w="1028064" h="100964">
                <a:moveTo>
                  <a:pt x="39877" y="83527"/>
                </a:moveTo>
                <a:lnTo>
                  <a:pt x="34408" y="84823"/>
                </a:lnTo>
                <a:lnTo>
                  <a:pt x="966" y="84823"/>
                </a:lnTo>
                <a:lnTo>
                  <a:pt x="195" y="89382"/>
                </a:lnTo>
                <a:lnTo>
                  <a:pt x="124" y="89801"/>
                </a:lnTo>
                <a:lnTo>
                  <a:pt x="0" y="90538"/>
                </a:lnTo>
                <a:lnTo>
                  <a:pt x="6095" y="99288"/>
                </a:lnTo>
                <a:lnTo>
                  <a:pt x="12064" y="100418"/>
                </a:lnTo>
                <a:lnTo>
                  <a:pt x="27620" y="89941"/>
                </a:lnTo>
                <a:lnTo>
                  <a:pt x="27782" y="89801"/>
                </a:lnTo>
                <a:lnTo>
                  <a:pt x="28448" y="89382"/>
                </a:lnTo>
                <a:lnTo>
                  <a:pt x="28632" y="89382"/>
                </a:lnTo>
                <a:lnTo>
                  <a:pt x="39877" y="83527"/>
                </a:lnTo>
                <a:close/>
              </a:path>
              <a:path w="1028064" h="100964">
                <a:moveTo>
                  <a:pt x="28632" y="89382"/>
                </a:moveTo>
                <a:lnTo>
                  <a:pt x="28448" y="89382"/>
                </a:lnTo>
                <a:lnTo>
                  <a:pt x="27828" y="89801"/>
                </a:lnTo>
                <a:lnTo>
                  <a:pt x="28632" y="89382"/>
                </a:lnTo>
                <a:close/>
              </a:path>
              <a:path w="1028064" h="100964">
                <a:moveTo>
                  <a:pt x="961742" y="31724"/>
                </a:moveTo>
                <a:lnTo>
                  <a:pt x="733840" y="31724"/>
                </a:lnTo>
                <a:lnTo>
                  <a:pt x="701659" y="34390"/>
                </a:lnTo>
                <a:lnTo>
                  <a:pt x="593725" y="40512"/>
                </a:lnTo>
                <a:lnTo>
                  <a:pt x="556513" y="41744"/>
                </a:lnTo>
                <a:lnTo>
                  <a:pt x="391599" y="50241"/>
                </a:lnTo>
                <a:lnTo>
                  <a:pt x="352551" y="51777"/>
                </a:lnTo>
                <a:lnTo>
                  <a:pt x="302387" y="54698"/>
                </a:lnTo>
                <a:lnTo>
                  <a:pt x="269366" y="56184"/>
                </a:lnTo>
                <a:lnTo>
                  <a:pt x="237998" y="58013"/>
                </a:lnTo>
                <a:lnTo>
                  <a:pt x="97409" y="62966"/>
                </a:lnTo>
                <a:lnTo>
                  <a:pt x="79952" y="63880"/>
                </a:lnTo>
                <a:lnTo>
                  <a:pt x="67182" y="63880"/>
                </a:lnTo>
                <a:lnTo>
                  <a:pt x="50557" y="64452"/>
                </a:lnTo>
                <a:lnTo>
                  <a:pt x="35051" y="64452"/>
                </a:lnTo>
                <a:lnTo>
                  <a:pt x="30352" y="65658"/>
                </a:lnTo>
                <a:lnTo>
                  <a:pt x="18161" y="72199"/>
                </a:lnTo>
                <a:lnTo>
                  <a:pt x="17017" y="72910"/>
                </a:lnTo>
                <a:lnTo>
                  <a:pt x="613" y="84823"/>
                </a:lnTo>
                <a:lnTo>
                  <a:pt x="34408" y="84823"/>
                </a:lnTo>
                <a:lnTo>
                  <a:pt x="39877" y="83527"/>
                </a:lnTo>
                <a:lnTo>
                  <a:pt x="111223" y="83527"/>
                </a:lnTo>
                <a:lnTo>
                  <a:pt x="183134" y="81241"/>
                </a:lnTo>
                <a:lnTo>
                  <a:pt x="209930" y="79933"/>
                </a:lnTo>
                <a:lnTo>
                  <a:pt x="238887" y="78879"/>
                </a:lnTo>
                <a:lnTo>
                  <a:pt x="270284" y="77114"/>
                </a:lnTo>
                <a:lnTo>
                  <a:pt x="303402" y="75717"/>
                </a:lnTo>
                <a:lnTo>
                  <a:pt x="392811" y="70815"/>
                </a:lnTo>
                <a:lnTo>
                  <a:pt x="419569" y="68757"/>
                </a:lnTo>
                <a:lnTo>
                  <a:pt x="557276" y="62014"/>
                </a:lnTo>
                <a:lnTo>
                  <a:pt x="594685" y="58940"/>
                </a:lnTo>
                <a:lnTo>
                  <a:pt x="703199" y="52844"/>
                </a:lnTo>
                <a:lnTo>
                  <a:pt x="770001" y="47091"/>
                </a:lnTo>
                <a:lnTo>
                  <a:pt x="801115" y="44957"/>
                </a:lnTo>
                <a:lnTo>
                  <a:pt x="927460" y="34556"/>
                </a:lnTo>
                <a:lnTo>
                  <a:pt x="946150" y="33477"/>
                </a:lnTo>
                <a:lnTo>
                  <a:pt x="961742" y="31724"/>
                </a:lnTo>
                <a:close/>
              </a:path>
              <a:path w="1028064" h="100964">
                <a:moveTo>
                  <a:pt x="111223" y="83527"/>
                </a:moveTo>
                <a:lnTo>
                  <a:pt x="39877" y="83527"/>
                </a:lnTo>
                <a:lnTo>
                  <a:pt x="37389" y="84823"/>
                </a:lnTo>
                <a:lnTo>
                  <a:pt x="76510" y="84823"/>
                </a:lnTo>
                <a:lnTo>
                  <a:pt x="111223" y="83527"/>
                </a:lnTo>
                <a:close/>
              </a:path>
              <a:path w="1028064" h="100964">
                <a:moveTo>
                  <a:pt x="967104" y="11337"/>
                </a:moveTo>
                <a:lnTo>
                  <a:pt x="925936" y="15951"/>
                </a:lnTo>
                <a:lnTo>
                  <a:pt x="799663" y="26415"/>
                </a:lnTo>
                <a:lnTo>
                  <a:pt x="768603" y="28574"/>
                </a:lnTo>
                <a:lnTo>
                  <a:pt x="734095" y="31724"/>
                </a:lnTo>
                <a:lnTo>
                  <a:pt x="976647" y="31724"/>
                </a:lnTo>
                <a:lnTo>
                  <a:pt x="988694" y="29794"/>
                </a:lnTo>
                <a:lnTo>
                  <a:pt x="988867" y="29794"/>
                </a:lnTo>
                <a:lnTo>
                  <a:pt x="998298" y="27724"/>
                </a:lnTo>
                <a:lnTo>
                  <a:pt x="997966" y="27724"/>
                </a:lnTo>
                <a:lnTo>
                  <a:pt x="1005586" y="27012"/>
                </a:lnTo>
                <a:lnTo>
                  <a:pt x="1011368" y="26123"/>
                </a:lnTo>
                <a:lnTo>
                  <a:pt x="1014774" y="25758"/>
                </a:lnTo>
                <a:lnTo>
                  <a:pt x="1015507" y="25758"/>
                </a:lnTo>
                <a:lnTo>
                  <a:pt x="1011681" y="25006"/>
                </a:lnTo>
                <a:lnTo>
                  <a:pt x="1009100" y="23113"/>
                </a:lnTo>
                <a:lnTo>
                  <a:pt x="1008761" y="23113"/>
                </a:lnTo>
                <a:lnTo>
                  <a:pt x="1004769" y="22415"/>
                </a:lnTo>
                <a:lnTo>
                  <a:pt x="1005092" y="22415"/>
                </a:lnTo>
                <a:lnTo>
                  <a:pt x="1002664" y="21869"/>
                </a:lnTo>
                <a:lnTo>
                  <a:pt x="998092" y="19697"/>
                </a:lnTo>
                <a:lnTo>
                  <a:pt x="996590" y="18465"/>
                </a:lnTo>
                <a:lnTo>
                  <a:pt x="995018" y="17741"/>
                </a:lnTo>
                <a:lnTo>
                  <a:pt x="990138" y="15582"/>
                </a:lnTo>
                <a:lnTo>
                  <a:pt x="969517" y="15582"/>
                </a:lnTo>
                <a:lnTo>
                  <a:pt x="967104" y="13131"/>
                </a:lnTo>
                <a:lnTo>
                  <a:pt x="967104" y="11337"/>
                </a:lnTo>
                <a:close/>
              </a:path>
              <a:path w="1028064" h="100964">
                <a:moveTo>
                  <a:pt x="1007716" y="21869"/>
                </a:moveTo>
                <a:lnTo>
                  <a:pt x="1007876" y="22059"/>
                </a:lnTo>
                <a:lnTo>
                  <a:pt x="1008325" y="22415"/>
                </a:lnTo>
                <a:lnTo>
                  <a:pt x="1009100" y="23113"/>
                </a:lnTo>
                <a:lnTo>
                  <a:pt x="1011681" y="25006"/>
                </a:lnTo>
                <a:lnTo>
                  <a:pt x="1015507" y="25758"/>
                </a:lnTo>
                <a:lnTo>
                  <a:pt x="1015268" y="25758"/>
                </a:lnTo>
                <a:lnTo>
                  <a:pt x="1018846" y="24764"/>
                </a:lnTo>
                <a:lnTo>
                  <a:pt x="1016888" y="24764"/>
                </a:lnTo>
                <a:lnTo>
                  <a:pt x="1019740" y="23640"/>
                </a:lnTo>
                <a:lnTo>
                  <a:pt x="1011236" y="23640"/>
                </a:lnTo>
                <a:lnTo>
                  <a:pt x="1009946" y="23259"/>
                </a:lnTo>
                <a:lnTo>
                  <a:pt x="1010459" y="23259"/>
                </a:lnTo>
                <a:lnTo>
                  <a:pt x="1009320" y="23113"/>
                </a:lnTo>
                <a:lnTo>
                  <a:pt x="1010171" y="23113"/>
                </a:lnTo>
                <a:lnTo>
                  <a:pt x="1007716" y="21869"/>
                </a:lnTo>
                <a:close/>
              </a:path>
              <a:path w="1028064" h="100964">
                <a:moveTo>
                  <a:pt x="1020011" y="24470"/>
                </a:moveTo>
                <a:lnTo>
                  <a:pt x="1018846" y="24764"/>
                </a:lnTo>
                <a:lnTo>
                  <a:pt x="1015268" y="25758"/>
                </a:lnTo>
                <a:lnTo>
                  <a:pt x="1017397" y="25323"/>
                </a:lnTo>
                <a:lnTo>
                  <a:pt x="1019124" y="24764"/>
                </a:lnTo>
                <a:lnTo>
                  <a:pt x="1019305" y="24764"/>
                </a:lnTo>
                <a:lnTo>
                  <a:pt x="1020011" y="24470"/>
                </a:lnTo>
                <a:close/>
              </a:path>
              <a:path w="1028064" h="100964">
                <a:moveTo>
                  <a:pt x="1023747" y="22059"/>
                </a:moveTo>
                <a:lnTo>
                  <a:pt x="1016888" y="24764"/>
                </a:lnTo>
                <a:lnTo>
                  <a:pt x="1018845" y="24764"/>
                </a:lnTo>
                <a:lnTo>
                  <a:pt x="1019945" y="24470"/>
                </a:lnTo>
                <a:lnTo>
                  <a:pt x="1020961" y="23888"/>
                </a:lnTo>
                <a:lnTo>
                  <a:pt x="1023365" y="22415"/>
                </a:lnTo>
                <a:lnTo>
                  <a:pt x="1023747" y="22059"/>
                </a:lnTo>
                <a:close/>
              </a:path>
              <a:path w="1028064" h="100964">
                <a:moveTo>
                  <a:pt x="1023074" y="23640"/>
                </a:moveTo>
                <a:lnTo>
                  <a:pt x="1020011" y="24470"/>
                </a:lnTo>
                <a:lnTo>
                  <a:pt x="1019305" y="24764"/>
                </a:lnTo>
                <a:lnTo>
                  <a:pt x="1021163" y="24764"/>
                </a:lnTo>
                <a:lnTo>
                  <a:pt x="1023074" y="23640"/>
                </a:lnTo>
                <a:close/>
              </a:path>
              <a:path w="1028064" h="100964">
                <a:moveTo>
                  <a:pt x="1024927" y="22059"/>
                </a:moveTo>
                <a:lnTo>
                  <a:pt x="1023747" y="22059"/>
                </a:lnTo>
                <a:lnTo>
                  <a:pt x="1023365" y="22415"/>
                </a:lnTo>
                <a:lnTo>
                  <a:pt x="1020011" y="24470"/>
                </a:lnTo>
                <a:lnTo>
                  <a:pt x="1023049" y="23640"/>
                </a:lnTo>
                <a:lnTo>
                  <a:pt x="1023969" y="23113"/>
                </a:lnTo>
                <a:lnTo>
                  <a:pt x="1024328" y="23113"/>
                </a:lnTo>
                <a:lnTo>
                  <a:pt x="1024927" y="22059"/>
                </a:lnTo>
                <a:close/>
              </a:path>
              <a:path w="1028064" h="100964">
                <a:moveTo>
                  <a:pt x="1009760" y="23113"/>
                </a:moveTo>
                <a:lnTo>
                  <a:pt x="1009451" y="23113"/>
                </a:lnTo>
                <a:lnTo>
                  <a:pt x="1011236" y="23640"/>
                </a:lnTo>
                <a:lnTo>
                  <a:pt x="1010459" y="23259"/>
                </a:lnTo>
                <a:lnTo>
                  <a:pt x="1009760" y="23113"/>
                </a:lnTo>
                <a:close/>
              </a:path>
              <a:path w="1028064" h="100964">
                <a:moveTo>
                  <a:pt x="1025035" y="21869"/>
                </a:moveTo>
                <a:lnTo>
                  <a:pt x="1007716" y="21869"/>
                </a:lnTo>
                <a:lnTo>
                  <a:pt x="1011210" y="23640"/>
                </a:lnTo>
                <a:lnTo>
                  <a:pt x="1019740" y="23640"/>
                </a:lnTo>
                <a:lnTo>
                  <a:pt x="1023747" y="22059"/>
                </a:lnTo>
                <a:lnTo>
                  <a:pt x="1024927" y="22059"/>
                </a:lnTo>
                <a:lnTo>
                  <a:pt x="1025035" y="21869"/>
                </a:lnTo>
                <a:close/>
              </a:path>
              <a:path w="1028064" h="100964">
                <a:moveTo>
                  <a:pt x="1027862" y="16891"/>
                </a:moveTo>
                <a:lnTo>
                  <a:pt x="1024328" y="23113"/>
                </a:lnTo>
                <a:lnTo>
                  <a:pt x="1023969" y="23113"/>
                </a:lnTo>
                <a:lnTo>
                  <a:pt x="1023074" y="23640"/>
                </a:lnTo>
                <a:lnTo>
                  <a:pt x="1025016" y="23113"/>
                </a:lnTo>
                <a:lnTo>
                  <a:pt x="1028064" y="18465"/>
                </a:lnTo>
                <a:lnTo>
                  <a:pt x="1027955" y="17614"/>
                </a:lnTo>
                <a:lnTo>
                  <a:pt x="1027862" y="16891"/>
                </a:lnTo>
                <a:close/>
              </a:path>
              <a:path w="1028064" h="100964">
                <a:moveTo>
                  <a:pt x="1009451" y="23113"/>
                </a:moveTo>
                <a:lnTo>
                  <a:pt x="1009320" y="23113"/>
                </a:lnTo>
                <a:lnTo>
                  <a:pt x="1010459" y="23259"/>
                </a:lnTo>
                <a:lnTo>
                  <a:pt x="1009946" y="23259"/>
                </a:lnTo>
                <a:lnTo>
                  <a:pt x="1009451" y="23113"/>
                </a:lnTo>
                <a:close/>
              </a:path>
              <a:path w="1028064" h="100964">
                <a:moveTo>
                  <a:pt x="1010171" y="23113"/>
                </a:moveTo>
                <a:lnTo>
                  <a:pt x="1009760" y="23113"/>
                </a:lnTo>
                <a:lnTo>
                  <a:pt x="1010440" y="23259"/>
                </a:lnTo>
                <a:lnTo>
                  <a:pt x="1010171" y="23113"/>
                </a:lnTo>
                <a:close/>
              </a:path>
              <a:path w="1028064" h="100964">
                <a:moveTo>
                  <a:pt x="1027451" y="17614"/>
                </a:moveTo>
                <a:lnTo>
                  <a:pt x="995552" y="17614"/>
                </a:lnTo>
                <a:lnTo>
                  <a:pt x="997457" y="18821"/>
                </a:lnTo>
                <a:lnTo>
                  <a:pt x="997024" y="18821"/>
                </a:lnTo>
                <a:lnTo>
                  <a:pt x="998092" y="19697"/>
                </a:lnTo>
                <a:lnTo>
                  <a:pt x="1002664" y="21869"/>
                </a:lnTo>
                <a:lnTo>
                  <a:pt x="1005092" y="22415"/>
                </a:lnTo>
                <a:lnTo>
                  <a:pt x="1004769" y="22415"/>
                </a:lnTo>
                <a:lnTo>
                  <a:pt x="1008761" y="23113"/>
                </a:lnTo>
                <a:lnTo>
                  <a:pt x="1009209" y="23113"/>
                </a:lnTo>
                <a:lnTo>
                  <a:pt x="1007635" y="21869"/>
                </a:lnTo>
                <a:lnTo>
                  <a:pt x="1025035" y="21869"/>
                </a:lnTo>
                <a:lnTo>
                  <a:pt x="1026766" y="18821"/>
                </a:lnTo>
                <a:lnTo>
                  <a:pt x="997457" y="18821"/>
                </a:lnTo>
                <a:lnTo>
                  <a:pt x="996654" y="18465"/>
                </a:lnTo>
                <a:lnTo>
                  <a:pt x="1026968" y="18465"/>
                </a:lnTo>
                <a:lnTo>
                  <a:pt x="1027379" y="17741"/>
                </a:lnTo>
                <a:lnTo>
                  <a:pt x="1027451" y="17614"/>
                </a:lnTo>
                <a:close/>
              </a:path>
              <a:path w="1028064" h="100964">
                <a:moveTo>
                  <a:pt x="995753" y="17741"/>
                </a:moveTo>
                <a:lnTo>
                  <a:pt x="996654" y="18465"/>
                </a:lnTo>
                <a:lnTo>
                  <a:pt x="997457" y="18821"/>
                </a:lnTo>
                <a:lnTo>
                  <a:pt x="995753" y="17741"/>
                </a:lnTo>
                <a:close/>
              </a:path>
              <a:path w="1028064" h="100964">
                <a:moveTo>
                  <a:pt x="989076" y="15112"/>
                </a:moveTo>
                <a:lnTo>
                  <a:pt x="996654" y="18465"/>
                </a:lnTo>
                <a:lnTo>
                  <a:pt x="995552" y="17614"/>
                </a:lnTo>
                <a:lnTo>
                  <a:pt x="1027451" y="17614"/>
                </a:lnTo>
                <a:lnTo>
                  <a:pt x="1027862" y="16891"/>
                </a:lnTo>
                <a:lnTo>
                  <a:pt x="1027742" y="15951"/>
                </a:lnTo>
                <a:lnTo>
                  <a:pt x="1027694" y="15582"/>
                </a:lnTo>
                <a:lnTo>
                  <a:pt x="991362" y="15582"/>
                </a:lnTo>
                <a:lnTo>
                  <a:pt x="989076" y="15112"/>
                </a:lnTo>
                <a:close/>
              </a:path>
              <a:path w="1028064" h="100964">
                <a:moveTo>
                  <a:pt x="1027149" y="11337"/>
                </a:moveTo>
                <a:lnTo>
                  <a:pt x="1027513" y="14173"/>
                </a:lnTo>
                <a:lnTo>
                  <a:pt x="1027634" y="15112"/>
                </a:lnTo>
                <a:lnTo>
                  <a:pt x="1027742" y="15951"/>
                </a:lnTo>
                <a:lnTo>
                  <a:pt x="1027862" y="16891"/>
                </a:lnTo>
                <a:lnTo>
                  <a:pt x="1027938" y="12699"/>
                </a:lnTo>
                <a:lnTo>
                  <a:pt x="1027149" y="11337"/>
                </a:lnTo>
                <a:close/>
              </a:path>
              <a:path w="1028064" h="100964">
                <a:moveTo>
                  <a:pt x="1022966" y="5740"/>
                </a:moveTo>
                <a:lnTo>
                  <a:pt x="1013332" y="5740"/>
                </a:lnTo>
                <a:lnTo>
                  <a:pt x="1009130" y="8445"/>
                </a:lnTo>
                <a:lnTo>
                  <a:pt x="985265" y="8445"/>
                </a:lnTo>
                <a:lnTo>
                  <a:pt x="967104" y="11337"/>
                </a:lnTo>
                <a:lnTo>
                  <a:pt x="967104" y="13131"/>
                </a:lnTo>
                <a:lnTo>
                  <a:pt x="969517" y="15582"/>
                </a:lnTo>
                <a:lnTo>
                  <a:pt x="990138" y="15582"/>
                </a:lnTo>
                <a:lnTo>
                  <a:pt x="989076" y="15112"/>
                </a:lnTo>
                <a:lnTo>
                  <a:pt x="1027634" y="15112"/>
                </a:lnTo>
                <a:lnTo>
                  <a:pt x="1027149" y="11337"/>
                </a:lnTo>
                <a:lnTo>
                  <a:pt x="1026160" y="9626"/>
                </a:lnTo>
                <a:lnTo>
                  <a:pt x="1025450" y="8572"/>
                </a:lnTo>
                <a:lnTo>
                  <a:pt x="1025365" y="8445"/>
                </a:lnTo>
                <a:lnTo>
                  <a:pt x="1024826" y="7810"/>
                </a:lnTo>
                <a:lnTo>
                  <a:pt x="1022966" y="5740"/>
                </a:lnTo>
                <a:close/>
              </a:path>
              <a:path w="1028064" h="100964">
                <a:moveTo>
                  <a:pt x="1027634" y="15112"/>
                </a:moveTo>
                <a:lnTo>
                  <a:pt x="989076" y="15112"/>
                </a:lnTo>
                <a:lnTo>
                  <a:pt x="991362" y="15582"/>
                </a:lnTo>
                <a:lnTo>
                  <a:pt x="1027694" y="15582"/>
                </a:lnTo>
                <a:lnTo>
                  <a:pt x="1027634" y="15112"/>
                </a:lnTo>
                <a:close/>
              </a:path>
              <a:path w="1028064" h="100964">
                <a:moveTo>
                  <a:pt x="990582" y="4660"/>
                </a:moveTo>
                <a:lnTo>
                  <a:pt x="969517" y="4660"/>
                </a:lnTo>
                <a:lnTo>
                  <a:pt x="967104" y="7111"/>
                </a:lnTo>
                <a:lnTo>
                  <a:pt x="967104" y="11337"/>
                </a:lnTo>
                <a:lnTo>
                  <a:pt x="985265" y="8445"/>
                </a:lnTo>
                <a:lnTo>
                  <a:pt x="995267" y="8445"/>
                </a:lnTo>
                <a:lnTo>
                  <a:pt x="1001840" y="7810"/>
                </a:lnTo>
                <a:lnTo>
                  <a:pt x="1002538" y="7810"/>
                </a:lnTo>
                <a:lnTo>
                  <a:pt x="1008252" y="6553"/>
                </a:lnTo>
                <a:lnTo>
                  <a:pt x="1007499" y="6553"/>
                </a:lnTo>
                <a:lnTo>
                  <a:pt x="1011340" y="6193"/>
                </a:lnTo>
                <a:lnTo>
                  <a:pt x="1011056" y="6193"/>
                </a:lnTo>
                <a:lnTo>
                  <a:pt x="1013982" y="4876"/>
                </a:lnTo>
                <a:lnTo>
                  <a:pt x="989791" y="4876"/>
                </a:lnTo>
                <a:lnTo>
                  <a:pt x="990582" y="4660"/>
                </a:lnTo>
                <a:close/>
              </a:path>
              <a:path w="1028064" h="100964">
                <a:moveTo>
                  <a:pt x="1022603" y="4876"/>
                </a:moveTo>
                <a:lnTo>
                  <a:pt x="1022089" y="4876"/>
                </a:lnTo>
                <a:lnTo>
                  <a:pt x="1022350" y="5054"/>
                </a:lnTo>
                <a:lnTo>
                  <a:pt x="1024826" y="7810"/>
                </a:lnTo>
                <a:lnTo>
                  <a:pt x="1025365" y="8445"/>
                </a:lnTo>
                <a:lnTo>
                  <a:pt x="1026160" y="9626"/>
                </a:lnTo>
                <a:lnTo>
                  <a:pt x="1027149" y="11337"/>
                </a:lnTo>
                <a:lnTo>
                  <a:pt x="1026794" y="8572"/>
                </a:lnTo>
                <a:lnTo>
                  <a:pt x="1022603" y="4876"/>
                </a:lnTo>
                <a:close/>
              </a:path>
              <a:path w="1028064" h="100964">
                <a:moveTo>
                  <a:pt x="1011340" y="6193"/>
                </a:moveTo>
                <a:lnTo>
                  <a:pt x="1007499" y="6553"/>
                </a:lnTo>
                <a:lnTo>
                  <a:pt x="1008252" y="6553"/>
                </a:lnTo>
                <a:lnTo>
                  <a:pt x="1002538" y="7810"/>
                </a:lnTo>
                <a:lnTo>
                  <a:pt x="1001840" y="7810"/>
                </a:lnTo>
                <a:lnTo>
                  <a:pt x="995267" y="8445"/>
                </a:lnTo>
                <a:lnTo>
                  <a:pt x="1009183" y="8445"/>
                </a:lnTo>
                <a:lnTo>
                  <a:pt x="1011340" y="6193"/>
                </a:lnTo>
                <a:close/>
              </a:path>
              <a:path w="1028064" h="100964">
                <a:moveTo>
                  <a:pt x="1021773" y="4660"/>
                </a:moveTo>
                <a:lnTo>
                  <a:pt x="991362" y="4660"/>
                </a:lnTo>
                <a:lnTo>
                  <a:pt x="989742" y="4876"/>
                </a:lnTo>
                <a:lnTo>
                  <a:pt x="1013982" y="4876"/>
                </a:lnTo>
                <a:lnTo>
                  <a:pt x="1011056" y="6193"/>
                </a:lnTo>
                <a:lnTo>
                  <a:pt x="1011340" y="6193"/>
                </a:lnTo>
                <a:lnTo>
                  <a:pt x="1009183" y="8445"/>
                </a:lnTo>
                <a:lnTo>
                  <a:pt x="1010117" y="7810"/>
                </a:lnTo>
                <a:lnTo>
                  <a:pt x="1012070" y="6553"/>
                </a:lnTo>
                <a:lnTo>
                  <a:pt x="1010701" y="6553"/>
                </a:lnTo>
                <a:lnTo>
                  <a:pt x="1013332" y="5740"/>
                </a:lnTo>
                <a:lnTo>
                  <a:pt x="1022966" y="5740"/>
                </a:lnTo>
                <a:lnTo>
                  <a:pt x="1022350" y="5054"/>
                </a:lnTo>
                <a:lnTo>
                  <a:pt x="1021773" y="4660"/>
                </a:lnTo>
                <a:close/>
              </a:path>
              <a:path w="1028064" h="100964">
                <a:moveTo>
                  <a:pt x="1013332" y="5740"/>
                </a:moveTo>
                <a:lnTo>
                  <a:pt x="1010701" y="6553"/>
                </a:lnTo>
                <a:lnTo>
                  <a:pt x="1010417" y="6553"/>
                </a:lnTo>
                <a:lnTo>
                  <a:pt x="1012378" y="6193"/>
                </a:lnTo>
                <a:lnTo>
                  <a:pt x="1012629" y="6193"/>
                </a:lnTo>
                <a:lnTo>
                  <a:pt x="1013332" y="5740"/>
                </a:lnTo>
                <a:close/>
              </a:path>
              <a:path w="1028064" h="100964">
                <a:moveTo>
                  <a:pt x="1012629" y="6193"/>
                </a:moveTo>
                <a:lnTo>
                  <a:pt x="1012378" y="6193"/>
                </a:lnTo>
                <a:lnTo>
                  <a:pt x="1010417" y="6553"/>
                </a:lnTo>
                <a:lnTo>
                  <a:pt x="1012070" y="6553"/>
                </a:lnTo>
                <a:lnTo>
                  <a:pt x="1012629" y="6193"/>
                </a:lnTo>
                <a:close/>
              </a:path>
              <a:path w="1028064" h="100964">
                <a:moveTo>
                  <a:pt x="997704" y="2717"/>
                </a:moveTo>
                <a:lnTo>
                  <a:pt x="989791" y="4876"/>
                </a:lnTo>
                <a:lnTo>
                  <a:pt x="991362" y="4660"/>
                </a:lnTo>
                <a:lnTo>
                  <a:pt x="1021773" y="4660"/>
                </a:lnTo>
                <a:lnTo>
                  <a:pt x="1020826" y="4013"/>
                </a:lnTo>
                <a:lnTo>
                  <a:pt x="1019140" y="3200"/>
                </a:lnTo>
                <a:lnTo>
                  <a:pt x="996823" y="3200"/>
                </a:lnTo>
                <a:lnTo>
                  <a:pt x="997704" y="2717"/>
                </a:lnTo>
                <a:close/>
              </a:path>
              <a:path w="1028064" h="100964">
                <a:moveTo>
                  <a:pt x="998727" y="2438"/>
                </a:moveTo>
                <a:lnTo>
                  <a:pt x="997704" y="2717"/>
                </a:lnTo>
                <a:lnTo>
                  <a:pt x="996823" y="3200"/>
                </a:lnTo>
                <a:lnTo>
                  <a:pt x="998727" y="2438"/>
                </a:lnTo>
                <a:close/>
              </a:path>
              <a:path w="1028064" h="100964">
                <a:moveTo>
                  <a:pt x="1017559" y="2438"/>
                </a:moveTo>
                <a:lnTo>
                  <a:pt x="998727" y="2438"/>
                </a:lnTo>
                <a:lnTo>
                  <a:pt x="996823" y="3200"/>
                </a:lnTo>
                <a:lnTo>
                  <a:pt x="1019140" y="3200"/>
                </a:lnTo>
                <a:lnTo>
                  <a:pt x="1017559" y="2438"/>
                </a:lnTo>
                <a:close/>
              </a:path>
              <a:path w="1028064" h="100964">
                <a:moveTo>
                  <a:pt x="1004442" y="0"/>
                </a:moveTo>
                <a:lnTo>
                  <a:pt x="1001902" y="419"/>
                </a:lnTo>
                <a:lnTo>
                  <a:pt x="997704" y="2717"/>
                </a:lnTo>
                <a:lnTo>
                  <a:pt x="998727" y="2438"/>
                </a:lnTo>
                <a:lnTo>
                  <a:pt x="1017559" y="2438"/>
                </a:lnTo>
                <a:lnTo>
                  <a:pt x="1017269" y="2298"/>
                </a:lnTo>
                <a:lnTo>
                  <a:pt x="1014729" y="1612"/>
                </a:lnTo>
                <a:lnTo>
                  <a:pt x="1012951" y="1282"/>
                </a:lnTo>
                <a:lnTo>
                  <a:pt x="1010970" y="1092"/>
                </a:lnTo>
                <a:lnTo>
                  <a:pt x="1010538" y="1092"/>
                </a:lnTo>
                <a:lnTo>
                  <a:pt x="1004442" y="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997" y="3664584"/>
            <a:ext cx="212725" cy="14465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709293" y="3679063"/>
            <a:ext cx="183515" cy="81915"/>
          </a:xfrm>
          <a:custGeom>
            <a:avLst/>
            <a:gdLst/>
            <a:ahLst/>
            <a:cxnLst/>
            <a:rect l="l" t="t" r="r" b="b"/>
            <a:pathLst>
              <a:path w="183514" h="81914">
                <a:moveTo>
                  <a:pt x="183388" y="61722"/>
                </a:moveTo>
                <a:lnTo>
                  <a:pt x="0" y="61722"/>
                </a:lnTo>
                <a:lnTo>
                  <a:pt x="0" y="81534"/>
                </a:lnTo>
                <a:lnTo>
                  <a:pt x="183388" y="81534"/>
                </a:lnTo>
                <a:lnTo>
                  <a:pt x="183388" y="61722"/>
                </a:lnTo>
                <a:close/>
              </a:path>
              <a:path w="183514" h="81914">
                <a:moveTo>
                  <a:pt x="183388" y="0"/>
                </a:moveTo>
                <a:lnTo>
                  <a:pt x="0" y="0"/>
                </a:lnTo>
                <a:lnTo>
                  <a:pt x="0" y="19812"/>
                </a:lnTo>
                <a:lnTo>
                  <a:pt x="183388" y="19812"/>
                </a:lnTo>
                <a:lnTo>
                  <a:pt x="183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9648" y="3664584"/>
            <a:ext cx="212725" cy="14465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328417" y="3709814"/>
            <a:ext cx="183515" cy="20320"/>
          </a:xfrm>
          <a:custGeom>
            <a:avLst/>
            <a:gdLst/>
            <a:ahLst/>
            <a:cxnLst/>
            <a:rect l="l" t="t" r="r" b="b"/>
            <a:pathLst>
              <a:path w="183514" h="20320">
                <a:moveTo>
                  <a:pt x="183349" y="0"/>
                </a:moveTo>
                <a:lnTo>
                  <a:pt x="0" y="0"/>
                </a:lnTo>
                <a:lnTo>
                  <a:pt x="0" y="19794"/>
                </a:lnTo>
                <a:lnTo>
                  <a:pt x="183349" y="19794"/>
                </a:lnTo>
                <a:lnTo>
                  <a:pt x="1833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617216" y="3365500"/>
            <a:ext cx="1275080" cy="643890"/>
            <a:chOff x="2617216" y="3365500"/>
            <a:chExt cx="1275080" cy="6438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7216" y="3662299"/>
              <a:ext cx="161925" cy="14693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39720" y="3711702"/>
              <a:ext cx="409575" cy="19050"/>
            </a:xfrm>
            <a:custGeom>
              <a:avLst/>
              <a:gdLst/>
              <a:ahLst/>
              <a:cxnLst/>
              <a:rect l="l" t="t" r="r" b="b"/>
              <a:pathLst>
                <a:path w="409575" h="19050">
                  <a:moveTo>
                    <a:pt x="40957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409575" y="190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0195" y="3365500"/>
              <a:ext cx="150671" cy="21513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55417" y="3582288"/>
              <a:ext cx="1036955" cy="427355"/>
            </a:xfrm>
            <a:custGeom>
              <a:avLst/>
              <a:gdLst/>
              <a:ahLst/>
              <a:cxnLst/>
              <a:rect l="l" t="t" r="r" b="b"/>
              <a:pathLst>
                <a:path w="1036954" h="427354">
                  <a:moveTo>
                    <a:pt x="150545" y="211836"/>
                  </a:moveTo>
                  <a:lnTo>
                    <a:pt x="141782" y="211836"/>
                  </a:lnTo>
                  <a:lnTo>
                    <a:pt x="104317" y="213106"/>
                  </a:lnTo>
                  <a:lnTo>
                    <a:pt x="102539" y="220853"/>
                  </a:lnTo>
                  <a:lnTo>
                    <a:pt x="107873" y="221234"/>
                  </a:lnTo>
                  <a:lnTo>
                    <a:pt x="111429" y="221742"/>
                  </a:lnTo>
                  <a:lnTo>
                    <a:pt x="113461" y="222377"/>
                  </a:lnTo>
                  <a:lnTo>
                    <a:pt x="115493" y="223139"/>
                  </a:lnTo>
                  <a:lnTo>
                    <a:pt x="117144" y="224155"/>
                  </a:lnTo>
                  <a:lnTo>
                    <a:pt x="118160" y="225679"/>
                  </a:lnTo>
                  <a:lnTo>
                    <a:pt x="119303" y="227330"/>
                  </a:lnTo>
                  <a:lnTo>
                    <a:pt x="119811" y="229489"/>
                  </a:lnTo>
                  <a:lnTo>
                    <a:pt x="119811" y="235458"/>
                  </a:lnTo>
                  <a:lnTo>
                    <a:pt x="119557" y="239014"/>
                  </a:lnTo>
                  <a:lnTo>
                    <a:pt x="118922" y="242951"/>
                  </a:lnTo>
                  <a:lnTo>
                    <a:pt x="118414" y="246888"/>
                  </a:lnTo>
                  <a:lnTo>
                    <a:pt x="117652" y="250571"/>
                  </a:lnTo>
                  <a:lnTo>
                    <a:pt x="116890" y="253746"/>
                  </a:lnTo>
                  <a:lnTo>
                    <a:pt x="109143" y="288163"/>
                  </a:lnTo>
                  <a:lnTo>
                    <a:pt x="103809" y="285115"/>
                  </a:lnTo>
                  <a:lnTo>
                    <a:pt x="100634" y="283832"/>
                  </a:lnTo>
                  <a:lnTo>
                    <a:pt x="100634" y="306031"/>
                  </a:lnTo>
                  <a:lnTo>
                    <a:pt x="100634" y="320116"/>
                  </a:lnTo>
                  <a:lnTo>
                    <a:pt x="99872" y="326859"/>
                  </a:lnTo>
                  <a:lnTo>
                    <a:pt x="98348" y="334010"/>
                  </a:lnTo>
                  <a:lnTo>
                    <a:pt x="95427" y="348742"/>
                  </a:lnTo>
                  <a:lnTo>
                    <a:pt x="77393" y="385699"/>
                  </a:lnTo>
                  <a:lnTo>
                    <a:pt x="47802" y="409308"/>
                  </a:lnTo>
                  <a:lnTo>
                    <a:pt x="38023" y="409308"/>
                  </a:lnTo>
                  <a:lnTo>
                    <a:pt x="33324" y="406755"/>
                  </a:lnTo>
                  <a:lnTo>
                    <a:pt x="30530" y="401650"/>
                  </a:lnTo>
                  <a:lnTo>
                    <a:pt x="27609" y="396544"/>
                  </a:lnTo>
                  <a:lnTo>
                    <a:pt x="26212" y="388823"/>
                  </a:lnTo>
                  <a:lnTo>
                    <a:pt x="26289" y="376567"/>
                  </a:lnTo>
                  <a:lnTo>
                    <a:pt x="26631" y="368160"/>
                  </a:lnTo>
                  <a:lnTo>
                    <a:pt x="36957" y="327101"/>
                  </a:lnTo>
                  <a:lnTo>
                    <a:pt x="64947" y="294665"/>
                  </a:lnTo>
                  <a:lnTo>
                    <a:pt x="79298" y="291592"/>
                  </a:lnTo>
                  <a:lnTo>
                    <a:pt x="87045" y="291592"/>
                  </a:lnTo>
                  <a:lnTo>
                    <a:pt x="92773" y="293446"/>
                  </a:lnTo>
                  <a:lnTo>
                    <a:pt x="92583" y="293446"/>
                  </a:lnTo>
                  <a:lnTo>
                    <a:pt x="95681" y="296875"/>
                  </a:lnTo>
                  <a:lnTo>
                    <a:pt x="98983" y="300393"/>
                  </a:lnTo>
                  <a:lnTo>
                    <a:pt x="100634" y="306031"/>
                  </a:lnTo>
                  <a:lnTo>
                    <a:pt x="100634" y="283832"/>
                  </a:lnTo>
                  <a:lnTo>
                    <a:pt x="98475" y="282956"/>
                  </a:lnTo>
                  <a:lnTo>
                    <a:pt x="88315" y="280416"/>
                  </a:lnTo>
                  <a:lnTo>
                    <a:pt x="82727" y="279781"/>
                  </a:lnTo>
                  <a:lnTo>
                    <a:pt x="76631" y="279781"/>
                  </a:lnTo>
                  <a:lnTo>
                    <a:pt x="37515" y="293446"/>
                  </a:lnTo>
                  <a:lnTo>
                    <a:pt x="9956" y="330657"/>
                  </a:lnTo>
                  <a:lnTo>
                    <a:pt x="76" y="376567"/>
                  </a:lnTo>
                  <a:lnTo>
                    <a:pt x="0" y="381406"/>
                  </a:lnTo>
                  <a:lnTo>
                    <a:pt x="228" y="385699"/>
                  </a:lnTo>
                  <a:lnTo>
                    <a:pt x="279" y="386689"/>
                  </a:lnTo>
                  <a:lnTo>
                    <a:pt x="393" y="388823"/>
                  </a:lnTo>
                  <a:lnTo>
                    <a:pt x="469" y="390385"/>
                  </a:lnTo>
                  <a:lnTo>
                    <a:pt x="2057" y="399249"/>
                  </a:lnTo>
                  <a:lnTo>
                    <a:pt x="34213" y="426872"/>
                  </a:lnTo>
                  <a:lnTo>
                    <a:pt x="41275" y="426275"/>
                  </a:lnTo>
                  <a:lnTo>
                    <a:pt x="70129" y="409308"/>
                  </a:lnTo>
                  <a:lnTo>
                    <a:pt x="74536" y="404749"/>
                  </a:lnTo>
                  <a:lnTo>
                    <a:pt x="81280" y="396544"/>
                  </a:lnTo>
                  <a:lnTo>
                    <a:pt x="88442" y="386689"/>
                  </a:lnTo>
                  <a:lnTo>
                    <a:pt x="90347" y="387286"/>
                  </a:lnTo>
                  <a:lnTo>
                    <a:pt x="88061" y="393433"/>
                  </a:lnTo>
                  <a:lnTo>
                    <a:pt x="86918" y="399249"/>
                  </a:lnTo>
                  <a:lnTo>
                    <a:pt x="86995" y="411683"/>
                  </a:lnTo>
                  <a:lnTo>
                    <a:pt x="88823" y="416852"/>
                  </a:lnTo>
                  <a:lnTo>
                    <a:pt x="95694" y="424459"/>
                  </a:lnTo>
                  <a:lnTo>
                    <a:pt x="96304" y="425043"/>
                  </a:lnTo>
                  <a:lnTo>
                    <a:pt x="101015" y="427024"/>
                  </a:lnTo>
                  <a:lnTo>
                    <a:pt x="114477" y="427024"/>
                  </a:lnTo>
                  <a:lnTo>
                    <a:pt x="150545" y="400685"/>
                  </a:lnTo>
                  <a:lnTo>
                    <a:pt x="142036" y="392353"/>
                  </a:lnTo>
                  <a:lnTo>
                    <a:pt x="135750" y="399249"/>
                  </a:lnTo>
                  <a:lnTo>
                    <a:pt x="131114" y="403834"/>
                  </a:lnTo>
                  <a:lnTo>
                    <a:pt x="127685" y="406260"/>
                  </a:lnTo>
                  <a:lnTo>
                    <a:pt x="124383" y="408698"/>
                  </a:lnTo>
                  <a:lnTo>
                    <a:pt x="121208" y="409905"/>
                  </a:lnTo>
                  <a:lnTo>
                    <a:pt x="115366" y="409905"/>
                  </a:lnTo>
                  <a:lnTo>
                    <a:pt x="113334" y="409016"/>
                  </a:lnTo>
                  <a:lnTo>
                    <a:pt x="110794" y="405447"/>
                  </a:lnTo>
                  <a:lnTo>
                    <a:pt x="110159" y="402564"/>
                  </a:lnTo>
                  <a:lnTo>
                    <a:pt x="110185" y="393433"/>
                  </a:lnTo>
                  <a:lnTo>
                    <a:pt x="111137" y="387286"/>
                  </a:lnTo>
                  <a:lnTo>
                    <a:pt x="111239" y="386689"/>
                  </a:lnTo>
                  <a:lnTo>
                    <a:pt x="111302" y="386295"/>
                  </a:lnTo>
                  <a:lnTo>
                    <a:pt x="113461" y="376567"/>
                  </a:lnTo>
                  <a:lnTo>
                    <a:pt x="132588" y="291592"/>
                  </a:lnTo>
                  <a:lnTo>
                    <a:pt x="133362" y="288163"/>
                  </a:lnTo>
                  <a:lnTo>
                    <a:pt x="150545" y="211836"/>
                  </a:lnTo>
                  <a:close/>
                </a:path>
                <a:path w="1036954" h="427354">
                  <a:moveTo>
                    <a:pt x="386016" y="290068"/>
                  </a:moveTo>
                  <a:lnTo>
                    <a:pt x="349415" y="290068"/>
                  </a:lnTo>
                  <a:lnTo>
                    <a:pt x="347421" y="290068"/>
                  </a:lnTo>
                  <a:lnTo>
                    <a:pt x="350723" y="291084"/>
                  </a:lnTo>
                  <a:lnTo>
                    <a:pt x="350469" y="291084"/>
                  </a:lnTo>
                  <a:lnTo>
                    <a:pt x="352348" y="292633"/>
                  </a:lnTo>
                  <a:lnTo>
                    <a:pt x="354253" y="294322"/>
                  </a:lnTo>
                  <a:lnTo>
                    <a:pt x="355269" y="297497"/>
                  </a:lnTo>
                  <a:lnTo>
                    <a:pt x="355142" y="303530"/>
                  </a:lnTo>
                  <a:lnTo>
                    <a:pt x="354622" y="309206"/>
                  </a:lnTo>
                  <a:lnTo>
                    <a:pt x="354507" y="310476"/>
                  </a:lnTo>
                  <a:lnTo>
                    <a:pt x="336410" y="355117"/>
                  </a:lnTo>
                  <a:lnTo>
                    <a:pt x="307873" y="399783"/>
                  </a:lnTo>
                  <a:lnTo>
                    <a:pt x="307771" y="399935"/>
                  </a:lnTo>
                  <a:lnTo>
                    <a:pt x="301129" y="327609"/>
                  </a:lnTo>
                  <a:lnTo>
                    <a:pt x="301117" y="327456"/>
                  </a:lnTo>
                  <a:lnTo>
                    <a:pt x="296976" y="282321"/>
                  </a:lnTo>
                  <a:lnTo>
                    <a:pt x="275513" y="282321"/>
                  </a:lnTo>
                  <a:lnTo>
                    <a:pt x="273862" y="289687"/>
                  </a:lnTo>
                  <a:lnTo>
                    <a:pt x="272567" y="296672"/>
                  </a:lnTo>
                  <a:lnTo>
                    <a:pt x="271005" y="303530"/>
                  </a:lnTo>
                  <a:lnTo>
                    <a:pt x="253288" y="347700"/>
                  </a:lnTo>
                  <a:lnTo>
                    <a:pt x="232587" y="383946"/>
                  </a:lnTo>
                  <a:lnTo>
                    <a:pt x="222935" y="399783"/>
                  </a:lnTo>
                  <a:lnTo>
                    <a:pt x="214045" y="282321"/>
                  </a:lnTo>
                  <a:lnTo>
                    <a:pt x="175056" y="282321"/>
                  </a:lnTo>
                  <a:lnTo>
                    <a:pt x="173405" y="289687"/>
                  </a:lnTo>
                  <a:lnTo>
                    <a:pt x="178231" y="290068"/>
                  </a:lnTo>
                  <a:lnTo>
                    <a:pt x="181660" y="291084"/>
                  </a:lnTo>
                  <a:lnTo>
                    <a:pt x="183692" y="292925"/>
                  </a:lnTo>
                  <a:lnTo>
                    <a:pt x="185724" y="294716"/>
                  </a:lnTo>
                  <a:lnTo>
                    <a:pt x="186829" y="296672"/>
                  </a:lnTo>
                  <a:lnTo>
                    <a:pt x="201726" y="427024"/>
                  </a:lnTo>
                  <a:lnTo>
                    <a:pt x="221665" y="427024"/>
                  </a:lnTo>
                  <a:lnTo>
                    <a:pt x="231444" y="411835"/>
                  </a:lnTo>
                  <a:lnTo>
                    <a:pt x="238887" y="399935"/>
                  </a:lnTo>
                  <a:lnTo>
                    <a:pt x="238988" y="399783"/>
                  </a:lnTo>
                  <a:lnTo>
                    <a:pt x="262394" y="359664"/>
                  </a:lnTo>
                  <a:lnTo>
                    <a:pt x="277723" y="327609"/>
                  </a:lnTo>
                  <a:lnTo>
                    <a:pt x="277799" y="327456"/>
                  </a:lnTo>
                  <a:lnTo>
                    <a:pt x="279323" y="327609"/>
                  </a:lnTo>
                  <a:lnTo>
                    <a:pt x="280466" y="345770"/>
                  </a:lnTo>
                  <a:lnTo>
                    <a:pt x="281584" y="359664"/>
                  </a:lnTo>
                  <a:lnTo>
                    <a:pt x="282524" y="369011"/>
                  </a:lnTo>
                  <a:lnTo>
                    <a:pt x="288213" y="427024"/>
                  </a:lnTo>
                  <a:lnTo>
                    <a:pt x="305866" y="427024"/>
                  </a:lnTo>
                  <a:lnTo>
                    <a:pt x="312127" y="418465"/>
                  </a:lnTo>
                  <a:lnTo>
                    <a:pt x="317957" y="410337"/>
                  </a:lnTo>
                  <a:lnTo>
                    <a:pt x="323367" y="402653"/>
                  </a:lnTo>
                  <a:lnTo>
                    <a:pt x="325221" y="399935"/>
                  </a:lnTo>
                  <a:lnTo>
                    <a:pt x="328345" y="395401"/>
                  </a:lnTo>
                  <a:lnTo>
                    <a:pt x="349250" y="363499"/>
                  </a:lnTo>
                  <a:lnTo>
                    <a:pt x="358825" y="347395"/>
                  </a:lnTo>
                  <a:lnTo>
                    <a:pt x="362635" y="340753"/>
                  </a:lnTo>
                  <a:lnTo>
                    <a:pt x="377621" y="310476"/>
                  </a:lnTo>
                  <a:lnTo>
                    <a:pt x="379907" y="305435"/>
                  </a:lnTo>
                  <a:lnTo>
                    <a:pt x="382574" y="298640"/>
                  </a:lnTo>
                  <a:lnTo>
                    <a:pt x="386016" y="290068"/>
                  </a:lnTo>
                  <a:close/>
                </a:path>
                <a:path w="1036954" h="427354">
                  <a:moveTo>
                    <a:pt x="386130" y="289814"/>
                  </a:moveTo>
                  <a:lnTo>
                    <a:pt x="382066" y="282321"/>
                  </a:lnTo>
                  <a:lnTo>
                    <a:pt x="343712" y="282321"/>
                  </a:lnTo>
                  <a:lnTo>
                    <a:pt x="342188" y="289687"/>
                  </a:lnTo>
                  <a:lnTo>
                    <a:pt x="347002" y="289953"/>
                  </a:lnTo>
                  <a:lnTo>
                    <a:pt x="346595" y="289814"/>
                  </a:lnTo>
                  <a:lnTo>
                    <a:pt x="386130" y="289814"/>
                  </a:lnTo>
                  <a:close/>
                </a:path>
                <a:path w="1036954" h="427354">
                  <a:moveTo>
                    <a:pt x="558850" y="21463"/>
                  </a:moveTo>
                  <a:lnTo>
                    <a:pt x="499414" y="21463"/>
                  </a:lnTo>
                  <a:lnTo>
                    <a:pt x="497763" y="28702"/>
                  </a:lnTo>
                  <a:lnTo>
                    <a:pt x="502716" y="29083"/>
                  </a:lnTo>
                  <a:lnTo>
                    <a:pt x="506526" y="30099"/>
                  </a:lnTo>
                  <a:lnTo>
                    <a:pt x="511098" y="33782"/>
                  </a:lnTo>
                  <a:lnTo>
                    <a:pt x="512241" y="37084"/>
                  </a:lnTo>
                  <a:lnTo>
                    <a:pt x="512241" y="47879"/>
                  </a:lnTo>
                  <a:lnTo>
                    <a:pt x="474141" y="222504"/>
                  </a:lnTo>
                  <a:lnTo>
                    <a:pt x="455587" y="264033"/>
                  </a:lnTo>
                  <a:lnTo>
                    <a:pt x="448233" y="267589"/>
                  </a:lnTo>
                  <a:lnTo>
                    <a:pt x="433362" y="267589"/>
                  </a:lnTo>
                  <a:lnTo>
                    <a:pt x="429564" y="267208"/>
                  </a:lnTo>
                  <a:lnTo>
                    <a:pt x="427532" y="266446"/>
                  </a:lnTo>
                  <a:lnTo>
                    <a:pt x="423595" y="280670"/>
                  </a:lnTo>
                  <a:lnTo>
                    <a:pt x="427278" y="281686"/>
                  </a:lnTo>
                  <a:lnTo>
                    <a:pt x="431977" y="282194"/>
                  </a:lnTo>
                  <a:lnTo>
                    <a:pt x="437692" y="282194"/>
                  </a:lnTo>
                  <a:lnTo>
                    <a:pt x="474649" y="271830"/>
                  </a:lnTo>
                  <a:lnTo>
                    <a:pt x="496265" y="239052"/>
                  </a:lnTo>
                  <a:lnTo>
                    <a:pt x="535482" y="65786"/>
                  </a:lnTo>
                  <a:lnTo>
                    <a:pt x="539292" y="49403"/>
                  </a:lnTo>
                  <a:lnTo>
                    <a:pt x="557199" y="28702"/>
                  </a:lnTo>
                  <a:lnTo>
                    <a:pt x="558850" y="21463"/>
                  </a:lnTo>
                  <a:close/>
                </a:path>
                <a:path w="1036954" h="427354">
                  <a:moveTo>
                    <a:pt x="695629" y="11557"/>
                  </a:moveTo>
                  <a:lnTo>
                    <a:pt x="691692" y="0"/>
                  </a:lnTo>
                  <a:lnTo>
                    <a:pt x="671156" y="7391"/>
                  </a:lnTo>
                  <a:lnTo>
                    <a:pt x="653186" y="18097"/>
                  </a:lnTo>
                  <a:lnTo>
                    <a:pt x="624890" y="49530"/>
                  </a:lnTo>
                  <a:lnTo>
                    <a:pt x="607453" y="91478"/>
                  </a:lnTo>
                  <a:lnTo>
                    <a:pt x="601726" y="139827"/>
                  </a:lnTo>
                  <a:lnTo>
                    <a:pt x="601649" y="141224"/>
                  </a:lnTo>
                  <a:lnTo>
                    <a:pt x="603097" y="167182"/>
                  </a:lnTo>
                  <a:lnTo>
                    <a:pt x="614667" y="213093"/>
                  </a:lnTo>
                  <a:lnTo>
                    <a:pt x="637667" y="250342"/>
                  </a:lnTo>
                  <a:lnTo>
                    <a:pt x="671144" y="274967"/>
                  </a:lnTo>
                  <a:lnTo>
                    <a:pt x="691692" y="282321"/>
                  </a:lnTo>
                  <a:lnTo>
                    <a:pt x="695248" y="270891"/>
                  </a:lnTo>
                  <a:lnTo>
                    <a:pt x="679119" y="263779"/>
                  </a:lnTo>
                  <a:lnTo>
                    <a:pt x="665226" y="253860"/>
                  </a:lnTo>
                  <a:lnTo>
                    <a:pt x="636727" y="207657"/>
                  </a:lnTo>
                  <a:lnTo>
                    <a:pt x="628345" y="164719"/>
                  </a:lnTo>
                  <a:lnTo>
                    <a:pt x="627303" y="139827"/>
                  </a:lnTo>
                  <a:lnTo>
                    <a:pt x="628345" y="115735"/>
                  </a:lnTo>
                  <a:lnTo>
                    <a:pt x="636727" y="73926"/>
                  </a:lnTo>
                  <a:lnTo>
                    <a:pt x="665314" y="28435"/>
                  </a:lnTo>
                  <a:lnTo>
                    <a:pt x="679335" y="18643"/>
                  </a:lnTo>
                  <a:lnTo>
                    <a:pt x="695629" y="11557"/>
                  </a:lnTo>
                  <a:close/>
                </a:path>
                <a:path w="1036954" h="427354">
                  <a:moveTo>
                    <a:pt x="1036497" y="141224"/>
                  </a:moveTo>
                  <a:lnTo>
                    <a:pt x="1030668" y="91478"/>
                  </a:lnTo>
                  <a:lnTo>
                    <a:pt x="1013129" y="49530"/>
                  </a:lnTo>
                  <a:lnTo>
                    <a:pt x="984834" y="18097"/>
                  </a:lnTo>
                  <a:lnTo>
                    <a:pt x="946454" y="0"/>
                  </a:lnTo>
                  <a:lnTo>
                    <a:pt x="942390" y="11557"/>
                  </a:lnTo>
                  <a:lnTo>
                    <a:pt x="958748" y="18643"/>
                  </a:lnTo>
                  <a:lnTo>
                    <a:pt x="972807" y="28435"/>
                  </a:lnTo>
                  <a:lnTo>
                    <a:pt x="1001331" y="73926"/>
                  </a:lnTo>
                  <a:lnTo>
                    <a:pt x="1009611" y="115366"/>
                  </a:lnTo>
                  <a:lnTo>
                    <a:pt x="1010716" y="139827"/>
                  </a:lnTo>
                  <a:lnTo>
                    <a:pt x="1009662" y="164719"/>
                  </a:lnTo>
                  <a:lnTo>
                    <a:pt x="1001280" y="207657"/>
                  </a:lnTo>
                  <a:lnTo>
                    <a:pt x="972807" y="253860"/>
                  </a:lnTo>
                  <a:lnTo>
                    <a:pt x="942898" y="270891"/>
                  </a:lnTo>
                  <a:lnTo>
                    <a:pt x="946454" y="282321"/>
                  </a:lnTo>
                  <a:lnTo>
                    <a:pt x="984948" y="264312"/>
                  </a:lnTo>
                  <a:lnTo>
                    <a:pt x="1013256" y="233045"/>
                  </a:lnTo>
                  <a:lnTo>
                    <a:pt x="1030681" y="191135"/>
                  </a:lnTo>
                  <a:lnTo>
                    <a:pt x="1035037" y="167182"/>
                  </a:lnTo>
                  <a:lnTo>
                    <a:pt x="1036497" y="141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2223" y="3664584"/>
              <a:ext cx="212725" cy="14465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594984" y="2335847"/>
            <a:ext cx="189674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FF9300"/>
                </a:solidFill>
                <a:latin typeface="Verdana"/>
                <a:cs typeface="Verdana"/>
              </a:rPr>
              <a:t>local</a:t>
            </a:r>
            <a:r>
              <a:rPr sz="2000" spc="-4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9300"/>
                </a:solidFill>
                <a:latin typeface="Verdana"/>
                <a:cs typeface="Verdana"/>
              </a:rPr>
              <a:t>minimum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25269" y="2728594"/>
            <a:ext cx="2332355" cy="5962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457200" algn="r">
              <a:lnSpc>
                <a:spcPts val="223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ts val="2230"/>
              </a:lnSpc>
            </a:pPr>
            <a:r>
              <a:rPr sz="2000" dirty="0">
                <a:solidFill>
                  <a:srgbClr val="FF9300"/>
                </a:solidFill>
                <a:latin typeface="Verdana"/>
                <a:cs typeface="Verdana"/>
              </a:rPr>
              <a:t>current</a:t>
            </a:r>
            <a:r>
              <a:rPr sz="2000" spc="-12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9300"/>
                </a:solidFill>
                <a:latin typeface="Verdana"/>
                <a:cs typeface="Verdana"/>
              </a:rPr>
              <a:t>value</a:t>
            </a:r>
            <a:r>
              <a:rPr sz="2000" spc="-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9300"/>
                </a:solidFill>
                <a:latin typeface="Verdana"/>
                <a:cs typeface="Verdana"/>
              </a:rPr>
              <a:t>of</a:t>
            </a:r>
            <a:r>
              <a:rPr sz="2000" spc="4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9300"/>
                </a:solidFill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28725" y="523875"/>
            <a:ext cx="4380865" cy="2475230"/>
            <a:chOff x="1228725" y="523875"/>
            <a:chExt cx="4380865" cy="2475230"/>
          </a:xfrm>
        </p:grpSpPr>
        <p:sp>
          <p:nvSpPr>
            <p:cNvPr id="15" name="object 15"/>
            <p:cNvSpPr/>
            <p:nvPr/>
          </p:nvSpPr>
          <p:spPr>
            <a:xfrm>
              <a:off x="1228725" y="523874"/>
              <a:ext cx="3886200" cy="2475230"/>
            </a:xfrm>
            <a:custGeom>
              <a:avLst/>
              <a:gdLst/>
              <a:ahLst/>
              <a:cxnLst/>
              <a:rect l="l" t="t" r="r" b="b"/>
              <a:pathLst>
                <a:path w="3886200" h="2475230">
                  <a:moveTo>
                    <a:pt x="3886200" y="2247900"/>
                  </a:moveTo>
                  <a:lnTo>
                    <a:pt x="3863340" y="2228850"/>
                  </a:lnTo>
                  <a:lnTo>
                    <a:pt x="3754374" y="2138045"/>
                  </a:lnTo>
                  <a:lnTo>
                    <a:pt x="3747693" y="2134451"/>
                  </a:lnTo>
                  <a:lnTo>
                    <a:pt x="3723208" y="2154390"/>
                  </a:lnTo>
                  <a:lnTo>
                    <a:pt x="3725227" y="2161375"/>
                  </a:lnTo>
                  <a:lnTo>
                    <a:pt x="3729990" y="2167255"/>
                  </a:lnTo>
                  <a:lnTo>
                    <a:pt x="3803904" y="2228850"/>
                  </a:lnTo>
                  <a:lnTo>
                    <a:pt x="247650" y="2228850"/>
                  </a:lnTo>
                  <a:lnTo>
                    <a:pt x="247650" y="82296"/>
                  </a:lnTo>
                  <a:lnTo>
                    <a:pt x="309245" y="156210"/>
                  </a:lnTo>
                  <a:lnTo>
                    <a:pt x="315125" y="160972"/>
                  </a:lnTo>
                  <a:lnTo>
                    <a:pt x="322110" y="162991"/>
                  </a:lnTo>
                  <a:lnTo>
                    <a:pt x="329361" y="162229"/>
                  </a:lnTo>
                  <a:lnTo>
                    <a:pt x="336042" y="158623"/>
                  </a:lnTo>
                  <a:lnTo>
                    <a:pt x="340791" y="152742"/>
                  </a:lnTo>
                  <a:lnTo>
                    <a:pt x="342811" y="145757"/>
                  </a:lnTo>
                  <a:lnTo>
                    <a:pt x="342049" y="138506"/>
                  </a:lnTo>
                  <a:lnTo>
                    <a:pt x="338455" y="131826"/>
                  </a:lnTo>
                  <a:lnTo>
                    <a:pt x="253352" y="29718"/>
                  </a:lnTo>
                  <a:lnTo>
                    <a:pt x="228600" y="0"/>
                  </a:lnTo>
                  <a:lnTo>
                    <a:pt x="118745" y="131826"/>
                  </a:lnTo>
                  <a:lnTo>
                    <a:pt x="115138" y="138506"/>
                  </a:lnTo>
                  <a:lnTo>
                    <a:pt x="114376" y="145757"/>
                  </a:lnTo>
                  <a:lnTo>
                    <a:pt x="116395" y="152742"/>
                  </a:lnTo>
                  <a:lnTo>
                    <a:pt x="121158" y="158623"/>
                  </a:lnTo>
                  <a:lnTo>
                    <a:pt x="127825" y="162229"/>
                  </a:lnTo>
                  <a:lnTo>
                    <a:pt x="135077" y="162991"/>
                  </a:lnTo>
                  <a:lnTo>
                    <a:pt x="142062" y="160972"/>
                  </a:lnTo>
                  <a:lnTo>
                    <a:pt x="147955" y="156210"/>
                  </a:lnTo>
                  <a:lnTo>
                    <a:pt x="209550" y="82296"/>
                  </a:lnTo>
                  <a:lnTo>
                    <a:pt x="209550" y="2228850"/>
                  </a:lnTo>
                  <a:lnTo>
                    <a:pt x="0" y="2228850"/>
                  </a:lnTo>
                  <a:lnTo>
                    <a:pt x="0" y="2266950"/>
                  </a:lnTo>
                  <a:lnTo>
                    <a:pt x="209550" y="2266950"/>
                  </a:lnTo>
                  <a:lnTo>
                    <a:pt x="209550" y="2475103"/>
                  </a:lnTo>
                  <a:lnTo>
                    <a:pt x="247650" y="2475103"/>
                  </a:lnTo>
                  <a:lnTo>
                    <a:pt x="247650" y="2266950"/>
                  </a:lnTo>
                  <a:lnTo>
                    <a:pt x="3803904" y="2266950"/>
                  </a:lnTo>
                  <a:lnTo>
                    <a:pt x="3729990" y="2328545"/>
                  </a:lnTo>
                  <a:lnTo>
                    <a:pt x="3725227" y="2334437"/>
                  </a:lnTo>
                  <a:lnTo>
                    <a:pt x="3723208" y="2341422"/>
                  </a:lnTo>
                  <a:lnTo>
                    <a:pt x="3723970" y="2348674"/>
                  </a:lnTo>
                  <a:lnTo>
                    <a:pt x="3727577" y="2355342"/>
                  </a:lnTo>
                  <a:lnTo>
                    <a:pt x="3733457" y="2360104"/>
                  </a:lnTo>
                  <a:lnTo>
                    <a:pt x="3740442" y="2362123"/>
                  </a:lnTo>
                  <a:lnTo>
                    <a:pt x="3747693" y="2361361"/>
                  </a:lnTo>
                  <a:lnTo>
                    <a:pt x="3754374" y="2357755"/>
                  </a:lnTo>
                  <a:lnTo>
                    <a:pt x="3863340" y="2266950"/>
                  </a:lnTo>
                  <a:lnTo>
                    <a:pt x="3886200" y="2247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6825" y="772376"/>
              <a:ext cx="4342638" cy="181842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681979" y="3289680"/>
            <a:ext cx="1834514" cy="1076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sz="2400" spc="135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285F4"/>
                </a:solidFill>
                <a:latin typeface="Cambria Math"/>
                <a:cs typeface="Cambria Math"/>
              </a:rPr>
              <a:t>=</a:t>
            </a:r>
            <a:r>
              <a:rPr sz="2400" spc="114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sz="2400" spc="65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400" spc="990" dirty="0">
                <a:solidFill>
                  <a:srgbClr val="4285F4"/>
                </a:solidFill>
                <a:latin typeface="Cambria Math"/>
                <a:cs typeface="Cambria Math"/>
              </a:rPr>
              <a:t>-</a:t>
            </a:r>
            <a:r>
              <a:rPr sz="2400" spc="-30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400" spc="254" dirty="0">
                <a:solidFill>
                  <a:srgbClr val="4285F4"/>
                </a:solidFill>
                <a:latin typeface="Cambria Math"/>
                <a:cs typeface="Cambria Math"/>
              </a:rPr>
              <a:t>a</a:t>
            </a:r>
            <a:r>
              <a:rPr sz="2400" spc="25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285F4"/>
                </a:solidFill>
                <a:latin typeface="Cambria Math"/>
                <a:cs typeface="Cambria Math"/>
              </a:rPr>
              <a:t>·</a:t>
            </a:r>
            <a:r>
              <a:rPr sz="2400" spc="-40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40FF"/>
                </a:solidFill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27305">
              <a:lnSpc>
                <a:spcPct val="100000"/>
              </a:lnSpc>
              <a:spcBef>
                <a:spcPts val="2510"/>
              </a:spcBef>
            </a:pPr>
            <a:r>
              <a:rPr sz="2400" dirty="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sz="2400" spc="120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285F4"/>
                </a:solidFill>
                <a:latin typeface="Cambria Math"/>
                <a:cs typeface="Cambria Math"/>
              </a:rPr>
              <a:t>=</a:t>
            </a:r>
            <a:r>
              <a:rPr sz="2400" spc="105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8034" y="1538541"/>
            <a:ext cx="5327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latin typeface="Cambria Math"/>
                <a:cs typeface="Cambria Math"/>
              </a:rPr>
              <a:t>J(w)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60729" y="2659888"/>
            <a:ext cx="498475" cy="560070"/>
            <a:chOff x="3960729" y="2659888"/>
            <a:chExt cx="498475" cy="56007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6217" y="2659888"/>
              <a:ext cx="182880" cy="50177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60729" y="3058668"/>
              <a:ext cx="249890" cy="161289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2407157" y="3298926"/>
            <a:ext cx="1729105" cy="843915"/>
            <a:chOff x="2407157" y="3298926"/>
            <a:chExt cx="1729105" cy="843915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07157" y="3940644"/>
              <a:ext cx="289814" cy="20213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40066" y="3298926"/>
              <a:ext cx="1396196" cy="814069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52273" y="4219359"/>
            <a:ext cx="476446" cy="19430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91201" y="1738883"/>
            <a:ext cx="213282" cy="28168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62700" y="3829050"/>
            <a:ext cx="201168" cy="23138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15000" y="3836136"/>
            <a:ext cx="180975" cy="21209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969253" y="1803145"/>
            <a:ext cx="385183" cy="25907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431788" y="1750060"/>
            <a:ext cx="394462" cy="20827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402070" y="2965195"/>
            <a:ext cx="135889" cy="17398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693916" y="3048126"/>
            <a:ext cx="119506" cy="2908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945672" y="2996819"/>
            <a:ext cx="222969" cy="118999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7236459" y="2944114"/>
            <a:ext cx="41910" cy="181610"/>
          </a:xfrm>
          <a:custGeom>
            <a:avLst/>
            <a:gdLst/>
            <a:ahLst/>
            <a:cxnLst/>
            <a:rect l="l" t="t" r="r" b="b"/>
            <a:pathLst>
              <a:path w="41909" h="181610">
                <a:moveTo>
                  <a:pt x="24002" y="179069"/>
                </a:moveTo>
                <a:lnTo>
                  <a:pt x="26289" y="181356"/>
                </a:lnTo>
                <a:lnTo>
                  <a:pt x="32893" y="181483"/>
                </a:lnTo>
                <a:lnTo>
                  <a:pt x="33285" y="181102"/>
                </a:lnTo>
                <a:lnTo>
                  <a:pt x="30099" y="181102"/>
                </a:lnTo>
                <a:lnTo>
                  <a:pt x="24002" y="179069"/>
                </a:lnTo>
                <a:close/>
              </a:path>
              <a:path w="41909" h="181610">
                <a:moveTo>
                  <a:pt x="21409" y="162553"/>
                </a:moveTo>
                <a:lnTo>
                  <a:pt x="20195" y="163362"/>
                </a:lnTo>
                <a:lnTo>
                  <a:pt x="20296" y="163529"/>
                </a:lnTo>
                <a:lnTo>
                  <a:pt x="19211" y="165931"/>
                </a:lnTo>
                <a:lnTo>
                  <a:pt x="18838" y="166878"/>
                </a:lnTo>
                <a:lnTo>
                  <a:pt x="18826" y="168374"/>
                </a:lnTo>
                <a:lnTo>
                  <a:pt x="19475" y="173481"/>
                </a:lnTo>
                <a:lnTo>
                  <a:pt x="19537" y="173969"/>
                </a:lnTo>
                <a:lnTo>
                  <a:pt x="20097" y="175164"/>
                </a:lnTo>
                <a:lnTo>
                  <a:pt x="24002" y="179069"/>
                </a:lnTo>
                <a:lnTo>
                  <a:pt x="30099" y="181102"/>
                </a:lnTo>
                <a:lnTo>
                  <a:pt x="34144" y="180269"/>
                </a:lnTo>
                <a:lnTo>
                  <a:pt x="37084" y="177419"/>
                </a:lnTo>
                <a:lnTo>
                  <a:pt x="39484" y="175164"/>
                </a:lnTo>
                <a:lnTo>
                  <a:pt x="40640" y="172338"/>
                </a:lnTo>
                <a:lnTo>
                  <a:pt x="40640" y="168374"/>
                </a:lnTo>
                <a:lnTo>
                  <a:pt x="21861" y="168374"/>
                </a:lnTo>
                <a:lnTo>
                  <a:pt x="21463" y="166116"/>
                </a:lnTo>
                <a:lnTo>
                  <a:pt x="21409" y="162553"/>
                </a:lnTo>
                <a:close/>
              </a:path>
              <a:path w="41909" h="181610">
                <a:moveTo>
                  <a:pt x="34144" y="180269"/>
                </a:moveTo>
                <a:lnTo>
                  <a:pt x="30099" y="181102"/>
                </a:lnTo>
                <a:lnTo>
                  <a:pt x="33285" y="181102"/>
                </a:lnTo>
                <a:lnTo>
                  <a:pt x="34144" y="180269"/>
                </a:lnTo>
                <a:close/>
              </a:path>
              <a:path w="41909" h="181610">
                <a:moveTo>
                  <a:pt x="35996" y="178562"/>
                </a:moveTo>
                <a:lnTo>
                  <a:pt x="35381" y="179069"/>
                </a:lnTo>
                <a:lnTo>
                  <a:pt x="34144" y="180269"/>
                </a:lnTo>
                <a:lnTo>
                  <a:pt x="34363" y="180269"/>
                </a:lnTo>
                <a:lnTo>
                  <a:pt x="35996" y="178562"/>
                </a:lnTo>
                <a:close/>
              </a:path>
              <a:path w="41909" h="181610">
                <a:moveTo>
                  <a:pt x="19537" y="173969"/>
                </a:moveTo>
                <a:lnTo>
                  <a:pt x="19710" y="175164"/>
                </a:lnTo>
                <a:lnTo>
                  <a:pt x="22479" y="178562"/>
                </a:lnTo>
                <a:lnTo>
                  <a:pt x="24002" y="179069"/>
                </a:lnTo>
                <a:lnTo>
                  <a:pt x="20097" y="175164"/>
                </a:lnTo>
                <a:lnTo>
                  <a:pt x="19537" y="173969"/>
                </a:lnTo>
                <a:close/>
              </a:path>
              <a:path w="41909" h="181610">
                <a:moveTo>
                  <a:pt x="40640" y="165931"/>
                </a:moveTo>
                <a:lnTo>
                  <a:pt x="40640" y="172338"/>
                </a:lnTo>
                <a:lnTo>
                  <a:pt x="39484" y="175164"/>
                </a:lnTo>
                <a:lnTo>
                  <a:pt x="41275" y="173481"/>
                </a:lnTo>
                <a:lnTo>
                  <a:pt x="41471" y="168374"/>
                </a:lnTo>
                <a:lnTo>
                  <a:pt x="41529" y="166878"/>
                </a:lnTo>
                <a:lnTo>
                  <a:pt x="40640" y="165931"/>
                </a:lnTo>
                <a:close/>
              </a:path>
              <a:path w="41909" h="181610">
                <a:moveTo>
                  <a:pt x="18826" y="168374"/>
                </a:moveTo>
                <a:lnTo>
                  <a:pt x="18796" y="172338"/>
                </a:lnTo>
                <a:lnTo>
                  <a:pt x="19537" y="173969"/>
                </a:lnTo>
                <a:lnTo>
                  <a:pt x="18826" y="168374"/>
                </a:lnTo>
                <a:close/>
              </a:path>
              <a:path w="41909" h="181610">
                <a:moveTo>
                  <a:pt x="18838" y="166878"/>
                </a:moveTo>
                <a:lnTo>
                  <a:pt x="18669" y="167131"/>
                </a:lnTo>
                <a:lnTo>
                  <a:pt x="18826" y="168374"/>
                </a:lnTo>
                <a:lnTo>
                  <a:pt x="18838" y="166878"/>
                </a:lnTo>
                <a:close/>
              </a:path>
              <a:path w="41909" h="181610">
                <a:moveTo>
                  <a:pt x="25400" y="159893"/>
                </a:moveTo>
                <a:lnTo>
                  <a:pt x="21409" y="162553"/>
                </a:lnTo>
                <a:lnTo>
                  <a:pt x="21463" y="166116"/>
                </a:lnTo>
                <a:lnTo>
                  <a:pt x="21861" y="168374"/>
                </a:lnTo>
                <a:lnTo>
                  <a:pt x="22328" y="167131"/>
                </a:lnTo>
                <a:lnTo>
                  <a:pt x="25400" y="159893"/>
                </a:lnTo>
                <a:close/>
              </a:path>
              <a:path w="41909" h="181610">
                <a:moveTo>
                  <a:pt x="38192" y="159893"/>
                </a:moveTo>
                <a:lnTo>
                  <a:pt x="25400" y="159893"/>
                </a:lnTo>
                <a:lnTo>
                  <a:pt x="21801" y="168374"/>
                </a:lnTo>
                <a:lnTo>
                  <a:pt x="40640" y="168374"/>
                </a:lnTo>
                <a:lnTo>
                  <a:pt x="40640" y="165931"/>
                </a:lnTo>
                <a:lnTo>
                  <a:pt x="40216" y="165481"/>
                </a:lnTo>
                <a:lnTo>
                  <a:pt x="38481" y="165481"/>
                </a:lnTo>
                <a:lnTo>
                  <a:pt x="36322" y="161290"/>
                </a:lnTo>
                <a:lnTo>
                  <a:pt x="38170" y="161290"/>
                </a:lnTo>
                <a:lnTo>
                  <a:pt x="38192" y="159893"/>
                </a:lnTo>
                <a:close/>
              </a:path>
              <a:path w="41909" h="181610">
                <a:moveTo>
                  <a:pt x="6854" y="27749"/>
                </a:moveTo>
                <a:lnTo>
                  <a:pt x="8128" y="34798"/>
                </a:lnTo>
                <a:lnTo>
                  <a:pt x="8222" y="35225"/>
                </a:lnTo>
                <a:lnTo>
                  <a:pt x="8325" y="35687"/>
                </a:lnTo>
                <a:lnTo>
                  <a:pt x="8395" y="36449"/>
                </a:lnTo>
                <a:lnTo>
                  <a:pt x="9044" y="40386"/>
                </a:lnTo>
                <a:lnTo>
                  <a:pt x="11049" y="49656"/>
                </a:lnTo>
                <a:lnTo>
                  <a:pt x="11903" y="53504"/>
                </a:lnTo>
                <a:lnTo>
                  <a:pt x="13335" y="62611"/>
                </a:lnTo>
                <a:lnTo>
                  <a:pt x="14224" y="68072"/>
                </a:lnTo>
                <a:lnTo>
                  <a:pt x="15621" y="83947"/>
                </a:lnTo>
                <a:lnTo>
                  <a:pt x="16036" y="88265"/>
                </a:lnTo>
                <a:lnTo>
                  <a:pt x="16097" y="88900"/>
                </a:lnTo>
                <a:lnTo>
                  <a:pt x="16207" y="90047"/>
                </a:lnTo>
                <a:lnTo>
                  <a:pt x="16300" y="91011"/>
                </a:lnTo>
                <a:lnTo>
                  <a:pt x="17237" y="111506"/>
                </a:lnTo>
                <a:lnTo>
                  <a:pt x="17625" y="121919"/>
                </a:lnTo>
                <a:lnTo>
                  <a:pt x="17653" y="131318"/>
                </a:lnTo>
                <a:lnTo>
                  <a:pt x="18161" y="135890"/>
                </a:lnTo>
                <a:lnTo>
                  <a:pt x="18288" y="141986"/>
                </a:lnTo>
                <a:lnTo>
                  <a:pt x="18437" y="143383"/>
                </a:lnTo>
                <a:lnTo>
                  <a:pt x="18669" y="144525"/>
                </a:lnTo>
                <a:lnTo>
                  <a:pt x="18685" y="149987"/>
                </a:lnTo>
                <a:lnTo>
                  <a:pt x="18923" y="151384"/>
                </a:lnTo>
                <a:lnTo>
                  <a:pt x="18838" y="166878"/>
                </a:lnTo>
                <a:lnTo>
                  <a:pt x="19127" y="166116"/>
                </a:lnTo>
                <a:lnTo>
                  <a:pt x="20296" y="163529"/>
                </a:lnTo>
                <a:lnTo>
                  <a:pt x="20371" y="163362"/>
                </a:lnTo>
                <a:lnTo>
                  <a:pt x="20195" y="163362"/>
                </a:lnTo>
                <a:lnTo>
                  <a:pt x="21409" y="162553"/>
                </a:lnTo>
                <a:lnTo>
                  <a:pt x="21336" y="157606"/>
                </a:lnTo>
                <a:lnTo>
                  <a:pt x="25146" y="153797"/>
                </a:lnTo>
                <a:lnTo>
                  <a:pt x="40592" y="153797"/>
                </a:lnTo>
                <a:lnTo>
                  <a:pt x="40513" y="149987"/>
                </a:lnTo>
                <a:lnTo>
                  <a:pt x="40305" y="148462"/>
                </a:lnTo>
                <a:lnTo>
                  <a:pt x="40132" y="148462"/>
                </a:lnTo>
                <a:lnTo>
                  <a:pt x="40132" y="143383"/>
                </a:lnTo>
                <a:lnTo>
                  <a:pt x="39982" y="141986"/>
                </a:lnTo>
                <a:lnTo>
                  <a:pt x="39873" y="140969"/>
                </a:lnTo>
                <a:lnTo>
                  <a:pt x="39750" y="135890"/>
                </a:lnTo>
                <a:lnTo>
                  <a:pt x="39243" y="131318"/>
                </a:lnTo>
                <a:lnTo>
                  <a:pt x="39116" y="130175"/>
                </a:lnTo>
                <a:lnTo>
                  <a:pt x="38989" y="121919"/>
                </a:lnTo>
                <a:lnTo>
                  <a:pt x="38635" y="112268"/>
                </a:lnTo>
                <a:lnTo>
                  <a:pt x="38226" y="102997"/>
                </a:lnTo>
                <a:lnTo>
                  <a:pt x="37579" y="91011"/>
                </a:lnTo>
                <a:lnTo>
                  <a:pt x="37465" y="88265"/>
                </a:lnTo>
                <a:lnTo>
                  <a:pt x="36570" y="80661"/>
                </a:lnTo>
                <a:lnTo>
                  <a:pt x="35179" y="66167"/>
                </a:lnTo>
                <a:lnTo>
                  <a:pt x="35051" y="65150"/>
                </a:lnTo>
                <a:lnTo>
                  <a:pt x="34113" y="60647"/>
                </a:lnTo>
                <a:lnTo>
                  <a:pt x="32385" y="50418"/>
                </a:lnTo>
                <a:lnTo>
                  <a:pt x="32276" y="49656"/>
                </a:lnTo>
                <a:lnTo>
                  <a:pt x="31176" y="45085"/>
                </a:lnTo>
                <a:lnTo>
                  <a:pt x="29972" y="40386"/>
                </a:lnTo>
                <a:lnTo>
                  <a:pt x="29120" y="36449"/>
                </a:lnTo>
                <a:lnTo>
                  <a:pt x="28998" y="35941"/>
                </a:lnTo>
                <a:lnTo>
                  <a:pt x="28362" y="32004"/>
                </a:lnTo>
                <a:lnTo>
                  <a:pt x="28067" y="30606"/>
                </a:lnTo>
                <a:lnTo>
                  <a:pt x="27624" y="29083"/>
                </a:lnTo>
                <a:lnTo>
                  <a:pt x="7366" y="29083"/>
                </a:lnTo>
                <a:lnTo>
                  <a:pt x="6854" y="27749"/>
                </a:lnTo>
                <a:close/>
              </a:path>
              <a:path w="41909" h="181610">
                <a:moveTo>
                  <a:pt x="40592" y="153797"/>
                </a:moveTo>
                <a:lnTo>
                  <a:pt x="34417" y="153797"/>
                </a:lnTo>
                <a:lnTo>
                  <a:pt x="38226" y="157606"/>
                </a:lnTo>
                <a:lnTo>
                  <a:pt x="38226" y="163362"/>
                </a:lnTo>
                <a:lnTo>
                  <a:pt x="40640" y="165931"/>
                </a:lnTo>
                <a:lnTo>
                  <a:pt x="40592" y="153797"/>
                </a:lnTo>
                <a:close/>
              </a:path>
              <a:path w="41909" h="181610">
                <a:moveTo>
                  <a:pt x="38136" y="163529"/>
                </a:moveTo>
                <a:lnTo>
                  <a:pt x="38117" y="164775"/>
                </a:lnTo>
                <a:lnTo>
                  <a:pt x="38481" y="165481"/>
                </a:lnTo>
                <a:lnTo>
                  <a:pt x="38118" y="163529"/>
                </a:lnTo>
                <a:close/>
              </a:path>
              <a:path w="41909" h="181610">
                <a:moveTo>
                  <a:pt x="38226" y="163362"/>
                </a:moveTo>
                <a:lnTo>
                  <a:pt x="38136" y="163529"/>
                </a:lnTo>
                <a:lnTo>
                  <a:pt x="38356" y="164775"/>
                </a:lnTo>
                <a:lnTo>
                  <a:pt x="38481" y="165481"/>
                </a:lnTo>
                <a:lnTo>
                  <a:pt x="40216" y="165481"/>
                </a:lnTo>
                <a:lnTo>
                  <a:pt x="38226" y="163362"/>
                </a:lnTo>
                <a:close/>
              </a:path>
              <a:path w="41909" h="181610">
                <a:moveTo>
                  <a:pt x="36322" y="161290"/>
                </a:moveTo>
                <a:lnTo>
                  <a:pt x="38117" y="164775"/>
                </a:lnTo>
                <a:lnTo>
                  <a:pt x="38103" y="163362"/>
                </a:lnTo>
                <a:lnTo>
                  <a:pt x="37592" y="162687"/>
                </a:lnTo>
                <a:lnTo>
                  <a:pt x="36322" y="161290"/>
                </a:lnTo>
                <a:close/>
              </a:path>
              <a:path w="41909" h="181610">
                <a:moveTo>
                  <a:pt x="38170" y="161290"/>
                </a:moveTo>
                <a:lnTo>
                  <a:pt x="36322" y="161290"/>
                </a:lnTo>
                <a:lnTo>
                  <a:pt x="38226" y="163362"/>
                </a:lnTo>
                <a:lnTo>
                  <a:pt x="38170" y="161290"/>
                </a:lnTo>
                <a:close/>
              </a:path>
              <a:path w="41909" h="181610">
                <a:moveTo>
                  <a:pt x="34417" y="153797"/>
                </a:moveTo>
                <a:lnTo>
                  <a:pt x="25146" y="153797"/>
                </a:lnTo>
                <a:lnTo>
                  <a:pt x="21336" y="157606"/>
                </a:lnTo>
                <a:lnTo>
                  <a:pt x="21409" y="162553"/>
                </a:lnTo>
                <a:lnTo>
                  <a:pt x="25400" y="159893"/>
                </a:lnTo>
                <a:lnTo>
                  <a:pt x="38192" y="159893"/>
                </a:lnTo>
                <a:lnTo>
                  <a:pt x="38226" y="157606"/>
                </a:lnTo>
                <a:lnTo>
                  <a:pt x="34417" y="153797"/>
                </a:lnTo>
                <a:close/>
              </a:path>
              <a:path w="41909" h="181610">
                <a:moveTo>
                  <a:pt x="40132" y="147193"/>
                </a:moveTo>
                <a:lnTo>
                  <a:pt x="40132" y="148462"/>
                </a:lnTo>
                <a:lnTo>
                  <a:pt x="40305" y="148462"/>
                </a:lnTo>
                <a:lnTo>
                  <a:pt x="40132" y="147193"/>
                </a:lnTo>
                <a:close/>
              </a:path>
              <a:path w="41909" h="181610">
                <a:moveTo>
                  <a:pt x="27096" y="26288"/>
                </a:moveTo>
                <a:lnTo>
                  <a:pt x="6604" y="26288"/>
                </a:lnTo>
                <a:lnTo>
                  <a:pt x="7366" y="29083"/>
                </a:lnTo>
                <a:lnTo>
                  <a:pt x="27624" y="29083"/>
                </a:lnTo>
                <a:lnTo>
                  <a:pt x="27440" y="28448"/>
                </a:lnTo>
                <a:lnTo>
                  <a:pt x="27305" y="28448"/>
                </a:lnTo>
                <a:lnTo>
                  <a:pt x="26924" y="26669"/>
                </a:lnTo>
                <a:lnTo>
                  <a:pt x="27132" y="26669"/>
                </a:lnTo>
                <a:lnTo>
                  <a:pt x="27096" y="26288"/>
                </a:lnTo>
                <a:close/>
              </a:path>
              <a:path w="41909" h="181610">
                <a:moveTo>
                  <a:pt x="6707" y="26669"/>
                </a:moveTo>
                <a:lnTo>
                  <a:pt x="6708" y="27370"/>
                </a:lnTo>
                <a:lnTo>
                  <a:pt x="7122" y="28448"/>
                </a:lnTo>
                <a:lnTo>
                  <a:pt x="7002" y="27749"/>
                </a:lnTo>
                <a:lnTo>
                  <a:pt x="6707" y="26669"/>
                </a:lnTo>
                <a:close/>
              </a:path>
              <a:path w="41909" h="181610">
                <a:moveTo>
                  <a:pt x="27237" y="27749"/>
                </a:moveTo>
                <a:lnTo>
                  <a:pt x="27305" y="28448"/>
                </a:lnTo>
                <a:lnTo>
                  <a:pt x="27440" y="28448"/>
                </a:lnTo>
                <a:lnTo>
                  <a:pt x="27237" y="27749"/>
                </a:lnTo>
                <a:close/>
              </a:path>
              <a:path w="41909" h="181610">
                <a:moveTo>
                  <a:pt x="12954" y="0"/>
                </a:moveTo>
                <a:lnTo>
                  <a:pt x="7747" y="1905"/>
                </a:lnTo>
                <a:lnTo>
                  <a:pt x="2667" y="3937"/>
                </a:lnTo>
                <a:lnTo>
                  <a:pt x="0" y="9779"/>
                </a:lnTo>
                <a:lnTo>
                  <a:pt x="1905" y="14859"/>
                </a:lnTo>
                <a:lnTo>
                  <a:pt x="6708" y="27370"/>
                </a:lnTo>
                <a:lnTo>
                  <a:pt x="6604" y="26288"/>
                </a:lnTo>
                <a:lnTo>
                  <a:pt x="27096" y="26288"/>
                </a:lnTo>
                <a:lnTo>
                  <a:pt x="26924" y="24511"/>
                </a:lnTo>
                <a:lnTo>
                  <a:pt x="26289" y="21717"/>
                </a:lnTo>
                <a:lnTo>
                  <a:pt x="18796" y="2540"/>
                </a:lnTo>
                <a:lnTo>
                  <a:pt x="12954" y="0"/>
                </a:lnTo>
                <a:close/>
              </a:path>
              <a:path w="41909" h="181610">
                <a:moveTo>
                  <a:pt x="27132" y="26669"/>
                </a:moveTo>
                <a:lnTo>
                  <a:pt x="26924" y="26669"/>
                </a:lnTo>
                <a:lnTo>
                  <a:pt x="27127" y="27370"/>
                </a:lnTo>
                <a:lnTo>
                  <a:pt x="27132" y="26669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415796" y="2991230"/>
            <a:ext cx="45179" cy="5664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525384" y="2946654"/>
            <a:ext cx="172466" cy="18161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372350" y="3238500"/>
            <a:ext cx="190500" cy="180975"/>
          </a:xfrm>
          <a:prstGeom prst="rect">
            <a:avLst/>
          </a:prstGeom>
        </p:spPr>
      </p:pic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2429" y="213360"/>
            <a:ext cx="760666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Can</a:t>
            </a:r>
            <a:r>
              <a:rPr sz="2400" spc="-30" dirty="0"/>
              <a:t> </a:t>
            </a:r>
            <a:r>
              <a:rPr sz="2400" dirty="0"/>
              <a:t>reach</a:t>
            </a:r>
            <a:r>
              <a:rPr sz="2400" spc="-95" dirty="0"/>
              <a:t> </a:t>
            </a:r>
            <a:r>
              <a:rPr sz="2400" dirty="0"/>
              <a:t>local</a:t>
            </a:r>
            <a:r>
              <a:rPr sz="2400" spc="5" dirty="0"/>
              <a:t> </a:t>
            </a:r>
            <a:r>
              <a:rPr sz="2400" dirty="0"/>
              <a:t>minimum</a:t>
            </a:r>
            <a:r>
              <a:rPr sz="2400" spc="-20" dirty="0"/>
              <a:t> </a:t>
            </a:r>
            <a:r>
              <a:rPr sz="2400" dirty="0"/>
              <a:t>with</a:t>
            </a:r>
            <a:r>
              <a:rPr sz="2400" spc="-90" dirty="0"/>
              <a:t> </a:t>
            </a:r>
            <a:r>
              <a:rPr sz="2400" dirty="0"/>
              <a:t>fixed</a:t>
            </a:r>
            <a:r>
              <a:rPr sz="2400" spc="-15" dirty="0"/>
              <a:t> </a:t>
            </a:r>
            <a:r>
              <a:rPr sz="2400" dirty="0"/>
              <a:t>learning</a:t>
            </a:r>
            <a:r>
              <a:rPr sz="2400" spc="-75" dirty="0"/>
              <a:t> </a:t>
            </a:r>
            <a:r>
              <a:rPr sz="2400" spc="-20" dirty="0"/>
              <a:t>rate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5258180" y="1296924"/>
            <a:ext cx="3743960" cy="2955925"/>
            <a:chOff x="5258180" y="1296924"/>
            <a:chExt cx="3743960" cy="2955925"/>
          </a:xfrm>
        </p:grpSpPr>
        <p:sp>
          <p:nvSpPr>
            <p:cNvPr id="4" name="object 4"/>
            <p:cNvSpPr/>
            <p:nvPr/>
          </p:nvSpPr>
          <p:spPr>
            <a:xfrm>
              <a:off x="5258181" y="1343024"/>
              <a:ext cx="3691890" cy="2865755"/>
            </a:xfrm>
            <a:custGeom>
              <a:avLst/>
              <a:gdLst/>
              <a:ahLst/>
              <a:cxnLst/>
              <a:rect l="l" t="t" r="r" b="b"/>
              <a:pathLst>
                <a:path w="3691890" h="2865754">
                  <a:moveTo>
                    <a:pt x="79375" y="1124204"/>
                  </a:moveTo>
                  <a:lnTo>
                    <a:pt x="76073" y="1114552"/>
                  </a:lnTo>
                  <a:lnTo>
                    <a:pt x="58750" y="1120813"/>
                  </a:lnTo>
                  <a:lnTo>
                    <a:pt x="43586" y="1129880"/>
                  </a:lnTo>
                  <a:lnTo>
                    <a:pt x="11087" y="1173200"/>
                  </a:lnTo>
                  <a:lnTo>
                    <a:pt x="1231" y="1211961"/>
                  </a:lnTo>
                  <a:lnTo>
                    <a:pt x="0" y="1233805"/>
                  </a:lnTo>
                  <a:lnTo>
                    <a:pt x="1104" y="1253515"/>
                  </a:lnTo>
                  <a:lnTo>
                    <a:pt x="11087" y="1294320"/>
                  </a:lnTo>
                  <a:lnTo>
                    <a:pt x="43586" y="1337551"/>
                  </a:lnTo>
                  <a:lnTo>
                    <a:pt x="76073" y="1352804"/>
                  </a:lnTo>
                  <a:lnTo>
                    <a:pt x="78994" y="1343152"/>
                  </a:lnTo>
                  <a:lnTo>
                    <a:pt x="65443" y="1337132"/>
                  </a:lnTo>
                  <a:lnTo>
                    <a:pt x="53746" y="1328762"/>
                  </a:lnTo>
                  <a:lnTo>
                    <a:pt x="29768" y="1289748"/>
                  </a:lnTo>
                  <a:lnTo>
                    <a:pt x="21894" y="1233805"/>
                  </a:lnTo>
                  <a:lnTo>
                    <a:pt x="21844" y="1232535"/>
                  </a:lnTo>
                  <a:lnTo>
                    <a:pt x="22720" y="1212202"/>
                  </a:lnTo>
                  <a:lnTo>
                    <a:pt x="35941" y="1162050"/>
                  </a:lnTo>
                  <a:lnTo>
                    <a:pt x="65659" y="1130211"/>
                  </a:lnTo>
                  <a:lnTo>
                    <a:pt x="79375" y="1124204"/>
                  </a:lnTo>
                  <a:close/>
                </a:path>
                <a:path w="3691890" h="2865754">
                  <a:moveTo>
                    <a:pt x="366395" y="1233805"/>
                  </a:moveTo>
                  <a:lnTo>
                    <a:pt x="365163" y="1212202"/>
                  </a:lnTo>
                  <a:lnTo>
                    <a:pt x="365150" y="1211961"/>
                  </a:lnTo>
                  <a:lnTo>
                    <a:pt x="361454" y="1191742"/>
                  </a:lnTo>
                  <a:lnTo>
                    <a:pt x="346710" y="1156335"/>
                  </a:lnTo>
                  <a:lnTo>
                    <a:pt x="307682" y="1120813"/>
                  </a:lnTo>
                  <a:lnTo>
                    <a:pt x="290449" y="1114552"/>
                  </a:lnTo>
                  <a:lnTo>
                    <a:pt x="287020" y="1124204"/>
                  </a:lnTo>
                  <a:lnTo>
                    <a:pt x="300799" y="1130211"/>
                  </a:lnTo>
                  <a:lnTo>
                    <a:pt x="312648" y="1138516"/>
                  </a:lnTo>
                  <a:lnTo>
                    <a:pt x="336740" y="1176959"/>
                  </a:lnTo>
                  <a:lnTo>
                    <a:pt x="343750" y="1211961"/>
                  </a:lnTo>
                  <a:lnTo>
                    <a:pt x="343789" y="1212202"/>
                  </a:lnTo>
                  <a:lnTo>
                    <a:pt x="344678" y="1232535"/>
                  </a:lnTo>
                  <a:lnTo>
                    <a:pt x="343789" y="1253515"/>
                  </a:lnTo>
                  <a:lnTo>
                    <a:pt x="341147" y="1272590"/>
                  </a:lnTo>
                  <a:lnTo>
                    <a:pt x="322580" y="1318031"/>
                  </a:lnTo>
                  <a:lnTo>
                    <a:pt x="287401" y="1343152"/>
                  </a:lnTo>
                  <a:lnTo>
                    <a:pt x="290449" y="1352804"/>
                  </a:lnTo>
                  <a:lnTo>
                    <a:pt x="335953" y="1325753"/>
                  </a:lnTo>
                  <a:lnTo>
                    <a:pt x="361518" y="1275816"/>
                  </a:lnTo>
                  <a:lnTo>
                    <a:pt x="365175" y="1255649"/>
                  </a:lnTo>
                  <a:lnTo>
                    <a:pt x="366395" y="1233805"/>
                  </a:lnTo>
                  <a:close/>
                </a:path>
                <a:path w="3691890" h="2865754">
                  <a:moveTo>
                    <a:pt x="3691890" y="2581275"/>
                  </a:moveTo>
                  <a:lnTo>
                    <a:pt x="3669030" y="2562225"/>
                  </a:lnTo>
                  <a:lnTo>
                    <a:pt x="3560064" y="2471420"/>
                  </a:lnTo>
                  <a:lnTo>
                    <a:pt x="3553447" y="2467826"/>
                  </a:lnTo>
                  <a:lnTo>
                    <a:pt x="3528949" y="2487765"/>
                  </a:lnTo>
                  <a:lnTo>
                    <a:pt x="3530981" y="2494750"/>
                  </a:lnTo>
                  <a:lnTo>
                    <a:pt x="3535680" y="2500630"/>
                  </a:lnTo>
                  <a:lnTo>
                    <a:pt x="3609556" y="2562225"/>
                  </a:lnTo>
                  <a:lnTo>
                    <a:pt x="552069" y="2562225"/>
                  </a:lnTo>
                  <a:lnTo>
                    <a:pt x="552069" y="82296"/>
                  </a:lnTo>
                  <a:lnTo>
                    <a:pt x="613664" y="156210"/>
                  </a:lnTo>
                  <a:lnTo>
                    <a:pt x="619544" y="160972"/>
                  </a:lnTo>
                  <a:lnTo>
                    <a:pt x="626529" y="162991"/>
                  </a:lnTo>
                  <a:lnTo>
                    <a:pt x="633780" y="162229"/>
                  </a:lnTo>
                  <a:lnTo>
                    <a:pt x="640461" y="158623"/>
                  </a:lnTo>
                  <a:lnTo>
                    <a:pt x="645210" y="152742"/>
                  </a:lnTo>
                  <a:lnTo>
                    <a:pt x="647230" y="145757"/>
                  </a:lnTo>
                  <a:lnTo>
                    <a:pt x="646468" y="138506"/>
                  </a:lnTo>
                  <a:lnTo>
                    <a:pt x="642874" y="131826"/>
                  </a:lnTo>
                  <a:lnTo>
                    <a:pt x="557784" y="29718"/>
                  </a:lnTo>
                  <a:lnTo>
                    <a:pt x="533019" y="0"/>
                  </a:lnTo>
                  <a:lnTo>
                    <a:pt x="423164" y="131826"/>
                  </a:lnTo>
                  <a:lnTo>
                    <a:pt x="419557" y="138506"/>
                  </a:lnTo>
                  <a:lnTo>
                    <a:pt x="418795" y="145757"/>
                  </a:lnTo>
                  <a:lnTo>
                    <a:pt x="420814" y="152742"/>
                  </a:lnTo>
                  <a:lnTo>
                    <a:pt x="425577" y="158623"/>
                  </a:lnTo>
                  <a:lnTo>
                    <a:pt x="432244" y="162229"/>
                  </a:lnTo>
                  <a:lnTo>
                    <a:pt x="439496" y="162991"/>
                  </a:lnTo>
                  <a:lnTo>
                    <a:pt x="446481" y="160972"/>
                  </a:lnTo>
                  <a:lnTo>
                    <a:pt x="452374" y="156210"/>
                  </a:lnTo>
                  <a:lnTo>
                    <a:pt x="513956" y="82296"/>
                  </a:lnTo>
                  <a:lnTo>
                    <a:pt x="513969" y="29718"/>
                  </a:lnTo>
                  <a:lnTo>
                    <a:pt x="513969" y="82296"/>
                  </a:lnTo>
                  <a:lnTo>
                    <a:pt x="513969" y="2562225"/>
                  </a:lnTo>
                  <a:lnTo>
                    <a:pt x="256794" y="2562225"/>
                  </a:lnTo>
                  <a:lnTo>
                    <a:pt x="256794" y="2600325"/>
                  </a:lnTo>
                  <a:lnTo>
                    <a:pt x="513969" y="2600325"/>
                  </a:lnTo>
                  <a:lnTo>
                    <a:pt x="513969" y="2865513"/>
                  </a:lnTo>
                  <a:lnTo>
                    <a:pt x="552069" y="2865513"/>
                  </a:lnTo>
                  <a:lnTo>
                    <a:pt x="552069" y="2600325"/>
                  </a:lnTo>
                  <a:lnTo>
                    <a:pt x="3609556" y="2600325"/>
                  </a:lnTo>
                  <a:lnTo>
                    <a:pt x="3535680" y="2661894"/>
                  </a:lnTo>
                  <a:lnTo>
                    <a:pt x="3530981" y="2667800"/>
                  </a:lnTo>
                  <a:lnTo>
                    <a:pt x="3528949" y="2674810"/>
                  </a:lnTo>
                  <a:lnTo>
                    <a:pt x="3529673" y="2682075"/>
                  </a:lnTo>
                  <a:lnTo>
                    <a:pt x="3533267" y="2688717"/>
                  </a:lnTo>
                  <a:lnTo>
                    <a:pt x="3539159" y="2693466"/>
                  </a:lnTo>
                  <a:lnTo>
                    <a:pt x="3546183" y="2695498"/>
                  </a:lnTo>
                  <a:lnTo>
                    <a:pt x="3553447" y="2694762"/>
                  </a:lnTo>
                  <a:lnTo>
                    <a:pt x="3560064" y="2691155"/>
                  </a:lnTo>
                  <a:lnTo>
                    <a:pt x="3669030" y="2600325"/>
                  </a:lnTo>
                  <a:lnTo>
                    <a:pt x="3691890" y="25812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62650" y="1724025"/>
              <a:ext cx="3038982" cy="21712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38744" y="1296924"/>
              <a:ext cx="692403" cy="3225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0926" y="4010955"/>
              <a:ext cx="174015" cy="2413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4947" y="1718564"/>
            <a:ext cx="212674" cy="14465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93254" y="1732914"/>
            <a:ext cx="183515" cy="81915"/>
          </a:xfrm>
          <a:custGeom>
            <a:avLst/>
            <a:gdLst/>
            <a:ahLst/>
            <a:cxnLst/>
            <a:rect l="l" t="t" r="r" b="b"/>
            <a:pathLst>
              <a:path w="183515" h="81914">
                <a:moveTo>
                  <a:pt x="183362" y="61849"/>
                </a:moveTo>
                <a:lnTo>
                  <a:pt x="0" y="61849"/>
                </a:lnTo>
                <a:lnTo>
                  <a:pt x="0" y="81661"/>
                </a:lnTo>
                <a:lnTo>
                  <a:pt x="183362" y="81661"/>
                </a:lnTo>
                <a:lnTo>
                  <a:pt x="183362" y="61849"/>
                </a:lnTo>
                <a:close/>
              </a:path>
              <a:path w="183515" h="81914">
                <a:moveTo>
                  <a:pt x="183362" y="0"/>
                </a:moveTo>
                <a:lnTo>
                  <a:pt x="0" y="0"/>
                </a:lnTo>
                <a:lnTo>
                  <a:pt x="0" y="19812"/>
                </a:lnTo>
                <a:lnTo>
                  <a:pt x="183362" y="19812"/>
                </a:lnTo>
                <a:lnTo>
                  <a:pt x="1833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3597" y="1718564"/>
            <a:ext cx="212674" cy="14465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312417" y="1345691"/>
            <a:ext cx="1967864" cy="840740"/>
            <a:chOff x="1312417" y="1345691"/>
            <a:chExt cx="1967864" cy="840740"/>
          </a:xfrm>
        </p:grpSpPr>
        <p:sp>
          <p:nvSpPr>
            <p:cNvPr id="12" name="object 12"/>
            <p:cNvSpPr/>
            <p:nvPr/>
          </p:nvSpPr>
          <p:spPr>
            <a:xfrm>
              <a:off x="1312417" y="1763793"/>
              <a:ext cx="183515" cy="20320"/>
            </a:xfrm>
            <a:custGeom>
              <a:avLst/>
              <a:gdLst/>
              <a:ahLst/>
              <a:cxnLst/>
              <a:rect l="l" t="t" r="r" b="b"/>
              <a:pathLst>
                <a:path w="183515" h="20319">
                  <a:moveTo>
                    <a:pt x="183349" y="0"/>
                  </a:moveTo>
                  <a:lnTo>
                    <a:pt x="0" y="0"/>
                  </a:lnTo>
                  <a:lnTo>
                    <a:pt x="0" y="19794"/>
                  </a:lnTo>
                  <a:lnTo>
                    <a:pt x="183349" y="19794"/>
                  </a:lnTo>
                  <a:lnTo>
                    <a:pt x="1833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7760" y="1345691"/>
              <a:ext cx="1742395" cy="840740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716399" y="3249548"/>
            <a:ext cx="1272540" cy="79375"/>
          </a:xfrm>
          <a:custGeom>
            <a:avLst/>
            <a:gdLst/>
            <a:ahLst/>
            <a:cxnLst/>
            <a:rect l="l" t="t" r="r" b="b"/>
            <a:pathLst>
              <a:path w="1272539" h="79375">
                <a:moveTo>
                  <a:pt x="8719" y="52705"/>
                </a:moveTo>
                <a:lnTo>
                  <a:pt x="4043" y="53593"/>
                </a:lnTo>
                <a:lnTo>
                  <a:pt x="5127" y="53593"/>
                </a:lnTo>
                <a:lnTo>
                  <a:pt x="3106" y="55625"/>
                </a:lnTo>
                <a:lnTo>
                  <a:pt x="1608" y="57049"/>
                </a:lnTo>
                <a:lnTo>
                  <a:pt x="395" y="60959"/>
                </a:lnTo>
                <a:lnTo>
                  <a:pt x="274" y="61340"/>
                </a:lnTo>
                <a:lnTo>
                  <a:pt x="210" y="61543"/>
                </a:lnTo>
                <a:lnTo>
                  <a:pt x="1108" y="64033"/>
                </a:lnTo>
                <a:lnTo>
                  <a:pt x="1848" y="66171"/>
                </a:lnTo>
                <a:lnTo>
                  <a:pt x="3589" y="67563"/>
                </a:lnTo>
                <a:lnTo>
                  <a:pt x="9012" y="72008"/>
                </a:lnTo>
                <a:lnTo>
                  <a:pt x="10447" y="73025"/>
                </a:lnTo>
                <a:lnTo>
                  <a:pt x="17825" y="77088"/>
                </a:lnTo>
                <a:lnTo>
                  <a:pt x="21966" y="79248"/>
                </a:lnTo>
                <a:lnTo>
                  <a:pt x="27134" y="77850"/>
                </a:lnTo>
                <a:lnTo>
                  <a:pt x="29547" y="73787"/>
                </a:lnTo>
                <a:lnTo>
                  <a:pt x="31347" y="70865"/>
                </a:lnTo>
                <a:lnTo>
                  <a:pt x="29682" y="70865"/>
                </a:lnTo>
                <a:lnTo>
                  <a:pt x="25833" y="69976"/>
                </a:lnTo>
                <a:lnTo>
                  <a:pt x="8935" y="69976"/>
                </a:lnTo>
                <a:lnTo>
                  <a:pt x="6967" y="69595"/>
                </a:lnTo>
                <a:lnTo>
                  <a:pt x="5290" y="68580"/>
                </a:lnTo>
                <a:lnTo>
                  <a:pt x="4782" y="68199"/>
                </a:lnTo>
                <a:lnTo>
                  <a:pt x="31608" y="68199"/>
                </a:lnTo>
                <a:lnTo>
                  <a:pt x="30792" y="64515"/>
                </a:lnTo>
                <a:lnTo>
                  <a:pt x="19870" y="57403"/>
                </a:lnTo>
                <a:lnTo>
                  <a:pt x="18181" y="56514"/>
                </a:lnTo>
                <a:lnTo>
                  <a:pt x="13207" y="54482"/>
                </a:lnTo>
                <a:lnTo>
                  <a:pt x="4782" y="54482"/>
                </a:lnTo>
                <a:lnTo>
                  <a:pt x="5290" y="54228"/>
                </a:lnTo>
                <a:lnTo>
                  <a:pt x="8491" y="52958"/>
                </a:lnTo>
                <a:lnTo>
                  <a:pt x="9371" y="52958"/>
                </a:lnTo>
                <a:lnTo>
                  <a:pt x="8719" y="52705"/>
                </a:lnTo>
                <a:close/>
              </a:path>
              <a:path w="1272539" h="79375">
                <a:moveTo>
                  <a:pt x="675563" y="52958"/>
                </a:moveTo>
                <a:lnTo>
                  <a:pt x="9371" y="52958"/>
                </a:lnTo>
                <a:lnTo>
                  <a:pt x="11964" y="53975"/>
                </a:lnTo>
                <a:lnTo>
                  <a:pt x="18181" y="56514"/>
                </a:lnTo>
                <a:lnTo>
                  <a:pt x="19870" y="57403"/>
                </a:lnTo>
                <a:lnTo>
                  <a:pt x="30792" y="64515"/>
                </a:lnTo>
                <a:lnTo>
                  <a:pt x="31833" y="69214"/>
                </a:lnTo>
                <a:lnTo>
                  <a:pt x="31895" y="69976"/>
                </a:lnTo>
                <a:lnTo>
                  <a:pt x="31347" y="70865"/>
                </a:lnTo>
                <a:lnTo>
                  <a:pt x="38133" y="70865"/>
                </a:lnTo>
                <a:lnTo>
                  <a:pt x="59037" y="71119"/>
                </a:lnTo>
                <a:lnTo>
                  <a:pt x="94533" y="71119"/>
                </a:lnTo>
                <a:lnTo>
                  <a:pt x="110307" y="70231"/>
                </a:lnTo>
                <a:lnTo>
                  <a:pt x="110104" y="70231"/>
                </a:lnTo>
                <a:lnTo>
                  <a:pt x="122334" y="69976"/>
                </a:lnTo>
                <a:lnTo>
                  <a:pt x="135504" y="69976"/>
                </a:lnTo>
                <a:lnTo>
                  <a:pt x="149194" y="69214"/>
                </a:lnTo>
                <a:lnTo>
                  <a:pt x="163202" y="68580"/>
                </a:lnTo>
                <a:lnTo>
                  <a:pt x="184272" y="67182"/>
                </a:lnTo>
                <a:lnTo>
                  <a:pt x="222958" y="64033"/>
                </a:lnTo>
                <a:lnTo>
                  <a:pt x="222367" y="64033"/>
                </a:lnTo>
                <a:lnTo>
                  <a:pt x="283068" y="61340"/>
                </a:lnTo>
                <a:lnTo>
                  <a:pt x="315577" y="61340"/>
                </a:lnTo>
                <a:lnTo>
                  <a:pt x="335021" y="60959"/>
                </a:lnTo>
                <a:lnTo>
                  <a:pt x="526631" y="60959"/>
                </a:lnTo>
                <a:lnTo>
                  <a:pt x="535796" y="60341"/>
                </a:lnTo>
                <a:lnTo>
                  <a:pt x="535344" y="60341"/>
                </a:lnTo>
                <a:lnTo>
                  <a:pt x="553435" y="59689"/>
                </a:lnTo>
                <a:lnTo>
                  <a:pt x="579508" y="58293"/>
                </a:lnTo>
                <a:lnTo>
                  <a:pt x="608178" y="56381"/>
                </a:lnTo>
                <a:lnTo>
                  <a:pt x="675563" y="52958"/>
                </a:lnTo>
                <a:close/>
              </a:path>
              <a:path w="1272539" h="79375">
                <a:moveTo>
                  <a:pt x="31833" y="69214"/>
                </a:moveTo>
                <a:lnTo>
                  <a:pt x="22533" y="69214"/>
                </a:lnTo>
                <a:lnTo>
                  <a:pt x="29682" y="70865"/>
                </a:lnTo>
                <a:lnTo>
                  <a:pt x="31347" y="70865"/>
                </a:lnTo>
                <a:lnTo>
                  <a:pt x="31895" y="69976"/>
                </a:lnTo>
                <a:lnTo>
                  <a:pt x="31833" y="69214"/>
                </a:lnTo>
                <a:close/>
              </a:path>
              <a:path w="1272539" h="79375">
                <a:moveTo>
                  <a:pt x="6346" y="69214"/>
                </a:moveTo>
                <a:lnTo>
                  <a:pt x="6967" y="69595"/>
                </a:lnTo>
                <a:lnTo>
                  <a:pt x="8935" y="69976"/>
                </a:lnTo>
                <a:lnTo>
                  <a:pt x="11869" y="69595"/>
                </a:lnTo>
                <a:lnTo>
                  <a:pt x="8958" y="69595"/>
                </a:lnTo>
                <a:lnTo>
                  <a:pt x="6346" y="69214"/>
                </a:lnTo>
                <a:close/>
              </a:path>
              <a:path w="1272539" h="79375">
                <a:moveTo>
                  <a:pt x="22533" y="69214"/>
                </a:moveTo>
                <a:lnTo>
                  <a:pt x="22194" y="69214"/>
                </a:lnTo>
                <a:lnTo>
                  <a:pt x="24861" y="69595"/>
                </a:lnTo>
                <a:lnTo>
                  <a:pt x="11869" y="69595"/>
                </a:lnTo>
                <a:lnTo>
                  <a:pt x="8935" y="69976"/>
                </a:lnTo>
                <a:lnTo>
                  <a:pt x="25833" y="69976"/>
                </a:lnTo>
                <a:lnTo>
                  <a:pt x="22533" y="69214"/>
                </a:lnTo>
                <a:close/>
              </a:path>
              <a:path w="1272539" h="79375">
                <a:moveTo>
                  <a:pt x="4782" y="68199"/>
                </a:moveTo>
                <a:lnTo>
                  <a:pt x="5290" y="68580"/>
                </a:lnTo>
                <a:lnTo>
                  <a:pt x="6346" y="69214"/>
                </a:lnTo>
                <a:lnTo>
                  <a:pt x="8958" y="69595"/>
                </a:lnTo>
                <a:lnTo>
                  <a:pt x="8708" y="69595"/>
                </a:lnTo>
                <a:lnTo>
                  <a:pt x="4782" y="68199"/>
                </a:lnTo>
                <a:close/>
              </a:path>
              <a:path w="1272539" h="79375">
                <a:moveTo>
                  <a:pt x="31608" y="68199"/>
                </a:moveTo>
                <a:lnTo>
                  <a:pt x="4782" y="68199"/>
                </a:lnTo>
                <a:lnTo>
                  <a:pt x="8708" y="69595"/>
                </a:lnTo>
                <a:lnTo>
                  <a:pt x="24861" y="69595"/>
                </a:lnTo>
                <a:lnTo>
                  <a:pt x="22194" y="69214"/>
                </a:lnTo>
                <a:lnTo>
                  <a:pt x="31833" y="69214"/>
                </a:lnTo>
                <a:lnTo>
                  <a:pt x="31692" y="68580"/>
                </a:lnTo>
                <a:lnTo>
                  <a:pt x="31608" y="68199"/>
                </a:lnTo>
                <a:close/>
              </a:path>
              <a:path w="1272539" h="79375">
                <a:moveTo>
                  <a:pt x="1848" y="66171"/>
                </a:moveTo>
                <a:lnTo>
                  <a:pt x="2322" y="67182"/>
                </a:lnTo>
                <a:lnTo>
                  <a:pt x="5014" y="69214"/>
                </a:lnTo>
                <a:lnTo>
                  <a:pt x="5603" y="69214"/>
                </a:lnTo>
                <a:lnTo>
                  <a:pt x="3589" y="67563"/>
                </a:lnTo>
                <a:lnTo>
                  <a:pt x="1848" y="66171"/>
                </a:lnTo>
                <a:close/>
              </a:path>
              <a:path w="1272539" h="79375">
                <a:moveTo>
                  <a:pt x="210" y="61543"/>
                </a:moveTo>
                <a:lnTo>
                  <a:pt x="108" y="62356"/>
                </a:lnTo>
                <a:lnTo>
                  <a:pt x="1049" y="65531"/>
                </a:lnTo>
                <a:lnTo>
                  <a:pt x="1848" y="66171"/>
                </a:lnTo>
                <a:lnTo>
                  <a:pt x="1108" y="64033"/>
                </a:lnTo>
                <a:lnTo>
                  <a:pt x="210" y="61543"/>
                </a:lnTo>
                <a:close/>
              </a:path>
              <a:path w="1272539" h="79375">
                <a:moveTo>
                  <a:pt x="526631" y="60959"/>
                </a:moveTo>
                <a:lnTo>
                  <a:pt x="440812" y="60959"/>
                </a:lnTo>
                <a:lnTo>
                  <a:pt x="461725" y="62356"/>
                </a:lnTo>
                <a:lnTo>
                  <a:pt x="476352" y="62356"/>
                </a:lnTo>
                <a:lnTo>
                  <a:pt x="493282" y="62102"/>
                </a:lnTo>
                <a:lnTo>
                  <a:pt x="497498" y="62102"/>
                </a:lnTo>
                <a:lnTo>
                  <a:pt x="516226" y="61543"/>
                </a:lnTo>
                <a:lnTo>
                  <a:pt x="517995" y="61543"/>
                </a:lnTo>
                <a:lnTo>
                  <a:pt x="526631" y="60959"/>
                </a:lnTo>
                <a:close/>
              </a:path>
              <a:path w="1272539" h="79375">
                <a:moveTo>
                  <a:pt x="1608" y="57049"/>
                </a:moveTo>
                <a:lnTo>
                  <a:pt x="833" y="57784"/>
                </a:lnTo>
                <a:lnTo>
                  <a:pt x="223" y="60341"/>
                </a:lnTo>
                <a:lnTo>
                  <a:pt x="0" y="60959"/>
                </a:lnTo>
                <a:lnTo>
                  <a:pt x="137" y="61340"/>
                </a:lnTo>
                <a:lnTo>
                  <a:pt x="210" y="61543"/>
                </a:lnTo>
                <a:lnTo>
                  <a:pt x="1384" y="57784"/>
                </a:lnTo>
                <a:lnTo>
                  <a:pt x="1500" y="57403"/>
                </a:lnTo>
                <a:lnTo>
                  <a:pt x="1608" y="57049"/>
                </a:lnTo>
                <a:close/>
              </a:path>
              <a:path w="1272539" h="79375">
                <a:moveTo>
                  <a:pt x="5127" y="53593"/>
                </a:moveTo>
                <a:lnTo>
                  <a:pt x="4732" y="53593"/>
                </a:lnTo>
                <a:lnTo>
                  <a:pt x="1963" y="55880"/>
                </a:lnTo>
                <a:lnTo>
                  <a:pt x="1608" y="57049"/>
                </a:lnTo>
                <a:lnTo>
                  <a:pt x="3106" y="55625"/>
                </a:lnTo>
                <a:lnTo>
                  <a:pt x="5127" y="53593"/>
                </a:lnTo>
                <a:close/>
              </a:path>
              <a:path w="1272539" h="79375">
                <a:moveTo>
                  <a:pt x="23633" y="52577"/>
                </a:moveTo>
                <a:lnTo>
                  <a:pt x="11005" y="52577"/>
                </a:lnTo>
                <a:lnTo>
                  <a:pt x="8491" y="52958"/>
                </a:lnTo>
                <a:lnTo>
                  <a:pt x="5290" y="54228"/>
                </a:lnTo>
                <a:lnTo>
                  <a:pt x="4782" y="54482"/>
                </a:lnTo>
                <a:lnTo>
                  <a:pt x="7558" y="53593"/>
                </a:lnTo>
                <a:lnTo>
                  <a:pt x="11001" y="53593"/>
                </a:lnTo>
                <a:lnTo>
                  <a:pt x="9371" y="52958"/>
                </a:lnTo>
                <a:lnTo>
                  <a:pt x="675563" y="52958"/>
                </a:lnTo>
                <a:lnTo>
                  <a:pt x="679986" y="52705"/>
                </a:lnTo>
                <a:lnTo>
                  <a:pt x="23083" y="52705"/>
                </a:lnTo>
                <a:lnTo>
                  <a:pt x="23633" y="52577"/>
                </a:lnTo>
                <a:close/>
              </a:path>
              <a:path w="1272539" h="79375">
                <a:moveTo>
                  <a:pt x="11001" y="53593"/>
                </a:moveTo>
                <a:lnTo>
                  <a:pt x="7558" y="53593"/>
                </a:lnTo>
                <a:lnTo>
                  <a:pt x="4782" y="54482"/>
                </a:lnTo>
                <a:lnTo>
                  <a:pt x="13207" y="54482"/>
                </a:lnTo>
                <a:lnTo>
                  <a:pt x="11001" y="53593"/>
                </a:lnTo>
                <a:close/>
              </a:path>
              <a:path w="1272539" h="79375">
                <a:moveTo>
                  <a:pt x="94991" y="51053"/>
                </a:moveTo>
                <a:lnTo>
                  <a:pt x="48597" y="51053"/>
                </a:lnTo>
                <a:lnTo>
                  <a:pt x="38145" y="51181"/>
                </a:lnTo>
                <a:lnTo>
                  <a:pt x="30563" y="51181"/>
                </a:lnTo>
                <a:lnTo>
                  <a:pt x="28582" y="51434"/>
                </a:lnTo>
                <a:lnTo>
                  <a:pt x="23083" y="52705"/>
                </a:lnTo>
                <a:lnTo>
                  <a:pt x="23972" y="52577"/>
                </a:lnTo>
                <a:lnTo>
                  <a:pt x="110713" y="52577"/>
                </a:lnTo>
                <a:lnTo>
                  <a:pt x="94991" y="51053"/>
                </a:lnTo>
                <a:close/>
              </a:path>
              <a:path w="1272539" h="79375">
                <a:moveTo>
                  <a:pt x="829918" y="42418"/>
                </a:moveTo>
                <a:lnTo>
                  <a:pt x="334678" y="42418"/>
                </a:lnTo>
                <a:lnTo>
                  <a:pt x="315234" y="42799"/>
                </a:lnTo>
                <a:lnTo>
                  <a:pt x="284716" y="42799"/>
                </a:lnTo>
                <a:lnTo>
                  <a:pt x="219239" y="45846"/>
                </a:lnTo>
                <a:lnTo>
                  <a:pt x="221749" y="45846"/>
                </a:lnTo>
                <a:lnTo>
                  <a:pt x="182887" y="49149"/>
                </a:lnTo>
                <a:lnTo>
                  <a:pt x="161512" y="50587"/>
                </a:lnTo>
                <a:lnTo>
                  <a:pt x="134564" y="52069"/>
                </a:lnTo>
                <a:lnTo>
                  <a:pt x="121813" y="52069"/>
                </a:lnTo>
                <a:lnTo>
                  <a:pt x="105489" y="52577"/>
                </a:lnTo>
                <a:lnTo>
                  <a:pt x="23972" y="52577"/>
                </a:lnTo>
                <a:lnTo>
                  <a:pt x="23083" y="52705"/>
                </a:lnTo>
                <a:lnTo>
                  <a:pt x="679986" y="52705"/>
                </a:lnTo>
                <a:lnTo>
                  <a:pt x="708741" y="51053"/>
                </a:lnTo>
                <a:lnTo>
                  <a:pt x="793991" y="45465"/>
                </a:lnTo>
                <a:lnTo>
                  <a:pt x="792233" y="45465"/>
                </a:lnTo>
                <a:lnTo>
                  <a:pt x="829918" y="42418"/>
                </a:lnTo>
                <a:close/>
              </a:path>
              <a:path w="1272539" h="79375">
                <a:moveTo>
                  <a:pt x="857720" y="40639"/>
                </a:moveTo>
                <a:lnTo>
                  <a:pt x="501378" y="40639"/>
                </a:lnTo>
                <a:lnTo>
                  <a:pt x="478704" y="41148"/>
                </a:lnTo>
                <a:lnTo>
                  <a:pt x="459823" y="41148"/>
                </a:lnTo>
                <a:lnTo>
                  <a:pt x="438699" y="42418"/>
                </a:lnTo>
                <a:lnTo>
                  <a:pt x="829918" y="42418"/>
                </a:lnTo>
                <a:lnTo>
                  <a:pt x="825207" y="42799"/>
                </a:lnTo>
                <a:lnTo>
                  <a:pt x="824573" y="42799"/>
                </a:lnTo>
                <a:lnTo>
                  <a:pt x="857720" y="40639"/>
                </a:lnTo>
                <a:close/>
              </a:path>
              <a:path w="1272539" h="79375">
                <a:moveTo>
                  <a:pt x="1254767" y="1015"/>
                </a:moveTo>
                <a:lnTo>
                  <a:pt x="1166121" y="1015"/>
                </a:lnTo>
                <a:lnTo>
                  <a:pt x="1134603" y="2037"/>
                </a:lnTo>
                <a:lnTo>
                  <a:pt x="1114432" y="2412"/>
                </a:lnTo>
                <a:lnTo>
                  <a:pt x="1062319" y="4257"/>
                </a:lnTo>
                <a:lnTo>
                  <a:pt x="1063045" y="4257"/>
                </a:lnTo>
                <a:lnTo>
                  <a:pt x="1010546" y="7619"/>
                </a:lnTo>
                <a:lnTo>
                  <a:pt x="1010673" y="7619"/>
                </a:lnTo>
                <a:lnTo>
                  <a:pt x="982225" y="9525"/>
                </a:lnTo>
                <a:lnTo>
                  <a:pt x="890531" y="16637"/>
                </a:lnTo>
                <a:lnTo>
                  <a:pt x="856606" y="19684"/>
                </a:lnTo>
                <a:lnTo>
                  <a:pt x="856331" y="19684"/>
                </a:lnTo>
                <a:lnTo>
                  <a:pt x="823311" y="21843"/>
                </a:lnTo>
                <a:lnTo>
                  <a:pt x="824999" y="21843"/>
                </a:lnTo>
                <a:lnTo>
                  <a:pt x="790455" y="24637"/>
                </a:lnTo>
                <a:lnTo>
                  <a:pt x="678523" y="31894"/>
                </a:lnTo>
                <a:lnTo>
                  <a:pt x="656978" y="32765"/>
                </a:lnTo>
                <a:lnTo>
                  <a:pt x="606813" y="35306"/>
                </a:lnTo>
                <a:lnTo>
                  <a:pt x="577704" y="37246"/>
                </a:lnTo>
                <a:lnTo>
                  <a:pt x="551866" y="38638"/>
                </a:lnTo>
                <a:lnTo>
                  <a:pt x="534931" y="39369"/>
                </a:lnTo>
                <a:lnTo>
                  <a:pt x="534690" y="39369"/>
                </a:lnTo>
                <a:lnTo>
                  <a:pt x="515894" y="40639"/>
                </a:lnTo>
                <a:lnTo>
                  <a:pt x="858516" y="40639"/>
                </a:lnTo>
                <a:lnTo>
                  <a:pt x="892309" y="37592"/>
                </a:lnTo>
                <a:lnTo>
                  <a:pt x="983728" y="30472"/>
                </a:lnTo>
                <a:lnTo>
                  <a:pt x="1064903" y="25668"/>
                </a:lnTo>
                <a:lnTo>
                  <a:pt x="1064503" y="25668"/>
                </a:lnTo>
                <a:lnTo>
                  <a:pt x="1114814" y="23884"/>
                </a:lnTo>
                <a:lnTo>
                  <a:pt x="1114340" y="23884"/>
                </a:lnTo>
                <a:lnTo>
                  <a:pt x="1128445" y="23621"/>
                </a:lnTo>
                <a:lnTo>
                  <a:pt x="1116718" y="23621"/>
                </a:lnTo>
                <a:lnTo>
                  <a:pt x="1255230" y="23119"/>
                </a:lnTo>
                <a:lnTo>
                  <a:pt x="1250576" y="19684"/>
                </a:lnTo>
                <a:lnTo>
                  <a:pt x="1250034" y="16637"/>
                </a:lnTo>
                <a:lnTo>
                  <a:pt x="1249944" y="16128"/>
                </a:lnTo>
                <a:lnTo>
                  <a:pt x="1247909" y="16128"/>
                </a:lnTo>
                <a:lnTo>
                  <a:pt x="1245750" y="13969"/>
                </a:lnTo>
                <a:lnTo>
                  <a:pt x="1245623" y="8127"/>
                </a:lnTo>
                <a:lnTo>
                  <a:pt x="1247909" y="5842"/>
                </a:lnTo>
                <a:lnTo>
                  <a:pt x="1251381" y="5842"/>
                </a:lnTo>
                <a:lnTo>
                  <a:pt x="1253494" y="2037"/>
                </a:lnTo>
                <a:lnTo>
                  <a:pt x="1255243" y="1396"/>
                </a:lnTo>
                <a:lnTo>
                  <a:pt x="1272293" y="1396"/>
                </a:lnTo>
                <a:lnTo>
                  <a:pt x="1254767" y="1015"/>
                </a:lnTo>
                <a:close/>
              </a:path>
              <a:path w="1272539" h="79375">
                <a:moveTo>
                  <a:pt x="1249306" y="11811"/>
                </a:moveTo>
                <a:lnTo>
                  <a:pt x="1249560" y="13969"/>
                </a:lnTo>
                <a:lnTo>
                  <a:pt x="1250420" y="18808"/>
                </a:lnTo>
                <a:lnTo>
                  <a:pt x="1250463" y="19050"/>
                </a:lnTo>
                <a:lnTo>
                  <a:pt x="1250576" y="19684"/>
                </a:lnTo>
                <a:lnTo>
                  <a:pt x="1255910" y="23621"/>
                </a:lnTo>
                <a:lnTo>
                  <a:pt x="1266416" y="22454"/>
                </a:lnTo>
                <a:lnTo>
                  <a:pt x="1269647" y="19684"/>
                </a:lnTo>
                <a:lnTo>
                  <a:pt x="1270429" y="18808"/>
                </a:lnTo>
                <a:lnTo>
                  <a:pt x="1270800" y="16637"/>
                </a:lnTo>
                <a:lnTo>
                  <a:pt x="1270887" y="16128"/>
                </a:lnTo>
                <a:lnTo>
                  <a:pt x="1254259" y="16128"/>
                </a:lnTo>
                <a:lnTo>
                  <a:pt x="1249306" y="11811"/>
                </a:lnTo>
                <a:close/>
              </a:path>
              <a:path w="1272539" h="79375">
                <a:moveTo>
                  <a:pt x="1266416" y="22454"/>
                </a:moveTo>
                <a:lnTo>
                  <a:pt x="1260430" y="23119"/>
                </a:lnTo>
                <a:lnTo>
                  <a:pt x="1265640" y="23119"/>
                </a:lnTo>
                <a:lnTo>
                  <a:pt x="1266416" y="22454"/>
                </a:lnTo>
                <a:close/>
              </a:path>
              <a:path w="1272539" h="79375">
                <a:moveTo>
                  <a:pt x="1269665" y="19684"/>
                </a:moveTo>
                <a:lnTo>
                  <a:pt x="1266416" y="22454"/>
                </a:lnTo>
                <a:lnTo>
                  <a:pt x="1267251" y="22454"/>
                </a:lnTo>
                <a:lnTo>
                  <a:pt x="1269665" y="19684"/>
                </a:lnTo>
                <a:close/>
              </a:path>
              <a:path w="1272539" h="79375">
                <a:moveTo>
                  <a:pt x="1270429" y="18808"/>
                </a:moveTo>
                <a:lnTo>
                  <a:pt x="1269665" y="19684"/>
                </a:lnTo>
                <a:lnTo>
                  <a:pt x="1270388" y="19050"/>
                </a:lnTo>
                <a:lnTo>
                  <a:pt x="1270429" y="18808"/>
                </a:lnTo>
                <a:close/>
              </a:path>
              <a:path w="1272539" h="79375">
                <a:moveTo>
                  <a:pt x="1271450" y="12662"/>
                </a:moveTo>
                <a:lnTo>
                  <a:pt x="1271256" y="13969"/>
                </a:lnTo>
                <a:lnTo>
                  <a:pt x="1270429" y="18808"/>
                </a:lnTo>
                <a:lnTo>
                  <a:pt x="1271658" y="17399"/>
                </a:lnTo>
                <a:lnTo>
                  <a:pt x="1271602" y="16128"/>
                </a:lnTo>
                <a:lnTo>
                  <a:pt x="1271508" y="13969"/>
                </a:lnTo>
                <a:lnTo>
                  <a:pt x="1271450" y="12662"/>
                </a:lnTo>
                <a:close/>
              </a:path>
              <a:path w="1272539" h="79375">
                <a:moveTo>
                  <a:pt x="1251381" y="5842"/>
                </a:moveTo>
                <a:lnTo>
                  <a:pt x="1247909" y="5842"/>
                </a:lnTo>
                <a:lnTo>
                  <a:pt x="1245623" y="8127"/>
                </a:lnTo>
                <a:lnTo>
                  <a:pt x="1245750" y="13969"/>
                </a:lnTo>
                <a:lnTo>
                  <a:pt x="1247909" y="16128"/>
                </a:lnTo>
                <a:lnTo>
                  <a:pt x="1249944" y="16128"/>
                </a:lnTo>
                <a:lnTo>
                  <a:pt x="1249605" y="14224"/>
                </a:lnTo>
                <a:lnTo>
                  <a:pt x="1249406" y="12662"/>
                </a:lnTo>
                <a:lnTo>
                  <a:pt x="1249306" y="11811"/>
                </a:lnTo>
                <a:lnTo>
                  <a:pt x="1271413" y="11811"/>
                </a:lnTo>
                <a:lnTo>
                  <a:pt x="1271312" y="9525"/>
                </a:lnTo>
                <a:lnTo>
                  <a:pt x="1271262" y="8381"/>
                </a:lnTo>
                <a:lnTo>
                  <a:pt x="1249814" y="8381"/>
                </a:lnTo>
                <a:lnTo>
                  <a:pt x="1250957" y="6603"/>
                </a:lnTo>
                <a:lnTo>
                  <a:pt x="1251381" y="5842"/>
                </a:lnTo>
                <a:close/>
              </a:path>
              <a:path w="1272539" h="79375">
                <a:moveTo>
                  <a:pt x="1271413" y="11811"/>
                </a:moveTo>
                <a:lnTo>
                  <a:pt x="1249306" y="11811"/>
                </a:lnTo>
                <a:lnTo>
                  <a:pt x="1254259" y="16128"/>
                </a:lnTo>
                <a:lnTo>
                  <a:pt x="1270887" y="16128"/>
                </a:lnTo>
                <a:lnTo>
                  <a:pt x="1271212" y="14224"/>
                </a:lnTo>
                <a:lnTo>
                  <a:pt x="1271450" y="12662"/>
                </a:lnTo>
                <a:lnTo>
                  <a:pt x="1271413" y="11811"/>
                </a:lnTo>
                <a:close/>
              </a:path>
              <a:path w="1272539" h="79375">
                <a:moveTo>
                  <a:pt x="1271210" y="7193"/>
                </a:moveTo>
                <a:lnTo>
                  <a:pt x="1271312" y="9525"/>
                </a:lnTo>
                <a:lnTo>
                  <a:pt x="1271407" y="11683"/>
                </a:lnTo>
                <a:lnTo>
                  <a:pt x="1271450" y="12662"/>
                </a:lnTo>
                <a:lnTo>
                  <a:pt x="1272039" y="8636"/>
                </a:lnTo>
                <a:lnTo>
                  <a:pt x="1271210" y="7193"/>
                </a:lnTo>
                <a:close/>
              </a:path>
              <a:path w="1272539" h="79375">
                <a:moveTo>
                  <a:pt x="1259085" y="0"/>
                </a:moveTo>
                <a:lnTo>
                  <a:pt x="1253494" y="2037"/>
                </a:lnTo>
                <a:lnTo>
                  <a:pt x="1250957" y="6603"/>
                </a:lnTo>
                <a:lnTo>
                  <a:pt x="1249814" y="8381"/>
                </a:lnTo>
                <a:lnTo>
                  <a:pt x="1254259" y="5842"/>
                </a:lnTo>
                <a:lnTo>
                  <a:pt x="1270433" y="5842"/>
                </a:lnTo>
                <a:lnTo>
                  <a:pt x="1269521" y="4257"/>
                </a:lnTo>
                <a:lnTo>
                  <a:pt x="1268670" y="3428"/>
                </a:lnTo>
                <a:lnTo>
                  <a:pt x="1259085" y="0"/>
                </a:lnTo>
                <a:close/>
              </a:path>
              <a:path w="1272539" h="79375">
                <a:moveTo>
                  <a:pt x="1270433" y="5842"/>
                </a:moveTo>
                <a:lnTo>
                  <a:pt x="1254259" y="5842"/>
                </a:lnTo>
                <a:lnTo>
                  <a:pt x="1249814" y="8381"/>
                </a:lnTo>
                <a:lnTo>
                  <a:pt x="1271262" y="8381"/>
                </a:lnTo>
                <a:lnTo>
                  <a:pt x="1271210" y="7193"/>
                </a:lnTo>
                <a:lnTo>
                  <a:pt x="1270433" y="5842"/>
                </a:lnTo>
                <a:close/>
              </a:path>
              <a:path w="1272539" h="79375">
                <a:moveTo>
                  <a:pt x="1269521" y="4257"/>
                </a:moveTo>
                <a:lnTo>
                  <a:pt x="1271210" y="7193"/>
                </a:lnTo>
                <a:lnTo>
                  <a:pt x="1271150" y="5842"/>
                </a:lnTo>
                <a:lnTo>
                  <a:pt x="1269521" y="4257"/>
                </a:lnTo>
                <a:close/>
              </a:path>
              <a:path w="1272539" h="79375">
                <a:moveTo>
                  <a:pt x="1268755" y="3428"/>
                </a:moveTo>
                <a:lnTo>
                  <a:pt x="1268801" y="3556"/>
                </a:lnTo>
                <a:lnTo>
                  <a:pt x="1269521" y="4257"/>
                </a:lnTo>
                <a:lnTo>
                  <a:pt x="1269118" y="3556"/>
                </a:lnTo>
                <a:lnTo>
                  <a:pt x="1268755" y="3428"/>
                </a:lnTo>
                <a:close/>
              </a:path>
              <a:path w="1272539" h="79375">
                <a:moveTo>
                  <a:pt x="1266582" y="1396"/>
                </a:moveTo>
                <a:lnTo>
                  <a:pt x="1262977" y="1396"/>
                </a:lnTo>
                <a:lnTo>
                  <a:pt x="1268755" y="3428"/>
                </a:lnTo>
                <a:lnTo>
                  <a:pt x="1267626" y="2412"/>
                </a:lnTo>
                <a:lnTo>
                  <a:pt x="1266582" y="1396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542" y="3609594"/>
            <a:ext cx="1484123" cy="4102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4782" y="2979039"/>
            <a:ext cx="574941" cy="3733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69261" y="2959226"/>
            <a:ext cx="1200404" cy="3302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15912" y="2659951"/>
            <a:ext cx="4211320" cy="17018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Verdana"/>
                <a:cs typeface="Verdana"/>
              </a:rPr>
              <a:t>Near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local</a:t>
            </a:r>
            <a:r>
              <a:rPr sz="2000" spc="-10" dirty="0">
                <a:latin typeface="Verdana"/>
                <a:cs typeface="Verdana"/>
              </a:rPr>
              <a:t> minimum,</a:t>
            </a:r>
            <a:endParaRPr sz="2000">
              <a:latin typeface="Verdana"/>
              <a:cs typeface="Verdana"/>
            </a:endParaRPr>
          </a:p>
          <a:p>
            <a:pPr marL="429895" indent="-199390">
              <a:lnSpc>
                <a:spcPct val="100000"/>
              </a:lnSpc>
              <a:spcBef>
                <a:spcPts val="5"/>
              </a:spcBef>
              <a:buChar char="-"/>
              <a:tabLst>
                <a:tab pos="429895" algn="l"/>
              </a:tabLst>
            </a:pPr>
            <a:r>
              <a:rPr sz="2000" dirty="0">
                <a:latin typeface="Verdana"/>
                <a:cs typeface="Verdana"/>
              </a:rPr>
              <a:t>Derivative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becomes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smaller</a:t>
            </a:r>
            <a:endParaRPr sz="2000">
              <a:latin typeface="Verdana"/>
              <a:cs typeface="Verdana"/>
            </a:endParaRPr>
          </a:p>
          <a:p>
            <a:pPr marL="429895" indent="-199390">
              <a:lnSpc>
                <a:spcPct val="100000"/>
              </a:lnSpc>
              <a:spcBef>
                <a:spcPts val="5"/>
              </a:spcBef>
              <a:buChar char="-"/>
              <a:tabLst>
                <a:tab pos="429895" algn="l"/>
              </a:tabLst>
            </a:pPr>
            <a:r>
              <a:rPr sz="2000" dirty="0">
                <a:latin typeface="Verdana"/>
                <a:cs typeface="Verdana"/>
              </a:rPr>
              <a:t>Update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steps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become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smaller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000" dirty="0">
                <a:latin typeface="Verdana"/>
                <a:cs typeface="Verdana"/>
              </a:rPr>
              <a:t>Can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reach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minimum</a:t>
            </a:r>
            <a:r>
              <a:rPr sz="2000" spc="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without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decreasing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learning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rate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51670" y="544448"/>
            <a:ext cx="804630" cy="5524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24879" y="603758"/>
            <a:ext cx="1868169" cy="2874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69990" y="2267076"/>
            <a:ext cx="1980473" cy="11277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21556" y="4108640"/>
            <a:ext cx="165634" cy="17399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333490" y="3929379"/>
            <a:ext cx="1065530" cy="5607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4285F4"/>
                </a:solidFill>
                <a:latin typeface="Verdana"/>
                <a:cs typeface="Verdana"/>
              </a:rPr>
              <a:t>minimum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0134" y="1119822"/>
            <a:ext cx="1929130" cy="15982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9300"/>
                </a:solidFill>
                <a:latin typeface="Verdana"/>
                <a:cs typeface="Verdana"/>
              </a:rPr>
              <a:t>not</a:t>
            </a:r>
            <a:r>
              <a:rPr sz="1550" spc="70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FF9300"/>
                </a:solidFill>
                <a:latin typeface="Verdana"/>
                <a:cs typeface="Verdana"/>
              </a:rPr>
              <a:t>as</a:t>
            </a:r>
            <a:r>
              <a:rPr sz="1550" spc="100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FF9300"/>
                </a:solidFill>
                <a:latin typeface="Verdana"/>
                <a:cs typeface="Verdana"/>
              </a:rPr>
              <a:t>large</a:t>
            </a:r>
            <a:endParaRPr sz="1550">
              <a:latin typeface="Verdana"/>
              <a:cs typeface="Verdana"/>
            </a:endParaRPr>
          </a:p>
          <a:p>
            <a:pPr marL="48895">
              <a:lnSpc>
                <a:spcPct val="100000"/>
              </a:lnSpc>
              <a:spcBef>
                <a:spcPts val="1850"/>
              </a:spcBef>
            </a:pPr>
            <a:r>
              <a:rPr sz="1550" spc="-10" dirty="0">
                <a:solidFill>
                  <a:srgbClr val="FF40FF"/>
                </a:solidFill>
                <a:latin typeface="Verdana"/>
                <a:cs typeface="Verdana"/>
              </a:rPr>
              <a:t>large</a:t>
            </a:r>
            <a:endParaRPr sz="15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5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</a:pP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355" dirty="0">
                <a:latin typeface="Cambria Math"/>
                <a:cs typeface="Cambria Math"/>
              </a:rPr>
              <a:t> </a:t>
            </a:r>
            <a:r>
              <a:rPr sz="2000" spc="-6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34363" y="1112900"/>
            <a:ext cx="1646047" cy="17907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23441" y="858011"/>
            <a:ext cx="1738630" cy="19177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58171" y="778446"/>
            <a:ext cx="742188" cy="164464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061085" marR="5080" indent="-619760">
              <a:lnSpc>
                <a:spcPts val="5710"/>
              </a:lnSpc>
              <a:spcBef>
                <a:spcPts val="259"/>
              </a:spcBef>
            </a:pPr>
            <a:r>
              <a:rPr sz="4800" dirty="0">
                <a:solidFill>
                  <a:srgbClr val="0070EA"/>
                </a:solidFill>
              </a:rPr>
              <a:t>Training</a:t>
            </a:r>
            <a:r>
              <a:rPr sz="4800" spc="-9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Linear Regression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155695" y="2927350"/>
            <a:ext cx="5445760" cy="1437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04825">
              <a:lnSpc>
                <a:spcPct val="117300"/>
              </a:lnSpc>
              <a:spcBef>
                <a:spcPts val="90"/>
              </a:spcBef>
            </a:pPr>
            <a:r>
              <a:rPr sz="3950" dirty="0">
                <a:latin typeface="Verdana"/>
                <a:cs typeface="Verdana"/>
              </a:rPr>
              <a:t>Gradient</a:t>
            </a:r>
            <a:r>
              <a:rPr sz="3950" spc="45" dirty="0">
                <a:latin typeface="Verdana"/>
                <a:cs typeface="Verdana"/>
              </a:rPr>
              <a:t> </a:t>
            </a:r>
            <a:r>
              <a:rPr sz="3950" spc="-10" dirty="0">
                <a:latin typeface="Verdana"/>
                <a:cs typeface="Verdana"/>
              </a:rPr>
              <a:t>Descent </a:t>
            </a:r>
            <a:r>
              <a:rPr sz="3950" dirty="0">
                <a:latin typeface="Verdana"/>
                <a:cs typeface="Verdana"/>
              </a:rPr>
              <a:t>for</a:t>
            </a:r>
            <a:r>
              <a:rPr sz="3950" spc="95" dirty="0">
                <a:latin typeface="Verdana"/>
                <a:cs typeface="Verdana"/>
              </a:rPr>
              <a:t> </a:t>
            </a:r>
            <a:r>
              <a:rPr sz="3950" dirty="0">
                <a:latin typeface="Verdana"/>
                <a:cs typeface="Verdana"/>
              </a:rPr>
              <a:t>Linear</a:t>
            </a:r>
            <a:r>
              <a:rPr sz="3950" spc="-45" dirty="0">
                <a:latin typeface="Verdana"/>
                <a:cs typeface="Verdana"/>
              </a:rPr>
              <a:t> </a:t>
            </a:r>
            <a:r>
              <a:rPr sz="3950" spc="-10" dirty="0">
                <a:latin typeface="Verdana"/>
                <a:cs typeface="Verdana"/>
              </a:rPr>
              <a:t>Regression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507" y="161543"/>
            <a:ext cx="37147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Verdana"/>
                <a:cs typeface="Verdana"/>
              </a:rPr>
              <a:t>Linear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regression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model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915790" y="842899"/>
            <a:ext cx="755015" cy="240029"/>
            <a:chOff x="3915790" y="842899"/>
            <a:chExt cx="755015" cy="2400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5790" y="862584"/>
              <a:ext cx="114173" cy="219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66285" y="842899"/>
              <a:ext cx="604520" cy="238760"/>
            </a:xfrm>
            <a:custGeom>
              <a:avLst/>
              <a:gdLst/>
              <a:ahLst/>
              <a:cxnLst/>
              <a:rect l="l" t="t" r="r" b="b"/>
              <a:pathLst>
                <a:path w="604520" h="238759">
                  <a:moveTo>
                    <a:pt x="528447" y="0"/>
                  </a:moveTo>
                  <a:lnTo>
                    <a:pt x="525144" y="9778"/>
                  </a:lnTo>
                  <a:lnTo>
                    <a:pt x="538880" y="15708"/>
                  </a:lnTo>
                  <a:lnTo>
                    <a:pt x="550735" y="23971"/>
                  </a:lnTo>
                  <a:lnTo>
                    <a:pt x="574800" y="62404"/>
                  </a:lnTo>
                  <a:lnTo>
                    <a:pt x="582676" y="117983"/>
                  </a:lnTo>
                  <a:lnTo>
                    <a:pt x="581794" y="139009"/>
                  </a:lnTo>
                  <a:lnTo>
                    <a:pt x="568578" y="190373"/>
                  </a:lnTo>
                  <a:lnTo>
                    <a:pt x="539021" y="222573"/>
                  </a:lnTo>
                  <a:lnTo>
                    <a:pt x="525399" y="228600"/>
                  </a:lnTo>
                  <a:lnTo>
                    <a:pt x="528447" y="238251"/>
                  </a:lnTo>
                  <a:lnTo>
                    <a:pt x="573952" y="211195"/>
                  </a:lnTo>
                  <a:lnTo>
                    <a:pt x="599519" y="161305"/>
                  </a:lnTo>
                  <a:lnTo>
                    <a:pt x="604392" y="119252"/>
                  </a:lnTo>
                  <a:lnTo>
                    <a:pt x="603189" y="97647"/>
                  </a:lnTo>
                  <a:lnTo>
                    <a:pt x="593409" y="58691"/>
                  </a:lnTo>
                  <a:lnTo>
                    <a:pt x="560927" y="15319"/>
                  </a:lnTo>
                  <a:lnTo>
                    <a:pt x="545758" y="6260"/>
                  </a:lnTo>
                  <a:lnTo>
                    <a:pt x="528447" y="0"/>
                  </a:lnTo>
                  <a:close/>
                </a:path>
                <a:path w="604520" h="238759">
                  <a:moveTo>
                    <a:pt x="75946" y="0"/>
                  </a:moveTo>
                  <a:lnTo>
                    <a:pt x="30565" y="27164"/>
                  </a:lnTo>
                  <a:lnTo>
                    <a:pt x="4937" y="77231"/>
                  </a:lnTo>
                  <a:lnTo>
                    <a:pt x="71" y="117983"/>
                  </a:lnTo>
                  <a:lnTo>
                    <a:pt x="0" y="119252"/>
                  </a:lnTo>
                  <a:lnTo>
                    <a:pt x="1099" y="139009"/>
                  </a:lnTo>
                  <a:lnTo>
                    <a:pt x="1216" y="141106"/>
                  </a:lnTo>
                  <a:lnTo>
                    <a:pt x="4873" y="161305"/>
                  </a:lnTo>
                  <a:lnTo>
                    <a:pt x="19558" y="196596"/>
                  </a:lnTo>
                  <a:lnTo>
                    <a:pt x="58634" y="232011"/>
                  </a:lnTo>
                  <a:lnTo>
                    <a:pt x="75946" y="238251"/>
                  </a:lnTo>
                  <a:lnTo>
                    <a:pt x="78993" y="228600"/>
                  </a:lnTo>
                  <a:lnTo>
                    <a:pt x="65424" y="222573"/>
                  </a:lnTo>
                  <a:lnTo>
                    <a:pt x="53689" y="214201"/>
                  </a:lnTo>
                  <a:lnTo>
                    <a:pt x="29646" y="175204"/>
                  </a:lnTo>
                  <a:lnTo>
                    <a:pt x="21770" y="119252"/>
                  </a:lnTo>
                  <a:lnTo>
                    <a:pt x="21716" y="117983"/>
                  </a:lnTo>
                  <a:lnTo>
                    <a:pt x="22598" y="97647"/>
                  </a:lnTo>
                  <a:lnTo>
                    <a:pt x="35813" y="47498"/>
                  </a:lnTo>
                  <a:lnTo>
                    <a:pt x="65639" y="15708"/>
                  </a:lnTo>
                  <a:lnTo>
                    <a:pt x="79375" y="9778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5312" y="913892"/>
              <a:ext cx="224154" cy="154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45824" y="854329"/>
              <a:ext cx="113856" cy="18161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67665" y="779462"/>
            <a:ext cx="4231640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0720">
              <a:lnSpc>
                <a:spcPct val="100000"/>
              </a:lnSpc>
              <a:spcBef>
                <a:spcPts val="100"/>
              </a:spcBef>
            </a:pPr>
            <a:r>
              <a:rPr sz="2400" spc="120" dirty="0">
                <a:latin typeface="Cambria Math"/>
                <a:cs typeface="Cambria Math"/>
              </a:rPr>
              <a:t>f</a:t>
            </a:r>
            <a:r>
              <a:rPr sz="2550" spc="179" baseline="-17973" dirty="0">
                <a:latin typeface="Cambria Math"/>
                <a:cs typeface="Cambria Math"/>
              </a:rPr>
              <a:t>w,b</a:t>
            </a:r>
            <a:r>
              <a:rPr sz="2400" spc="120" dirty="0">
                <a:latin typeface="Cambria Math"/>
                <a:cs typeface="Cambria Math"/>
              </a:rPr>
              <a:t>(x)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8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wx</a:t>
            </a:r>
            <a:r>
              <a:rPr sz="2400" spc="8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b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2400" dirty="0">
                <a:latin typeface="Verdana"/>
                <a:cs typeface="Verdana"/>
              </a:rPr>
              <a:t>Gradient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descent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algorithm</a:t>
            </a:r>
            <a:endParaRPr sz="2400">
              <a:latin typeface="Verdana"/>
              <a:cs typeface="Verdana"/>
            </a:endParaRPr>
          </a:p>
          <a:p>
            <a:pPr marL="58419" algn="ctr">
              <a:lnSpc>
                <a:spcPct val="100000"/>
              </a:lnSpc>
              <a:spcBef>
                <a:spcPts val="505"/>
              </a:spcBef>
            </a:pPr>
            <a:r>
              <a:rPr sz="2150" dirty="0">
                <a:latin typeface="Arial"/>
                <a:cs typeface="Arial"/>
              </a:rPr>
              <a:t>repeat</a:t>
            </a:r>
            <a:r>
              <a:rPr sz="2150" spc="3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until</a:t>
            </a:r>
            <a:r>
              <a:rPr sz="2150" spc="1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convergence</a:t>
            </a:r>
            <a:r>
              <a:rPr sz="2150" spc="285" dirty="0">
                <a:latin typeface="Arial"/>
                <a:cs typeface="Arial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{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76724" y="926083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5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39" h="69215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5015229" y="715009"/>
            <a:ext cx="1235710" cy="644525"/>
            <a:chOff x="5015229" y="715009"/>
            <a:chExt cx="1235710" cy="644525"/>
          </a:xfrm>
        </p:grpSpPr>
        <p:sp>
          <p:nvSpPr>
            <p:cNvPr id="11" name="object 11"/>
            <p:cNvSpPr/>
            <p:nvPr/>
          </p:nvSpPr>
          <p:spPr>
            <a:xfrm>
              <a:off x="5015230" y="715009"/>
              <a:ext cx="718820" cy="644525"/>
            </a:xfrm>
            <a:custGeom>
              <a:avLst/>
              <a:gdLst/>
              <a:ahLst/>
              <a:cxnLst/>
              <a:rect l="l" t="t" r="r" b="b"/>
              <a:pathLst>
                <a:path w="718820" h="644525">
                  <a:moveTo>
                    <a:pt x="361950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361950" y="252222"/>
                  </a:lnTo>
                  <a:lnTo>
                    <a:pt x="361950" y="233172"/>
                  </a:lnTo>
                  <a:close/>
                </a:path>
                <a:path w="718820" h="644525">
                  <a:moveTo>
                    <a:pt x="467487" y="511302"/>
                  </a:moveTo>
                  <a:lnTo>
                    <a:pt x="448818" y="511302"/>
                  </a:lnTo>
                  <a:lnTo>
                    <a:pt x="444500" y="531241"/>
                  </a:lnTo>
                  <a:lnTo>
                    <a:pt x="462915" y="531241"/>
                  </a:lnTo>
                  <a:lnTo>
                    <a:pt x="467487" y="511302"/>
                  </a:lnTo>
                  <a:close/>
                </a:path>
                <a:path w="718820" h="644525">
                  <a:moveTo>
                    <a:pt x="470916" y="626618"/>
                  </a:moveTo>
                  <a:lnTo>
                    <a:pt x="464693" y="620395"/>
                  </a:lnTo>
                  <a:lnTo>
                    <a:pt x="462788" y="622554"/>
                  </a:lnTo>
                  <a:lnTo>
                    <a:pt x="459613" y="625729"/>
                  </a:lnTo>
                  <a:lnTo>
                    <a:pt x="456692" y="628396"/>
                  </a:lnTo>
                  <a:lnTo>
                    <a:pt x="454152" y="630174"/>
                  </a:lnTo>
                  <a:lnTo>
                    <a:pt x="452882" y="630936"/>
                  </a:lnTo>
                  <a:lnTo>
                    <a:pt x="451485" y="631444"/>
                  </a:lnTo>
                  <a:lnTo>
                    <a:pt x="450469" y="631952"/>
                  </a:lnTo>
                  <a:lnTo>
                    <a:pt x="446532" y="631952"/>
                  </a:lnTo>
                  <a:lnTo>
                    <a:pt x="445135" y="631444"/>
                  </a:lnTo>
                  <a:lnTo>
                    <a:pt x="444119" y="630428"/>
                  </a:lnTo>
                  <a:lnTo>
                    <a:pt x="443103" y="629285"/>
                  </a:lnTo>
                  <a:lnTo>
                    <a:pt x="442722" y="627634"/>
                  </a:lnTo>
                  <a:lnTo>
                    <a:pt x="442849" y="621538"/>
                  </a:lnTo>
                  <a:lnTo>
                    <a:pt x="443230" y="619379"/>
                  </a:lnTo>
                  <a:lnTo>
                    <a:pt x="443484" y="617220"/>
                  </a:lnTo>
                  <a:lnTo>
                    <a:pt x="444119" y="614299"/>
                  </a:lnTo>
                  <a:lnTo>
                    <a:pt x="445008" y="610616"/>
                  </a:lnTo>
                  <a:lnTo>
                    <a:pt x="458724" y="548767"/>
                  </a:lnTo>
                  <a:lnTo>
                    <a:pt x="454279" y="548767"/>
                  </a:lnTo>
                  <a:lnTo>
                    <a:pt x="427228" y="549783"/>
                  </a:lnTo>
                  <a:lnTo>
                    <a:pt x="426085" y="556133"/>
                  </a:lnTo>
                  <a:lnTo>
                    <a:pt x="430149" y="556260"/>
                  </a:lnTo>
                  <a:lnTo>
                    <a:pt x="432943" y="556768"/>
                  </a:lnTo>
                  <a:lnTo>
                    <a:pt x="434594" y="557911"/>
                  </a:lnTo>
                  <a:lnTo>
                    <a:pt x="436118" y="559054"/>
                  </a:lnTo>
                  <a:lnTo>
                    <a:pt x="437007" y="560832"/>
                  </a:lnTo>
                  <a:lnTo>
                    <a:pt x="436880" y="565912"/>
                  </a:lnTo>
                  <a:lnTo>
                    <a:pt x="436626" y="568833"/>
                  </a:lnTo>
                  <a:lnTo>
                    <a:pt x="436118" y="572135"/>
                  </a:lnTo>
                  <a:lnTo>
                    <a:pt x="435356" y="575691"/>
                  </a:lnTo>
                  <a:lnTo>
                    <a:pt x="434721" y="579247"/>
                  </a:lnTo>
                  <a:lnTo>
                    <a:pt x="433832" y="582930"/>
                  </a:lnTo>
                  <a:lnTo>
                    <a:pt x="432943" y="586740"/>
                  </a:lnTo>
                  <a:lnTo>
                    <a:pt x="432054" y="590677"/>
                  </a:lnTo>
                  <a:lnTo>
                    <a:pt x="431165" y="594487"/>
                  </a:lnTo>
                  <a:lnTo>
                    <a:pt x="430276" y="598424"/>
                  </a:lnTo>
                  <a:lnTo>
                    <a:pt x="429260" y="602361"/>
                  </a:lnTo>
                  <a:lnTo>
                    <a:pt x="428498" y="606044"/>
                  </a:lnTo>
                  <a:lnTo>
                    <a:pt x="425323" y="631952"/>
                  </a:lnTo>
                  <a:lnTo>
                    <a:pt x="426847" y="636270"/>
                  </a:lnTo>
                  <a:lnTo>
                    <a:pt x="427863" y="638048"/>
                  </a:lnTo>
                  <a:lnTo>
                    <a:pt x="430657" y="641096"/>
                  </a:lnTo>
                  <a:lnTo>
                    <a:pt x="432308" y="642239"/>
                  </a:lnTo>
                  <a:lnTo>
                    <a:pt x="436384" y="644144"/>
                  </a:lnTo>
                  <a:lnTo>
                    <a:pt x="436791" y="644144"/>
                  </a:lnTo>
                  <a:lnTo>
                    <a:pt x="438150" y="644398"/>
                  </a:lnTo>
                  <a:lnTo>
                    <a:pt x="443103" y="644398"/>
                  </a:lnTo>
                  <a:lnTo>
                    <a:pt x="445516" y="644144"/>
                  </a:lnTo>
                  <a:lnTo>
                    <a:pt x="447802" y="643509"/>
                  </a:lnTo>
                  <a:lnTo>
                    <a:pt x="449961" y="642874"/>
                  </a:lnTo>
                  <a:lnTo>
                    <a:pt x="452374" y="641858"/>
                  </a:lnTo>
                  <a:lnTo>
                    <a:pt x="454660" y="640461"/>
                  </a:lnTo>
                  <a:lnTo>
                    <a:pt x="457073" y="639064"/>
                  </a:lnTo>
                  <a:lnTo>
                    <a:pt x="459486" y="637159"/>
                  </a:lnTo>
                  <a:lnTo>
                    <a:pt x="464820" y="632587"/>
                  </a:lnTo>
                  <a:lnTo>
                    <a:pt x="465505" y="631952"/>
                  </a:lnTo>
                  <a:lnTo>
                    <a:pt x="467741" y="629920"/>
                  </a:lnTo>
                  <a:lnTo>
                    <a:pt x="470916" y="626618"/>
                  </a:lnTo>
                  <a:close/>
                </a:path>
                <a:path w="718820" h="644525">
                  <a:moveTo>
                    <a:pt x="608584" y="601472"/>
                  </a:moveTo>
                  <a:lnTo>
                    <a:pt x="501523" y="601472"/>
                  </a:lnTo>
                  <a:lnTo>
                    <a:pt x="501523" y="615696"/>
                  </a:lnTo>
                  <a:lnTo>
                    <a:pt x="608584" y="615696"/>
                  </a:lnTo>
                  <a:lnTo>
                    <a:pt x="608584" y="601472"/>
                  </a:lnTo>
                  <a:close/>
                </a:path>
                <a:path w="718820" h="644525">
                  <a:moveTo>
                    <a:pt x="608584" y="560959"/>
                  </a:moveTo>
                  <a:lnTo>
                    <a:pt x="501523" y="560959"/>
                  </a:lnTo>
                  <a:lnTo>
                    <a:pt x="501523" y="575183"/>
                  </a:lnTo>
                  <a:lnTo>
                    <a:pt x="608584" y="575183"/>
                  </a:lnTo>
                  <a:lnTo>
                    <a:pt x="608584" y="560959"/>
                  </a:lnTo>
                  <a:close/>
                </a:path>
                <a:path w="718820" h="644525">
                  <a:moveTo>
                    <a:pt x="718439" y="398907"/>
                  </a:moveTo>
                  <a:lnTo>
                    <a:pt x="699897" y="398907"/>
                  </a:lnTo>
                  <a:lnTo>
                    <a:pt x="697001" y="414985"/>
                  </a:lnTo>
                  <a:lnTo>
                    <a:pt x="693864" y="427926"/>
                  </a:lnTo>
                  <a:lnTo>
                    <a:pt x="690422" y="437743"/>
                  </a:lnTo>
                  <a:lnTo>
                    <a:pt x="686689" y="444373"/>
                  </a:lnTo>
                  <a:lnTo>
                    <a:pt x="681609" y="451104"/>
                  </a:lnTo>
                  <a:lnTo>
                    <a:pt x="674243" y="454533"/>
                  </a:lnTo>
                  <a:lnTo>
                    <a:pt x="446786" y="454533"/>
                  </a:lnTo>
                  <a:lnTo>
                    <a:pt x="608457" y="235077"/>
                  </a:lnTo>
                  <a:lnTo>
                    <a:pt x="608457" y="219837"/>
                  </a:lnTo>
                  <a:lnTo>
                    <a:pt x="458724" y="16383"/>
                  </a:lnTo>
                  <a:lnTo>
                    <a:pt x="656844" y="16383"/>
                  </a:lnTo>
                  <a:lnTo>
                    <a:pt x="687514" y="40513"/>
                  </a:lnTo>
                  <a:lnTo>
                    <a:pt x="695198" y="74295"/>
                  </a:lnTo>
                  <a:lnTo>
                    <a:pt x="711708" y="74295"/>
                  </a:lnTo>
                  <a:lnTo>
                    <a:pt x="711708" y="0"/>
                  </a:lnTo>
                  <a:lnTo>
                    <a:pt x="408432" y="0"/>
                  </a:lnTo>
                  <a:lnTo>
                    <a:pt x="408432" y="11938"/>
                  </a:lnTo>
                  <a:lnTo>
                    <a:pt x="579247" y="240030"/>
                  </a:lnTo>
                  <a:lnTo>
                    <a:pt x="403352" y="478536"/>
                  </a:lnTo>
                  <a:lnTo>
                    <a:pt x="403352" y="490982"/>
                  </a:lnTo>
                  <a:lnTo>
                    <a:pt x="712089" y="490982"/>
                  </a:lnTo>
                  <a:lnTo>
                    <a:pt x="718439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0897" y="1237995"/>
              <a:ext cx="78866" cy="11976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71260" y="852423"/>
              <a:ext cx="479547" cy="264287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42357" y="670051"/>
            <a:ext cx="99948" cy="17335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031485" y="1032002"/>
            <a:ext cx="339725" cy="175895"/>
          </a:xfrm>
          <a:custGeom>
            <a:avLst/>
            <a:gdLst/>
            <a:ahLst/>
            <a:cxnLst/>
            <a:rect l="l" t="t" r="r" b="b"/>
            <a:pathLst>
              <a:path w="339725" h="175894">
                <a:moveTo>
                  <a:pt x="319514" y="66039"/>
                </a:moveTo>
                <a:lnTo>
                  <a:pt x="290702" y="66039"/>
                </a:lnTo>
                <a:lnTo>
                  <a:pt x="293877" y="67310"/>
                </a:lnTo>
                <a:lnTo>
                  <a:pt x="297688" y="72389"/>
                </a:lnTo>
                <a:lnTo>
                  <a:pt x="298173" y="74392"/>
                </a:lnTo>
                <a:lnTo>
                  <a:pt x="298703" y="76835"/>
                </a:lnTo>
                <a:lnTo>
                  <a:pt x="298576" y="85725"/>
                </a:lnTo>
                <a:lnTo>
                  <a:pt x="298301" y="87884"/>
                </a:lnTo>
                <a:lnTo>
                  <a:pt x="297052" y="95250"/>
                </a:lnTo>
                <a:lnTo>
                  <a:pt x="295783" y="101092"/>
                </a:lnTo>
                <a:lnTo>
                  <a:pt x="293750" y="108965"/>
                </a:lnTo>
                <a:lnTo>
                  <a:pt x="288289" y="130683"/>
                </a:lnTo>
                <a:lnTo>
                  <a:pt x="285496" y="141224"/>
                </a:lnTo>
                <a:lnTo>
                  <a:pt x="284099" y="149225"/>
                </a:lnTo>
                <a:lnTo>
                  <a:pt x="284183" y="160909"/>
                </a:lnTo>
                <a:lnTo>
                  <a:pt x="285750" y="165608"/>
                </a:lnTo>
                <a:lnTo>
                  <a:pt x="288925" y="169545"/>
                </a:lnTo>
                <a:lnTo>
                  <a:pt x="292333" y="173609"/>
                </a:lnTo>
                <a:lnTo>
                  <a:pt x="292514" y="173609"/>
                </a:lnTo>
                <a:lnTo>
                  <a:pt x="296544" y="175387"/>
                </a:lnTo>
                <a:lnTo>
                  <a:pt x="308863" y="175387"/>
                </a:lnTo>
                <a:lnTo>
                  <a:pt x="314960" y="173609"/>
                </a:lnTo>
                <a:lnTo>
                  <a:pt x="325754" y="166370"/>
                </a:lnTo>
                <a:lnTo>
                  <a:pt x="331836" y="160909"/>
                </a:lnTo>
                <a:lnTo>
                  <a:pt x="309625" y="160909"/>
                </a:lnTo>
                <a:lnTo>
                  <a:pt x="307848" y="160147"/>
                </a:lnTo>
                <a:lnTo>
                  <a:pt x="306831" y="158623"/>
                </a:lnTo>
                <a:lnTo>
                  <a:pt x="305688" y="157225"/>
                </a:lnTo>
                <a:lnTo>
                  <a:pt x="305180" y="154812"/>
                </a:lnTo>
                <a:lnTo>
                  <a:pt x="305180" y="147574"/>
                </a:lnTo>
                <a:lnTo>
                  <a:pt x="306324" y="141224"/>
                </a:lnTo>
                <a:lnTo>
                  <a:pt x="308610" y="132080"/>
                </a:lnTo>
                <a:lnTo>
                  <a:pt x="319150" y="89408"/>
                </a:lnTo>
                <a:lnTo>
                  <a:pt x="320421" y="81914"/>
                </a:lnTo>
                <a:lnTo>
                  <a:pt x="320421" y="68834"/>
                </a:lnTo>
                <a:lnTo>
                  <a:pt x="320253" y="68214"/>
                </a:lnTo>
                <a:lnTo>
                  <a:pt x="319514" y="66039"/>
                </a:lnTo>
                <a:close/>
              </a:path>
              <a:path w="339725" h="175894">
                <a:moveTo>
                  <a:pt x="183261" y="65659"/>
                </a:moveTo>
                <a:lnTo>
                  <a:pt x="159258" y="65659"/>
                </a:lnTo>
                <a:lnTo>
                  <a:pt x="160909" y="66421"/>
                </a:lnTo>
                <a:lnTo>
                  <a:pt x="162051" y="67945"/>
                </a:lnTo>
                <a:lnTo>
                  <a:pt x="163067" y="69342"/>
                </a:lnTo>
                <a:lnTo>
                  <a:pt x="163702" y="71882"/>
                </a:lnTo>
                <a:lnTo>
                  <a:pt x="163702" y="79501"/>
                </a:lnTo>
                <a:lnTo>
                  <a:pt x="162852" y="84709"/>
                </a:lnTo>
                <a:lnTo>
                  <a:pt x="162749" y="85344"/>
                </a:lnTo>
                <a:lnTo>
                  <a:pt x="162687" y="85725"/>
                </a:lnTo>
                <a:lnTo>
                  <a:pt x="160993" y="93345"/>
                </a:lnTo>
                <a:lnTo>
                  <a:pt x="142562" y="173609"/>
                </a:lnTo>
                <a:lnTo>
                  <a:pt x="164282" y="173609"/>
                </a:lnTo>
                <a:lnTo>
                  <a:pt x="176275" y="118999"/>
                </a:lnTo>
                <a:lnTo>
                  <a:pt x="177926" y="111251"/>
                </a:lnTo>
                <a:lnTo>
                  <a:pt x="180212" y="104775"/>
                </a:lnTo>
                <a:lnTo>
                  <a:pt x="185292" y="94107"/>
                </a:lnTo>
                <a:lnTo>
                  <a:pt x="188892" y="88646"/>
                </a:lnTo>
                <a:lnTo>
                  <a:pt x="191460" y="85344"/>
                </a:lnTo>
                <a:lnTo>
                  <a:pt x="182244" y="85344"/>
                </a:lnTo>
                <a:lnTo>
                  <a:pt x="180339" y="84709"/>
                </a:lnTo>
                <a:lnTo>
                  <a:pt x="182244" y="79501"/>
                </a:lnTo>
                <a:lnTo>
                  <a:pt x="183234" y="74802"/>
                </a:lnTo>
                <a:lnTo>
                  <a:pt x="183261" y="65659"/>
                </a:lnTo>
                <a:close/>
              </a:path>
              <a:path w="339725" h="175894">
                <a:moveTo>
                  <a:pt x="251523" y="66039"/>
                </a:moveTo>
                <a:lnTo>
                  <a:pt x="221868" y="66039"/>
                </a:lnTo>
                <a:lnTo>
                  <a:pt x="225298" y="67310"/>
                </a:lnTo>
                <a:lnTo>
                  <a:pt x="227437" y="69976"/>
                </a:lnTo>
                <a:lnTo>
                  <a:pt x="229488" y="72389"/>
                </a:lnTo>
                <a:lnTo>
                  <a:pt x="230019" y="74392"/>
                </a:lnTo>
                <a:lnTo>
                  <a:pt x="230631" y="76835"/>
                </a:lnTo>
                <a:lnTo>
                  <a:pt x="230588" y="85725"/>
                </a:lnTo>
                <a:lnTo>
                  <a:pt x="230338" y="87884"/>
                </a:lnTo>
                <a:lnTo>
                  <a:pt x="230250" y="88646"/>
                </a:lnTo>
                <a:lnTo>
                  <a:pt x="228980" y="96012"/>
                </a:lnTo>
                <a:lnTo>
                  <a:pt x="227837" y="101853"/>
                </a:lnTo>
                <a:lnTo>
                  <a:pt x="224041" y="118490"/>
                </a:lnTo>
                <a:lnTo>
                  <a:pt x="211524" y="173609"/>
                </a:lnTo>
                <a:lnTo>
                  <a:pt x="233246" y="173609"/>
                </a:lnTo>
                <a:lnTo>
                  <a:pt x="244623" y="118999"/>
                </a:lnTo>
                <a:lnTo>
                  <a:pt x="246390" y="111251"/>
                </a:lnTo>
                <a:lnTo>
                  <a:pt x="262988" y="81534"/>
                </a:lnTo>
                <a:lnTo>
                  <a:pt x="252475" y="81534"/>
                </a:lnTo>
                <a:lnTo>
                  <a:pt x="252602" y="69342"/>
                </a:lnTo>
                <a:lnTo>
                  <a:pt x="251731" y="66675"/>
                </a:lnTo>
                <a:lnTo>
                  <a:pt x="251648" y="66421"/>
                </a:lnTo>
                <a:lnTo>
                  <a:pt x="251523" y="66039"/>
                </a:lnTo>
                <a:close/>
              </a:path>
              <a:path w="339725" h="175894">
                <a:moveTo>
                  <a:pt x="332104" y="146176"/>
                </a:moveTo>
                <a:lnTo>
                  <a:pt x="314451" y="160909"/>
                </a:lnTo>
                <a:lnTo>
                  <a:pt x="331857" y="160909"/>
                </a:lnTo>
                <a:lnTo>
                  <a:pt x="339216" y="153162"/>
                </a:lnTo>
                <a:lnTo>
                  <a:pt x="332104" y="146176"/>
                </a:lnTo>
                <a:close/>
              </a:path>
              <a:path w="339725" h="175894">
                <a:moveTo>
                  <a:pt x="235965" y="51308"/>
                </a:moveTo>
                <a:lnTo>
                  <a:pt x="220217" y="51308"/>
                </a:lnTo>
                <a:lnTo>
                  <a:pt x="212471" y="54101"/>
                </a:lnTo>
                <a:lnTo>
                  <a:pt x="181772" y="85344"/>
                </a:lnTo>
                <a:lnTo>
                  <a:pt x="191460" y="85344"/>
                </a:lnTo>
                <a:lnTo>
                  <a:pt x="198119" y="76835"/>
                </a:lnTo>
                <a:lnTo>
                  <a:pt x="202437" y="72644"/>
                </a:lnTo>
                <a:lnTo>
                  <a:pt x="210565" y="67310"/>
                </a:lnTo>
                <a:lnTo>
                  <a:pt x="214249" y="66039"/>
                </a:lnTo>
                <a:lnTo>
                  <a:pt x="251523" y="66039"/>
                </a:lnTo>
                <a:lnTo>
                  <a:pt x="250534" y="63013"/>
                </a:lnTo>
                <a:lnTo>
                  <a:pt x="250443" y="62737"/>
                </a:lnTo>
                <a:lnTo>
                  <a:pt x="242062" y="53594"/>
                </a:lnTo>
                <a:lnTo>
                  <a:pt x="235965" y="51308"/>
                </a:lnTo>
                <a:close/>
              </a:path>
              <a:path w="339725" h="175894">
                <a:moveTo>
                  <a:pt x="303911" y="51308"/>
                </a:moveTo>
                <a:lnTo>
                  <a:pt x="288543" y="51308"/>
                </a:lnTo>
                <a:lnTo>
                  <a:pt x="281177" y="53848"/>
                </a:lnTo>
                <a:lnTo>
                  <a:pt x="252475" y="81534"/>
                </a:lnTo>
                <a:lnTo>
                  <a:pt x="262988" y="81534"/>
                </a:lnTo>
                <a:lnTo>
                  <a:pt x="266725" y="76835"/>
                </a:lnTo>
                <a:lnTo>
                  <a:pt x="271017" y="72644"/>
                </a:lnTo>
                <a:lnTo>
                  <a:pt x="275081" y="69976"/>
                </a:lnTo>
                <a:lnTo>
                  <a:pt x="279018" y="67310"/>
                </a:lnTo>
                <a:lnTo>
                  <a:pt x="282828" y="66039"/>
                </a:lnTo>
                <a:lnTo>
                  <a:pt x="319514" y="66039"/>
                </a:lnTo>
                <a:lnTo>
                  <a:pt x="318262" y="62357"/>
                </a:lnTo>
                <a:lnTo>
                  <a:pt x="314071" y="58038"/>
                </a:lnTo>
                <a:lnTo>
                  <a:pt x="309879" y="53594"/>
                </a:lnTo>
                <a:lnTo>
                  <a:pt x="303911" y="51308"/>
                </a:lnTo>
                <a:close/>
              </a:path>
              <a:path w="339725" h="175894">
                <a:moveTo>
                  <a:pt x="171749" y="51308"/>
                </a:moveTo>
                <a:lnTo>
                  <a:pt x="159348" y="51308"/>
                </a:lnTo>
                <a:lnTo>
                  <a:pt x="153924" y="52959"/>
                </a:lnTo>
                <a:lnTo>
                  <a:pt x="148589" y="56514"/>
                </a:lnTo>
                <a:lnTo>
                  <a:pt x="143383" y="60071"/>
                </a:lnTo>
                <a:lnTo>
                  <a:pt x="137033" y="65659"/>
                </a:lnTo>
                <a:lnTo>
                  <a:pt x="129666" y="73406"/>
                </a:lnTo>
                <a:lnTo>
                  <a:pt x="136778" y="80390"/>
                </a:lnTo>
                <a:lnTo>
                  <a:pt x="141859" y="74802"/>
                </a:lnTo>
                <a:lnTo>
                  <a:pt x="145796" y="70993"/>
                </a:lnTo>
                <a:lnTo>
                  <a:pt x="148589" y="68834"/>
                </a:lnTo>
                <a:lnTo>
                  <a:pt x="151511" y="66675"/>
                </a:lnTo>
                <a:lnTo>
                  <a:pt x="154304" y="65659"/>
                </a:lnTo>
                <a:lnTo>
                  <a:pt x="183261" y="65659"/>
                </a:lnTo>
                <a:lnTo>
                  <a:pt x="183261" y="64428"/>
                </a:lnTo>
                <a:lnTo>
                  <a:pt x="181821" y="60071"/>
                </a:lnTo>
                <a:lnTo>
                  <a:pt x="181737" y="59817"/>
                </a:lnTo>
                <a:lnTo>
                  <a:pt x="175640" y="52959"/>
                </a:lnTo>
                <a:lnTo>
                  <a:pt x="171749" y="51308"/>
                </a:lnTo>
                <a:close/>
              </a:path>
              <a:path w="339725" h="175894">
                <a:moveTo>
                  <a:pt x="92467" y="11557"/>
                </a:moveTo>
                <a:lnTo>
                  <a:pt x="56768" y="11557"/>
                </a:lnTo>
                <a:lnTo>
                  <a:pt x="61975" y="12953"/>
                </a:lnTo>
                <a:lnTo>
                  <a:pt x="66166" y="15621"/>
                </a:lnTo>
                <a:lnTo>
                  <a:pt x="70358" y="18414"/>
                </a:lnTo>
                <a:lnTo>
                  <a:pt x="73405" y="22225"/>
                </a:lnTo>
                <a:lnTo>
                  <a:pt x="77469" y="31876"/>
                </a:lnTo>
                <a:lnTo>
                  <a:pt x="78359" y="37337"/>
                </a:lnTo>
                <a:lnTo>
                  <a:pt x="78285" y="48387"/>
                </a:lnTo>
                <a:lnTo>
                  <a:pt x="77977" y="51562"/>
                </a:lnTo>
                <a:lnTo>
                  <a:pt x="76962" y="55372"/>
                </a:lnTo>
                <a:lnTo>
                  <a:pt x="75946" y="59309"/>
                </a:lnTo>
                <a:lnTo>
                  <a:pt x="74395" y="63246"/>
                </a:lnTo>
                <a:lnTo>
                  <a:pt x="74294" y="63500"/>
                </a:lnTo>
                <a:lnTo>
                  <a:pt x="72009" y="67818"/>
                </a:lnTo>
                <a:lnTo>
                  <a:pt x="47251" y="100298"/>
                </a:lnTo>
                <a:lnTo>
                  <a:pt x="40512" y="107823"/>
                </a:lnTo>
                <a:lnTo>
                  <a:pt x="32587" y="116867"/>
                </a:lnTo>
                <a:lnTo>
                  <a:pt x="6286" y="154050"/>
                </a:lnTo>
                <a:lnTo>
                  <a:pt x="0" y="167386"/>
                </a:lnTo>
                <a:lnTo>
                  <a:pt x="0" y="173355"/>
                </a:lnTo>
                <a:lnTo>
                  <a:pt x="103250" y="173355"/>
                </a:lnTo>
                <a:lnTo>
                  <a:pt x="104386" y="154050"/>
                </a:lnTo>
                <a:lnTo>
                  <a:pt x="104431" y="153288"/>
                </a:lnTo>
                <a:lnTo>
                  <a:pt x="24511" y="153288"/>
                </a:lnTo>
                <a:lnTo>
                  <a:pt x="30881" y="143510"/>
                </a:lnTo>
                <a:lnTo>
                  <a:pt x="38893" y="132826"/>
                </a:lnTo>
                <a:lnTo>
                  <a:pt x="48442" y="121410"/>
                </a:lnTo>
                <a:lnTo>
                  <a:pt x="59562" y="109220"/>
                </a:lnTo>
                <a:lnTo>
                  <a:pt x="66161" y="102221"/>
                </a:lnTo>
                <a:lnTo>
                  <a:pt x="71675" y="96281"/>
                </a:lnTo>
                <a:lnTo>
                  <a:pt x="76118" y="91414"/>
                </a:lnTo>
                <a:lnTo>
                  <a:pt x="79501" y="87630"/>
                </a:lnTo>
                <a:lnTo>
                  <a:pt x="83323" y="83438"/>
                </a:lnTo>
                <a:lnTo>
                  <a:pt x="102742" y="48387"/>
                </a:lnTo>
                <a:lnTo>
                  <a:pt x="103124" y="44323"/>
                </a:lnTo>
                <a:lnTo>
                  <a:pt x="103124" y="39877"/>
                </a:lnTo>
                <a:lnTo>
                  <a:pt x="102476" y="31876"/>
                </a:lnTo>
                <a:lnTo>
                  <a:pt x="102383" y="30734"/>
                </a:lnTo>
                <a:lnTo>
                  <a:pt x="100155" y="22733"/>
                </a:lnTo>
                <a:lnTo>
                  <a:pt x="96426" y="15875"/>
                </a:lnTo>
                <a:lnTo>
                  <a:pt x="92467" y="11557"/>
                </a:lnTo>
                <a:close/>
              </a:path>
              <a:path w="339725" h="175894">
                <a:moveTo>
                  <a:pt x="105410" y="136651"/>
                </a:moveTo>
                <a:lnTo>
                  <a:pt x="94741" y="136651"/>
                </a:lnTo>
                <a:lnTo>
                  <a:pt x="92328" y="143510"/>
                </a:lnTo>
                <a:lnTo>
                  <a:pt x="90550" y="147320"/>
                </a:lnTo>
                <a:lnTo>
                  <a:pt x="75946" y="153288"/>
                </a:lnTo>
                <a:lnTo>
                  <a:pt x="104431" y="153288"/>
                </a:lnTo>
                <a:lnTo>
                  <a:pt x="105410" y="136651"/>
                </a:lnTo>
                <a:close/>
              </a:path>
              <a:path w="339725" h="175894">
                <a:moveTo>
                  <a:pt x="56006" y="0"/>
                </a:moveTo>
                <a:lnTo>
                  <a:pt x="48894" y="0"/>
                </a:lnTo>
                <a:lnTo>
                  <a:pt x="41021" y="1015"/>
                </a:lnTo>
                <a:lnTo>
                  <a:pt x="3683" y="13462"/>
                </a:lnTo>
                <a:lnTo>
                  <a:pt x="3683" y="37592"/>
                </a:lnTo>
                <a:lnTo>
                  <a:pt x="18923" y="37592"/>
                </a:lnTo>
                <a:lnTo>
                  <a:pt x="23971" y="26183"/>
                </a:lnTo>
                <a:lnTo>
                  <a:pt x="30924" y="18049"/>
                </a:lnTo>
                <a:lnTo>
                  <a:pt x="39782" y="13178"/>
                </a:lnTo>
                <a:lnTo>
                  <a:pt x="50546" y="11557"/>
                </a:lnTo>
                <a:lnTo>
                  <a:pt x="92467" y="11557"/>
                </a:lnTo>
                <a:lnTo>
                  <a:pt x="91200" y="10175"/>
                </a:lnTo>
                <a:lnTo>
                  <a:pt x="84546" y="5732"/>
                </a:lnTo>
                <a:lnTo>
                  <a:pt x="76453" y="2555"/>
                </a:lnTo>
                <a:lnTo>
                  <a:pt x="66932" y="640"/>
                </a:lnTo>
                <a:lnTo>
                  <a:pt x="560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95290" y="548386"/>
            <a:ext cx="170942" cy="96647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6304667" y="794766"/>
            <a:ext cx="575310" cy="321310"/>
            <a:chOff x="6304667" y="794766"/>
            <a:chExt cx="575310" cy="321310"/>
          </a:xfrm>
        </p:grpSpPr>
        <p:sp>
          <p:nvSpPr>
            <p:cNvPr id="18" name="object 18"/>
            <p:cNvSpPr/>
            <p:nvPr/>
          </p:nvSpPr>
          <p:spPr>
            <a:xfrm>
              <a:off x="6304667" y="805180"/>
              <a:ext cx="575310" cy="311150"/>
            </a:xfrm>
            <a:custGeom>
              <a:avLst/>
              <a:gdLst/>
              <a:ahLst/>
              <a:cxnLst/>
              <a:rect l="l" t="t" r="r" b="b"/>
              <a:pathLst>
                <a:path w="575309" h="311150">
                  <a:moveTo>
                    <a:pt x="493516" y="0"/>
                  </a:moveTo>
                  <a:lnTo>
                    <a:pt x="490341" y="10287"/>
                  </a:lnTo>
                  <a:lnTo>
                    <a:pt x="504652" y="17690"/>
                  </a:lnTo>
                  <a:lnTo>
                    <a:pt x="517106" y="28463"/>
                  </a:lnTo>
                  <a:lnTo>
                    <a:pt x="543276" y="80456"/>
                  </a:lnTo>
                  <a:lnTo>
                    <a:pt x="551086" y="128133"/>
                  </a:lnTo>
                  <a:lnTo>
                    <a:pt x="552063" y="155448"/>
                  </a:lnTo>
                  <a:lnTo>
                    <a:pt x="551086" y="182669"/>
                  </a:lnTo>
                  <a:lnTo>
                    <a:pt x="543276" y="230207"/>
                  </a:lnTo>
                  <a:lnTo>
                    <a:pt x="527702" y="268047"/>
                  </a:lnTo>
                  <a:lnTo>
                    <a:pt x="490341" y="300355"/>
                  </a:lnTo>
                  <a:lnTo>
                    <a:pt x="493516" y="310642"/>
                  </a:lnTo>
                  <a:lnTo>
                    <a:pt x="528218" y="292163"/>
                  </a:lnTo>
                  <a:lnTo>
                    <a:pt x="553968" y="257302"/>
                  </a:lnTo>
                  <a:lnTo>
                    <a:pt x="569858" y="210264"/>
                  </a:lnTo>
                  <a:lnTo>
                    <a:pt x="575171" y="155448"/>
                  </a:lnTo>
                  <a:lnTo>
                    <a:pt x="573904" y="128133"/>
                  </a:lnTo>
                  <a:lnTo>
                    <a:pt x="563229" y="75864"/>
                  </a:lnTo>
                  <a:lnTo>
                    <a:pt x="542200" y="33861"/>
                  </a:lnTo>
                  <a:lnTo>
                    <a:pt x="511998" y="7191"/>
                  </a:lnTo>
                  <a:lnTo>
                    <a:pt x="493516" y="0"/>
                  </a:lnTo>
                  <a:close/>
                </a:path>
                <a:path w="575309" h="311150">
                  <a:moveTo>
                    <a:pt x="81655" y="0"/>
                  </a:moveTo>
                  <a:lnTo>
                    <a:pt x="46904" y="18478"/>
                  </a:lnTo>
                  <a:lnTo>
                    <a:pt x="21203" y="53340"/>
                  </a:lnTo>
                  <a:lnTo>
                    <a:pt x="5312" y="100377"/>
                  </a:lnTo>
                  <a:lnTo>
                    <a:pt x="0" y="155448"/>
                  </a:lnTo>
                  <a:lnTo>
                    <a:pt x="1273" y="182669"/>
                  </a:lnTo>
                  <a:lnTo>
                    <a:pt x="11941" y="234777"/>
                  </a:lnTo>
                  <a:lnTo>
                    <a:pt x="32916" y="276780"/>
                  </a:lnTo>
                  <a:lnTo>
                    <a:pt x="63154" y="303450"/>
                  </a:lnTo>
                  <a:lnTo>
                    <a:pt x="81655" y="310642"/>
                  </a:lnTo>
                  <a:lnTo>
                    <a:pt x="84703" y="300355"/>
                  </a:lnTo>
                  <a:lnTo>
                    <a:pt x="70465" y="292951"/>
                  </a:lnTo>
                  <a:lnTo>
                    <a:pt x="58048" y="282178"/>
                  </a:lnTo>
                  <a:lnTo>
                    <a:pt x="31894" y="230207"/>
                  </a:lnTo>
                  <a:lnTo>
                    <a:pt x="24084" y="182669"/>
                  </a:lnTo>
                  <a:lnTo>
                    <a:pt x="23108" y="155448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466" y="42594"/>
                  </a:lnTo>
                  <a:lnTo>
                    <a:pt x="84703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00165" y="911733"/>
              <a:ext cx="129286" cy="12420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65519" y="794766"/>
              <a:ext cx="197992" cy="176403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7024623" y="952054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40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7311643" y="794766"/>
            <a:ext cx="588010" cy="295910"/>
            <a:chOff x="7311643" y="794766"/>
            <a:chExt cx="588010" cy="295910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11643" y="911860"/>
              <a:ext cx="139191" cy="17678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79918" y="794766"/>
              <a:ext cx="197992" cy="1764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06105" y="852424"/>
              <a:ext cx="79248" cy="23825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8754" y="818261"/>
              <a:ext cx="80518" cy="120396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44802" y="2723133"/>
            <a:ext cx="212597" cy="144653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1673098" y="2737611"/>
            <a:ext cx="183515" cy="81915"/>
          </a:xfrm>
          <a:custGeom>
            <a:avLst/>
            <a:gdLst/>
            <a:ahLst/>
            <a:cxnLst/>
            <a:rect l="l" t="t" r="r" b="b"/>
            <a:pathLst>
              <a:path w="183514" h="81914">
                <a:moveTo>
                  <a:pt x="183388" y="61722"/>
                </a:moveTo>
                <a:lnTo>
                  <a:pt x="0" y="61722"/>
                </a:lnTo>
                <a:lnTo>
                  <a:pt x="0" y="81534"/>
                </a:lnTo>
                <a:lnTo>
                  <a:pt x="183388" y="81534"/>
                </a:lnTo>
                <a:lnTo>
                  <a:pt x="183388" y="61722"/>
                </a:lnTo>
                <a:close/>
              </a:path>
              <a:path w="183514" h="81914">
                <a:moveTo>
                  <a:pt x="183388" y="0"/>
                </a:moveTo>
                <a:lnTo>
                  <a:pt x="0" y="0"/>
                </a:lnTo>
                <a:lnTo>
                  <a:pt x="0" y="19812"/>
                </a:lnTo>
                <a:lnTo>
                  <a:pt x="183388" y="19812"/>
                </a:lnTo>
                <a:lnTo>
                  <a:pt x="183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73452" y="2723133"/>
            <a:ext cx="212598" cy="14465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50263" y="3347973"/>
            <a:ext cx="135001" cy="215137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1615948" y="3432936"/>
            <a:ext cx="183515" cy="81915"/>
          </a:xfrm>
          <a:custGeom>
            <a:avLst/>
            <a:gdLst/>
            <a:ahLst/>
            <a:cxnLst/>
            <a:rect l="l" t="t" r="r" b="b"/>
            <a:pathLst>
              <a:path w="183514" h="81914">
                <a:moveTo>
                  <a:pt x="183388" y="61722"/>
                </a:moveTo>
                <a:lnTo>
                  <a:pt x="0" y="61722"/>
                </a:lnTo>
                <a:lnTo>
                  <a:pt x="0" y="81534"/>
                </a:lnTo>
                <a:lnTo>
                  <a:pt x="183388" y="81534"/>
                </a:lnTo>
                <a:lnTo>
                  <a:pt x="183388" y="61722"/>
                </a:lnTo>
                <a:close/>
              </a:path>
              <a:path w="183514" h="81914">
                <a:moveTo>
                  <a:pt x="183388" y="0"/>
                </a:moveTo>
                <a:lnTo>
                  <a:pt x="0" y="0"/>
                </a:lnTo>
                <a:lnTo>
                  <a:pt x="0" y="19812"/>
                </a:lnTo>
                <a:lnTo>
                  <a:pt x="183388" y="19812"/>
                </a:lnTo>
                <a:lnTo>
                  <a:pt x="183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21764" y="3347973"/>
            <a:ext cx="135000" cy="215137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2168398" y="3463688"/>
            <a:ext cx="183515" cy="20320"/>
          </a:xfrm>
          <a:custGeom>
            <a:avLst/>
            <a:gdLst/>
            <a:ahLst/>
            <a:cxnLst/>
            <a:rect l="l" t="t" r="r" b="b"/>
            <a:pathLst>
              <a:path w="183514" h="20320">
                <a:moveTo>
                  <a:pt x="183349" y="0"/>
                </a:moveTo>
                <a:lnTo>
                  <a:pt x="0" y="0"/>
                </a:lnTo>
                <a:lnTo>
                  <a:pt x="0" y="19794"/>
                </a:lnTo>
                <a:lnTo>
                  <a:pt x="183349" y="19794"/>
                </a:lnTo>
                <a:lnTo>
                  <a:pt x="1833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67727" y="3755072"/>
            <a:ext cx="14414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177409" y="2388997"/>
            <a:ext cx="170941" cy="96646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2292223" y="2085975"/>
            <a:ext cx="3650615" cy="1967864"/>
            <a:chOff x="2292223" y="2085975"/>
            <a:chExt cx="3650615" cy="1967864"/>
          </a:xfrm>
        </p:grpSpPr>
        <p:sp>
          <p:nvSpPr>
            <p:cNvPr id="37" name="object 37"/>
            <p:cNvSpPr/>
            <p:nvPr/>
          </p:nvSpPr>
          <p:spPr>
            <a:xfrm>
              <a:off x="2292223" y="2768371"/>
              <a:ext cx="2767330" cy="40005"/>
            </a:xfrm>
            <a:custGeom>
              <a:avLst/>
              <a:gdLst/>
              <a:ahLst/>
              <a:cxnLst/>
              <a:rect l="l" t="t" r="r" b="b"/>
              <a:pathLst>
                <a:path w="2767329" h="40005">
                  <a:moveTo>
                    <a:pt x="183349" y="0"/>
                  </a:moveTo>
                  <a:lnTo>
                    <a:pt x="0" y="0"/>
                  </a:lnTo>
                  <a:lnTo>
                    <a:pt x="0" y="19786"/>
                  </a:lnTo>
                  <a:lnTo>
                    <a:pt x="183349" y="19786"/>
                  </a:lnTo>
                  <a:lnTo>
                    <a:pt x="183349" y="0"/>
                  </a:lnTo>
                  <a:close/>
                </a:path>
                <a:path w="2767329" h="40005">
                  <a:moveTo>
                    <a:pt x="2767076" y="20421"/>
                  </a:moveTo>
                  <a:lnTo>
                    <a:pt x="2548001" y="20421"/>
                  </a:lnTo>
                  <a:lnTo>
                    <a:pt x="2548001" y="39471"/>
                  </a:lnTo>
                  <a:lnTo>
                    <a:pt x="2767076" y="39471"/>
                  </a:lnTo>
                  <a:lnTo>
                    <a:pt x="2767076" y="204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00676" y="2510536"/>
              <a:ext cx="99949" cy="17348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43272" y="2923794"/>
              <a:ext cx="209550" cy="12420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100701" y="2555620"/>
              <a:ext cx="315595" cy="644525"/>
            </a:xfrm>
            <a:custGeom>
              <a:avLst/>
              <a:gdLst/>
              <a:ahLst/>
              <a:cxnLst/>
              <a:rect l="l" t="t" r="r" b="b"/>
              <a:pathLst>
                <a:path w="315595" h="644525">
                  <a:moveTo>
                    <a:pt x="64135" y="511175"/>
                  </a:moveTo>
                  <a:lnTo>
                    <a:pt x="45466" y="511175"/>
                  </a:lnTo>
                  <a:lnTo>
                    <a:pt x="41148" y="531241"/>
                  </a:lnTo>
                  <a:lnTo>
                    <a:pt x="59563" y="531241"/>
                  </a:lnTo>
                  <a:lnTo>
                    <a:pt x="64135" y="511175"/>
                  </a:lnTo>
                  <a:close/>
                </a:path>
                <a:path w="315595" h="644525">
                  <a:moveTo>
                    <a:pt x="67564" y="626618"/>
                  </a:moveTo>
                  <a:lnTo>
                    <a:pt x="61341" y="620395"/>
                  </a:lnTo>
                  <a:lnTo>
                    <a:pt x="57785" y="624205"/>
                  </a:lnTo>
                  <a:lnTo>
                    <a:pt x="56261" y="625729"/>
                  </a:lnTo>
                  <a:lnTo>
                    <a:pt x="46228" y="631952"/>
                  </a:lnTo>
                  <a:lnTo>
                    <a:pt x="43180" y="631952"/>
                  </a:lnTo>
                  <a:lnTo>
                    <a:pt x="41783" y="631444"/>
                  </a:lnTo>
                  <a:lnTo>
                    <a:pt x="40767" y="630428"/>
                  </a:lnTo>
                  <a:lnTo>
                    <a:pt x="39751" y="629285"/>
                  </a:lnTo>
                  <a:lnTo>
                    <a:pt x="39370" y="627634"/>
                  </a:lnTo>
                  <a:lnTo>
                    <a:pt x="39497" y="621538"/>
                  </a:lnTo>
                  <a:lnTo>
                    <a:pt x="39878" y="619379"/>
                  </a:lnTo>
                  <a:lnTo>
                    <a:pt x="40132" y="617220"/>
                  </a:lnTo>
                  <a:lnTo>
                    <a:pt x="40767" y="614299"/>
                  </a:lnTo>
                  <a:lnTo>
                    <a:pt x="41656" y="610616"/>
                  </a:lnTo>
                  <a:lnTo>
                    <a:pt x="55372" y="548767"/>
                  </a:lnTo>
                  <a:lnTo>
                    <a:pt x="50927" y="548767"/>
                  </a:lnTo>
                  <a:lnTo>
                    <a:pt x="23876" y="549783"/>
                  </a:lnTo>
                  <a:lnTo>
                    <a:pt x="22733" y="556006"/>
                  </a:lnTo>
                  <a:lnTo>
                    <a:pt x="26797" y="556133"/>
                  </a:lnTo>
                  <a:lnTo>
                    <a:pt x="29591" y="556768"/>
                  </a:lnTo>
                  <a:lnTo>
                    <a:pt x="31242" y="557911"/>
                  </a:lnTo>
                  <a:lnTo>
                    <a:pt x="32766" y="559054"/>
                  </a:lnTo>
                  <a:lnTo>
                    <a:pt x="33655" y="560832"/>
                  </a:lnTo>
                  <a:lnTo>
                    <a:pt x="33782" y="563245"/>
                  </a:lnTo>
                  <a:lnTo>
                    <a:pt x="33782" y="564896"/>
                  </a:lnTo>
                  <a:lnTo>
                    <a:pt x="33528" y="565912"/>
                  </a:lnTo>
                  <a:lnTo>
                    <a:pt x="33274" y="568833"/>
                  </a:lnTo>
                  <a:lnTo>
                    <a:pt x="32766" y="572008"/>
                  </a:lnTo>
                  <a:lnTo>
                    <a:pt x="32004" y="575691"/>
                  </a:lnTo>
                  <a:lnTo>
                    <a:pt x="31369" y="579247"/>
                  </a:lnTo>
                  <a:lnTo>
                    <a:pt x="30480" y="582930"/>
                  </a:lnTo>
                  <a:lnTo>
                    <a:pt x="28702" y="590550"/>
                  </a:lnTo>
                  <a:lnTo>
                    <a:pt x="26924" y="598424"/>
                  </a:lnTo>
                  <a:lnTo>
                    <a:pt x="25908" y="602234"/>
                  </a:lnTo>
                  <a:lnTo>
                    <a:pt x="25146" y="606044"/>
                  </a:lnTo>
                  <a:lnTo>
                    <a:pt x="24257" y="609600"/>
                  </a:lnTo>
                  <a:lnTo>
                    <a:pt x="23495" y="613156"/>
                  </a:lnTo>
                  <a:lnTo>
                    <a:pt x="22860" y="616458"/>
                  </a:lnTo>
                  <a:lnTo>
                    <a:pt x="21844" y="622554"/>
                  </a:lnTo>
                  <a:lnTo>
                    <a:pt x="21971" y="631952"/>
                  </a:lnTo>
                  <a:lnTo>
                    <a:pt x="33032" y="644144"/>
                  </a:lnTo>
                  <a:lnTo>
                    <a:pt x="33439" y="644144"/>
                  </a:lnTo>
                  <a:lnTo>
                    <a:pt x="34798" y="644398"/>
                  </a:lnTo>
                  <a:lnTo>
                    <a:pt x="39751" y="644398"/>
                  </a:lnTo>
                  <a:lnTo>
                    <a:pt x="42164" y="644144"/>
                  </a:lnTo>
                  <a:lnTo>
                    <a:pt x="62128" y="631952"/>
                  </a:lnTo>
                  <a:lnTo>
                    <a:pt x="64389" y="629793"/>
                  </a:lnTo>
                  <a:lnTo>
                    <a:pt x="67564" y="626618"/>
                  </a:lnTo>
                  <a:close/>
                </a:path>
                <a:path w="315595" h="644525">
                  <a:moveTo>
                    <a:pt x="205232" y="601472"/>
                  </a:moveTo>
                  <a:lnTo>
                    <a:pt x="98171" y="601472"/>
                  </a:lnTo>
                  <a:lnTo>
                    <a:pt x="98171" y="615696"/>
                  </a:lnTo>
                  <a:lnTo>
                    <a:pt x="205232" y="615696"/>
                  </a:lnTo>
                  <a:lnTo>
                    <a:pt x="205232" y="601472"/>
                  </a:lnTo>
                  <a:close/>
                </a:path>
                <a:path w="315595" h="644525">
                  <a:moveTo>
                    <a:pt x="205232" y="560959"/>
                  </a:moveTo>
                  <a:lnTo>
                    <a:pt x="98171" y="560959"/>
                  </a:lnTo>
                  <a:lnTo>
                    <a:pt x="98171" y="575183"/>
                  </a:lnTo>
                  <a:lnTo>
                    <a:pt x="205232" y="575183"/>
                  </a:lnTo>
                  <a:lnTo>
                    <a:pt x="205232" y="560959"/>
                  </a:lnTo>
                  <a:close/>
                </a:path>
                <a:path w="315595" h="644525">
                  <a:moveTo>
                    <a:pt x="315087" y="398907"/>
                  </a:moveTo>
                  <a:lnTo>
                    <a:pt x="296545" y="398907"/>
                  </a:lnTo>
                  <a:lnTo>
                    <a:pt x="293649" y="414959"/>
                  </a:lnTo>
                  <a:lnTo>
                    <a:pt x="290512" y="427888"/>
                  </a:lnTo>
                  <a:lnTo>
                    <a:pt x="287070" y="437680"/>
                  </a:lnTo>
                  <a:lnTo>
                    <a:pt x="283337" y="444373"/>
                  </a:lnTo>
                  <a:lnTo>
                    <a:pt x="278257" y="451104"/>
                  </a:lnTo>
                  <a:lnTo>
                    <a:pt x="270891" y="454533"/>
                  </a:lnTo>
                  <a:lnTo>
                    <a:pt x="43434" y="454533"/>
                  </a:lnTo>
                  <a:lnTo>
                    <a:pt x="205105" y="234950"/>
                  </a:lnTo>
                  <a:lnTo>
                    <a:pt x="205105" y="219837"/>
                  </a:lnTo>
                  <a:lnTo>
                    <a:pt x="55372" y="16383"/>
                  </a:lnTo>
                  <a:lnTo>
                    <a:pt x="253492" y="16383"/>
                  </a:lnTo>
                  <a:lnTo>
                    <a:pt x="284162" y="40436"/>
                  </a:lnTo>
                  <a:lnTo>
                    <a:pt x="291846" y="74295"/>
                  </a:lnTo>
                  <a:lnTo>
                    <a:pt x="308356" y="74295"/>
                  </a:lnTo>
                  <a:lnTo>
                    <a:pt x="308356" y="0"/>
                  </a:lnTo>
                  <a:lnTo>
                    <a:pt x="5080" y="0"/>
                  </a:lnTo>
                  <a:lnTo>
                    <a:pt x="5080" y="11811"/>
                  </a:lnTo>
                  <a:lnTo>
                    <a:pt x="175895" y="240030"/>
                  </a:lnTo>
                  <a:lnTo>
                    <a:pt x="0" y="478536"/>
                  </a:lnTo>
                  <a:lnTo>
                    <a:pt x="0" y="490982"/>
                  </a:lnTo>
                  <a:lnTo>
                    <a:pt x="308737" y="490982"/>
                  </a:lnTo>
                  <a:lnTo>
                    <a:pt x="315087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43017" y="3078607"/>
              <a:ext cx="78867" cy="11976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57069" y="2085975"/>
              <a:ext cx="2594864" cy="192909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62905" y="2693034"/>
              <a:ext cx="479552" cy="26428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42257" y="2636266"/>
              <a:ext cx="420496" cy="2667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835779" y="3777107"/>
              <a:ext cx="209550" cy="12421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93310" y="3363975"/>
              <a:ext cx="99949" cy="17335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093208" y="3408933"/>
              <a:ext cx="315595" cy="644525"/>
            </a:xfrm>
            <a:custGeom>
              <a:avLst/>
              <a:gdLst/>
              <a:ahLst/>
              <a:cxnLst/>
              <a:rect l="l" t="t" r="r" b="b"/>
              <a:pathLst>
                <a:path w="315595" h="644525">
                  <a:moveTo>
                    <a:pt x="64135" y="511251"/>
                  </a:moveTo>
                  <a:lnTo>
                    <a:pt x="45593" y="511251"/>
                  </a:lnTo>
                  <a:lnTo>
                    <a:pt x="41148" y="531253"/>
                  </a:lnTo>
                  <a:lnTo>
                    <a:pt x="59563" y="531253"/>
                  </a:lnTo>
                  <a:lnTo>
                    <a:pt x="64135" y="511251"/>
                  </a:lnTo>
                  <a:close/>
                </a:path>
                <a:path w="315595" h="644525">
                  <a:moveTo>
                    <a:pt x="67691" y="626592"/>
                  </a:moveTo>
                  <a:lnTo>
                    <a:pt x="61341" y="620458"/>
                  </a:lnTo>
                  <a:lnTo>
                    <a:pt x="57785" y="624255"/>
                  </a:lnTo>
                  <a:lnTo>
                    <a:pt x="54737" y="627164"/>
                  </a:lnTo>
                  <a:lnTo>
                    <a:pt x="46088" y="632015"/>
                  </a:lnTo>
                  <a:lnTo>
                    <a:pt x="43370" y="632015"/>
                  </a:lnTo>
                  <a:lnTo>
                    <a:pt x="41783" y="631456"/>
                  </a:lnTo>
                  <a:lnTo>
                    <a:pt x="40894" y="630402"/>
                  </a:lnTo>
                  <a:lnTo>
                    <a:pt x="39878" y="629348"/>
                  </a:lnTo>
                  <a:lnTo>
                    <a:pt x="39370" y="627646"/>
                  </a:lnTo>
                  <a:lnTo>
                    <a:pt x="39370" y="623557"/>
                  </a:lnTo>
                  <a:lnTo>
                    <a:pt x="41783" y="610692"/>
                  </a:lnTo>
                  <a:lnTo>
                    <a:pt x="55499" y="548741"/>
                  </a:lnTo>
                  <a:lnTo>
                    <a:pt x="50927" y="548741"/>
                  </a:lnTo>
                  <a:lnTo>
                    <a:pt x="24003" y="549757"/>
                  </a:lnTo>
                  <a:lnTo>
                    <a:pt x="22834" y="556209"/>
                  </a:lnTo>
                  <a:lnTo>
                    <a:pt x="26924" y="556209"/>
                  </a:lnTo>
                  <a:lnTo>
                    <a:pt x="29718" y="556831"/>
                  </a:lnTo>
                  <a:lnTo>
                    <a:pt x="31242" y="557949"/>
                  </a:lnTo>
                  <a:lnTo>
                    <a:pt x="32893" y="559066"/>
                  </a:lnTo>
                  <a:lnTo>
                    <a:pt x="33655" y="560832"/>
                  </a:lnTo>
                  <a:lnTo>
                    <a:pt x="33655" y="565950"/>
                  </a:lnTo>
                  <a:lnTo>
                    <a:pt x="33274" y="568858"/>
                  </a:lnTo>
                  <a:lnTo>
                    <a:pt x="32766" y="572096"/>
                  </a:lnTo>
                  <a:lnTo>
                    <a:pt x="32131" y="575665"/>
                  </a:lnTo>
                  <a:lnTo>
                    <a:pt x="31369" y="579234"/>
                  </a:lnTo>
                  <a:lnTo>
                    <a:pt x="30607" y="582942"/>
                  </a:lnTo>
                  <a:lnTo>
                    <a:pt x="28829" y="590626"/>
                  </a:lnTo>
                  <a:lnTo>
                    <a:pt x="27813" y="594499"/>
                  </a:lnTo>
                  <a:lnTo>
                    <a:pt x="26035" y="602310"/>
                  </a:lnTo>
                  <a:lnTo>
                    <a:pt x="25146" y="606056"/>
                  </a:lnTo>
                  <a:lnTo>
                    <a:pt x="23622" y="613181"/>
                  </a:lnTo>
                  <a:lnTo>
                    <a:pt x="22987" y="616483"/>
                  </a:lnTo>
                  <a:lnTo>
                    <a:pt x="21971" y="622566"/>
                  </a:lnTo>
                  <a:lnTo>
                    <a:pt x="22098" y="632015"/>
                  </a:lnTo>
                  <a:lnTo>
                    <a:pt x="34925" y="644448"/>
                  </a:lnTo>
                  <a:lnTo>
                    <a:pt x="39751" y="644448"/>
                  </a:lnTo>
                  <a:lnTo>
                    <a:pt x="64516" y="629881"/>
                  </a:lnTo>
                  <a:lnTo>
                    <a:pt x="67691" y="626592"/>
                  </a:lnTo>
                  <a:close/>
                </a:path>
                <a:path w="315595" h="644525">
                  <a:moveTo>
                    <a:pt x="205359" y="601484"/>
                  </a:moveTo>
                  <a:lnTo>
                    <a:pt x="98171" y="601484"/>
                  </a:lnTo>
                  <a:lnTo>
                    <a:pt x="98171" y="615708"/>
                  </a:lnTo>
                  <a:lnTo>
                    <a:pt x="205359" y="615708"/>
                  </a:lnTo>
                  <a:lnTo>
                    <a:pt x="205359" y="601484"/>
                  </a:lnTo>
                  <a:close/>
                </a:path>
                <a:path w="315595" h="644525">
                  <a:moveTo>
                    <a:pt x="205359" y="561022"/>
                  </a:moveTo>
                  <a:lnTo>
                    <a:pt x="98171" y="561022"/>
                  </a:lnTo>
                  <a:lnTo>
                    <a:pt x="98171" y="575246"/>
                  </a:lnTo>
                  <a:lnTo>
                    <a:pt x="205359" y="575246"/>
                  </a:lnTo>
                  <a:lnTo>
                    <a:pt x="205359" y="561022"/>
                  </a:lnTo>
                  <a:close/>
                </a:path>
                <a:path w="315595" h="644525">
                  <a:moveTo>
                    <a:pt x="315214" y="398907"/>
                  </a:moveTo>
                  <a:lnTo>
                    <a:pt x="296672" y="398907"/>
                  </a:lnTo>
                  <a:lnTo>
                    <a:pt x="293763" y="414985"/>
                  </a:lnTo>
                  <a:lnTo>
                    <a:pt x="290588" y="427926"/>
                  </a:lnTo>
                  <a:lnTo>
                    <a:pt x="287147" y="437743"/>
                  </a:lnTo>
                  <a:lnTo>
                    <a:pt x="283464" y="444373"/>
                  </a:lnTo>
                  <a:lnTo>
                    <a:pt x="278384" y="451104"/>
                  </a:lnTo>
                  <a:lnTo>
                    <a:pt x="271018" y="454533"/>
                  </a:lnTo>
                  <a:lnTo>
                    <a:pt x="43434" y="454533"/>
                  </a:lnTo>
                  <a:lnTo>
                    <a:pt x="205232" y="235077"/>
                  </a:lnTo>
                  <a:lnTo>
                    <a:pt x="205232" y="219837"/>
                  </a:lnTo>
                  <a:lnTo>
                    <a:pt x="55372" y="16383"/>
                  </a:lnTo>
                  <a:lnTo>
                    <a:pt x="253619" y="16383"/>
                  </a:lnTo>
                  <a:lnTo>
                    <a:pt x="284175" y="40513"/>
                  </a:lnTo>
                  <a:lnTo>
                    <a:pt x="291846" y="74307"/>
                  </a:lnTo>
                  <a:lnTo>
                    <a:pt x="308483" y="74307"/>
                  </a:lnTo>
                  <a:lnTo>
                    <a:pt x="308483" y="0"/>
                  </a:lnTo>
                  <a:lnTo>
                    <a:pt x="5207" y="0"/>
                  </a:lnTo>
                  <a:lnTo>
                    <a:pt x="5207" y="11938"/>
                  </a:lnTo>
                  <a:lnTo>
                    <a:pt x="175895" y="240030"/>
                  </a:lnTo>
                  <a:lnTo>
                    <a:pt x="0" y="478536"/>
                  </a:lnTo>
                  <a:lnTo>
                    <a:pt x="0" y="490969"/>
                  </a:lnTo>
                  <a:lnTo>
                    <a:pt x="308864" y="490969"/>
                  </a:lnTo>
                  <a:lnTo>
                    <a:pt x="315214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35651" y="3931907"/>
              <a:ext cx="78866" cy="11979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170043" y="3242310"/>
              <a:ext cx="170942" cy="9664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455412" y="3546347"/>
              <a:ext cx="479678" cy="264287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5996311" y="2635376"/>
            <a:ext cx="565785" cy="321310"/>
            <a:chOff x="5996311" y="2635376"/>
            <a:chExt cx="565785" cy="321310"/>
          </a:xfrm>
        </p:grpSpPr>
        <p:sp>
          <p:nvSpPr>
            <p:cNvPr id="52" name="object 52"/>
            <p:cNvSpPr/>
            <p:nvPr/>
          </p:nvSpPr>
          <p:spPr>
            <a:xfrm>
              <a:off x="5996311" y="2645663"/>
              <a:ext cx="565785" cy="311150"/>
            </a:xfrm>
            <a:custGeom>
              <a:avLst/>
              <a:gdLst/>
              <a:ahLst/>
              <a:cxnLst/>
              <a:rect l="l" t="t" r="r" b="b"/>
              <a:pathLst>
                <a:path w="565784" h="311150">
                  <a:moveTo>
                    <a:pt x="483991" y="0"/>
                  </a:moveTo>
                  <a:lnTo>
                    <a:pt x="480816" y="10413"/>
                  </a:lnTo>
                  <a:lnTo>
                    <a:pt x="495127" y="17799"/>
                  </a:lnTo>
                  <a:lnTo>
                    <a:pt x="507581" y="28543"/>
                  </a:lnTo>
                  <a:lnTo>
                    <a:pt x="533751" y="80583"/>
                  </a:lnTo>
                  <a:lnTo>
                    <a:pt x="541561" y="128260"/>
                  </a:lnTo>
                  <a:lnTo>
                    <a:pt x="542538" y="155575"/>
                  </a:lnTo>
                  <a:lnTo>
                    <a:pt x="541561" y="182743"/>
                  </a:lnTo>
                  <a:lnTo>
                    <a:pt x="533751" y="230316"/>
                  </a:lnTo>
                  <a:lnTo>
                    <a:pt x="518177" y="268174"/>
                  </a:lnTo>
                  <a:lnTo>
                    <a:pt x="480816" y="300481"/>
                  </a:lnTo>
                  <a:lnTo>
                    <a:pt x="483991" y="310769"/>
                  </a:lnTo>
                  <a:lnTo>
                    <a:pt x="518693" y="292274"/>
                  </a:lnTo>
                  <a:lnTo>
                    <a:pt x="544443" y="257302"/>
                  </a:lnTo>
                  <a:lnTo>
                    <a:pt x="560333" y="210327"/>
                  </a:lnTo>
                  <a:lnTo>
                    <a:pt x="565646" y="155575"/>
                  </a:lnTo>
                  <a:lnTo>
                    <a:pt x="564382" y="128260"/>
                  </a:lnTo>
                  <a:lnTo>
                    <a:pt x="553704" y="75973"/>
                  </a:lnTo>
                  <a:lnTo>
                    <a:pt x="532675" y="33968"/>
                  </a:lnTo>
                  <a:lnTo>
                    <a:pt x="502473" y="7211"/>
                  </a:lnTo>
                  <a:lnTo>
                    <a:pt x="483991" y="0"/>
                  </a:lnTo>
                  <a:close/>
                </a:path>
                <a:path w="565784" h="311150">
                  <a:moveTo>
                    <a:pt x="81655" y="0"/>
                  </a:moveTo>
                  <a:lnTo>
                    <a:pt x="46904" y="18542"/>
                  </a:lnTo>
                  <a:lnTo>
                    <a:pt x="21203" y="53467"/>
                  </a:lnTo>
                  <a:lnTo>
                    <a:pt x="5312" y="100456"/>
                  </a:lnTo>
                  <a:lnTo>
                    <a:pt x="0" y="155575"/>
                  </a:lnTo>
                  <a:lnTo>
                    <a:pt x="1272" y="182743"/>
                  </a:lnTo>
                  <a:lnTo>
                    <a:pt x="11941" y="234797"/>
                  </a:lnTo>
                  <a:lnTo>
                    <a:pt x="32916" y="276854"/>
                  </a:lnTo>
                  <a:lnTo>
                    <a:pt x="63154" y="303575"/>
                  </a:lnTo>
                  <a:lnTo>
                    <a:pt x="81655" y="310769"/>
                  </a:lnTo>
                  <a:lnTo>
                    <a:pt x="84703" y="300481"/>
                  </a:lnTo>
                  <a:lnTo>
                    <a:pt x="70465" y="293078"/>
                  </a:lnTo>
                  <a:lnTo>
                    <a:pt x="58048" y="282305"/>
                  </a:lnTo>
                  <a:lnTo>
                    <a:pt x="31894" y="230316"/>
                  </a:lnTo>
                  <a:lnTo>
                    <a:pt x="24084" y="182743"/>
                  </a:lnTo>
                  <a:lnTo>
                    <a:pt x="23108" y="155575"/>
                  </a:lnTo>
                  <a:lnTo>
                    <a:pt x="24084" y="128260"/>
                  </a:lnTo>
                  <a:lnTo>
                    <a:pt x="31894" y="80583"/>
                  </a:lnTo>
                  <a:lnTo>
                    <a:pt x="47466" y="42668"/>
                  </a:lnTo>
                  <a:lnTo>
                    <a:pt x="84703" y="10413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091809" y="2752343"/>
              <a:ext cx="129286" cy="12420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247638" y="2635376"/>
              <a:ext cx="197992" cy="176403"/>
            </a:xfrm>
            <a:prstGeom prst="rect">
              <a:avLst/>
            </a:prstGeom>
          </p:spPr>
        </p:pic>
      </p:grpSp>
      <p:sp>
        <p:nvSpPr>
          <p:cNvPr id="55" name="object 55"/>
          <p:cNvSpPr/>
          <p:nvPr/>
        </p:nvSpPr>
        <p:spPr>
          <a:xfrm>
            <a:off x="6649593" y="2792665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40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6" name="object 56"/>
          <p:cNvGrpSpPr/>
          <p:nvPr/>
        </p:nvGrpSpPr>
        <p:grpSpPr>
          <a:xfrm>
            <a:off x="6879463" y="2635376"/>
            <a:ext cx="861694" cy="295910"/>
            <a:chOff x="6879463" y="2635376"/>
            <a:chExt cx="861694" cy="295910"/>
          </a:xfrm>
        </p:grpSpPr>
        <p:pic>
          <p:nvPicPr>
            <p:cNvPr id="57" name="object 5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879463" y="2752470"/>
              <a:ext cx="139191" cy="17678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047738" y="2635376"/>
              <a:ext cx="197992" cy="17640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273925" y="2693034"/>
              <a:ext cx="79248" cy="23825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377684" y="2752343"/>
              <a:ext cx="129286" cy="12420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543038" y="2635376"/>
              <a:ext cx="197992" cy="176403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5988811" y="3488690"/>
            <a:ext cx="565785" cy="321310"/>
            <a:chOff x="5988811" y="3488690"/>
            <a:chExt cx="565785" cy="321310"/>
          </a:xfrm>
        </p:grpSpPr>
        <p:sp>
          <p:nvSpPr>
            <p:cNvPr id="63" name="object 63"/>
            <p:cNvSpPr/>
            <p:nvPr/>
          </p:nvSpPr>
          <p:spPr>
            <a:xfrm>
              <a:off x="5988811" y="3499104"/>
              <a:ext cx="565785" cy="311150"/>
            </a:xfrm>
            <a:custGeom>
              <a:avLst/>
              <a:gdLst/>
              <a:ahLst/>
              <a:cxnLst/>
              <a:rect l="l" t="t" r="r" b="b"/>
              <a:pathLst>
                <a:path w="565784" h="311150">
                  <a:moveTo>
                    <a:pt x="483997" y="0"/>
                  </a:moveTo>
                  <a:lnTo>
                    <a:pt x="480949" y="10287"/>
                  </a:lnTo>
                  <a:lnTo>
                    <a:pt x="495186" y="17690"/>
                  </a:lnTo>
                  <a:lnTo>
                    <a:pt x="507603" y="28463"/>
                  </a:lnTo>
                  <a:lnTo>
                    <a:pt x="533757" y="80456"/>
                  </a:lnTo>
                  <a:lnTo>
                    <a:pt x="541567" y="128133"/>
                  </a:lnTo>
                  <a:lnTo>
                    <a:pt x="542539" y="155321"/>
                  </a:lnTo>
                  <a:lnTo>
                    <a:pt x="541567" y="182669"/>
                  </a:lnTo>
                  <a:lnTo>
                    <a:pt x="533757" y="230207"/>
                  </a:lnTo>
                  <a:lnTo>
                    <a:pt x="518185" y="268047"/>
                  </a:lnTo>
                  <a:lnTo>
                    <a:pt x="480949" y="300355"/>
                  </a:lnTo>
                  <a:lnTo>
                    <a:pt x="483997" y="310642"/>
                  </a:lnTo>
                  <a:lnTo>
                    <a:pt x="518747" y="292163"/>
                  </a:lnTo>
                  <a:lnTo>
                    <a:pt x="544448" y="257302"/>
                  </a:lnTo>
                  <a:lnTo>
                    <a:pt x="560339" y="210264"/>
                  </a:lnTo>
                  <a:lnTo>
                    <a:pt x="565652" y="155448"/>
                  </a:lnTo>
                  <a:lnTo>
                    <a:pt x="564385" y="128133"/>
                  </a:lnTo>
                  <a:lnTo>
                    <a:pt x="553710" y="75864"/>
                  </a:lnTo>
                  <a:lnTo>
                    <a:pt x="532735" y="33861"/>
                  </a:lnTo>
                  <a:lnTo>
                    <a:pt x="502497" y="7191"/>
                  </a:lnTo>
                  <a:lnTo>
                    <a:pt x="483997" y="0"/>
                  </a:lnTo>
                  <a:close/>
                </a:path>
                <a:path w="565784" h="311150">
                  <a:moveTo>
                    <a:pt x="81661" y="0"/>
                  </a:moveTo>
                  <a:lnTo>
                    <a:pt x="47021" y="18478"/>
                  </a:lnTo>
                  <a:lnTo>
                    <a:pt x="21336" y="53340"/>
                  </a:lnTo>
                  <a:lnTo>
                    <a:pt x="5334" y="100377"/>
                  </a:lnTo>
                  <a:lnTo>
                    <a:pt x="0" y="155321"/>
                  </a:lnTo>
                  <a:lnTo>
                    <a:pt x="1281" y="182669"/>
                  </a:lnTo>
                  <a:lnTo>
                    <a:pt x="1333" y="183774"/>
                  </a:lnTo>
                  <a:lnTo>
                    <a:pt x="12001" y="234777"/>
                  </a:lnTo>
                  <a:lnTo>
                    <a:pt x="33047" y="276780"/>
                  </a:lnTo>
                  <a:lnTo>
                    <a:pt x="63234" y="303450"/>
                  </a:lnTo>
                  <a:lnTo>
                    <a:pt x="81661" y="310642"/>
                  </a:lnTo>
                  <a:lnTo>
                    <a:pt x="84836" y="300355"/>
                  </a:lnTo>
                  <a:lnTo>
                    <a:pt x="70544" y="292951"/>
                  </a:lnTo>
                  <a:lnTo>
                    <a:pt x="58134" y="282178"/>
                  </a:lnTo>
                  <a:lnTo>
                    <a:pt x="31954" y="230207"/>
                  </a:lnTo>
                  <a:lnTo>
                    <a:pt x="24092" y="182669"/>
                  </a:lnTo>
                  <a:lnTo>
                    <a:pt x="23113" y="155448"/>
                  </a:lnTo>
                  <a:lnTo>
                    <a:pt x="24092" y="128133"/>
                  </a:lnTo>
                  <a:lnTo>
                    <a:pt x="31954" y="80456"/>
                  </a:lnTo>
                  <a:lnTo>
                    <a:pt x="47581" y="42594"/>
                  </a:lnTo>
                  <a:lnTo>
                    <a:pt x="84836" y="10287"/>
                  </a:lnTo>
                  <a:lnTo>
                    <a:pt x="816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084315" y="3605657"/>
              <a:ext cx="129412" cy="12420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240144" y="3488690"/>
              <a:ext cx="197992" cy="176403"/>
            </a:xfrm>
            <a:prstGeom prst="rect">
              <a:avLst/>
            </a:prstGeom>
          </p:spPr>
        </p:pic>
      </p:grpSp>
      <p:sp>
        <p:nvSpPr>
          <p:cNvPr id="66" name="object 66"/>
          <p:cNvSpPr/>
          <p:nvPr/>
        </p:nvSpPr>
        <p:spPr>
          <a:xfrm>
            <a:off x="6642227" y="3645978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40" h="17145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7" name="object 67"/>
          <p:cNvGrpSpPr/>
          <p:nvPr/>
        </p:nvGrpSpPr>
        <p:grpSpPr>
          <a:xfrm>
            <a:off x="6871969" y="3488690"/>
            <a:ext cx="474345" cy="295910"/>
            <a:chOff x="6871969" y="3488690"/>
            <a:chExt cx="474345" cy="295910"/>
          </a:xfrm>
        </p:grpSpPr>
        <p:pic>
          <p:nvPicPr>
            <p:cNvPr id="68" name="object 6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871969" y="3605784"/>
              <a:ext cx="139319" cy="17678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040244" y="3488690"/>
              <a:ext cx="197993" cy="17640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266431" y="3546348"/>
              <a:ext cx="79375" cy="238252"/>
            </a:xfrm>
            <a:prstGeom prst="rect">
              <a:avLst/>
            </a:prstGeom>
          </p:spPr>
        </p:pic>
      </p:grpSp>
      <p:pic>
        <p:nvPicPr>
          <p:cNvPr id="71" name="object 71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181225" y="590550"/>
            <a:ext cx="180975" cy="180975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981700" y="438150"/>
            <a:ext cx="180975" cy="19050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314575" y="1428750"/>
            <a:ext cx="190500" cy="180975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305550" y="1962150"/>
            <a:ext cx="180975" cy="180975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496050" y="2247900"/>
            <a:ext cx="180975" cy="180975"/>
          </a:xfrm>
          <a:prstGeom prst="rect">
            <a:avLst/>
          </a:prstGeom>
        </p:spPr>
      </p:pic>
      <p:sp>
        <p:nvSpPr>
          <p:cNvPr id="76" name="object 76" descr="$PPTXTitle"/>
          <p:cNvSpPr txBox="1">
            <a:spLocks noGrp="1"/>
          </p:cNvSpPr>
          <p:nvPr>
            <p:ph type="title"/>
          </p:nvPr>
        </p:nvSpPr>
        <p:spPr>
          <a:xfrm>
            <a:off x="4965065" y="162813"/>
            <a:ext cx="20383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Cost</a:t>
            </a:r>
            <a:r>
              <a:rPr sz="2400" spc="-55" dirty="0"/>
              <a:t> </a:t>
            </a:r>
            <a:r>
              <a:rPr sz="2400" spc="-10" dirty="0"/>
              <a:t>function</a:t>
            </a:r>
            <a:endParaRPr sz="2400"/>
          </a:p>
        </p:txBody>
      </p:sp>
      <p:pic>
        <p:nvPicPr>
          <p:cNvPr id="77" name="object 77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410577" y="3863085"/>
            <a:ext cx="550926" cy="161925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8046593" y="3831463"/>
            <a:ext cx="531113" cy="16951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388628" y="4143171"/>
            <a:ext cx="273193" cy="19225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7757466" y="4131957"/>
            <a:ext cx="989404" cy="25333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8856724" y="4135970"/>
            <a:ext cx="80294" cy="282930"/>
          </a:xfrm>
          <a:prstGeom prst="rect">
            <a:avLst/>
          </a:prstGeom>
        </p:spPr>
      </p:pic>
      <p:sp>
        <p:nvSpPr>
          <p:cNvPr id="82" name="object 8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647700"/>
            <a:ext cx="413016" cy="40665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67219" y="637920"/>
            <a:ext cx="614045" cy="238125"/>
          </a:xfrm>
          <a:custGeom>
            <a:avLst/>
            <a:gdLst/>
            <a:ahLst/>
            <a:cxnLst/>
            <a:rect l="l" t="t" r="r" b="b"/>
            <a:pathLst>
              <a:path w="614044" h="238125">
                <a:moveTo>
                  <a:pt x="538035" y="0"/>
                </a:moveTo>
                <a:lnTo>
                  <a:pt x="534606" y="9651"/>
                </a:lnTo>
                <a:lnTo>
                  <a:pt x="548395" y="15652"/>
                </a:lnTo>
                <a:lnTo>
                  <a:pt x="560244" y="23939"/>
                </a:lnTo>
                <a:lnTo>
                  <a:pt x="584334" y="62277"/>
                </a:lnTo>
                <a:lnTo>
                  <a:pt x="591350" y="97287"/>
                </a:lnTo>
                <a:lnTo>
                  <a:pt x="591383" y="97520"/>
                </a:lnTo>
                <a:lnTo>
                  <a:pt x="591383" y="138884"/>
                </a:lnTo>
                <a:lnTo>
                  <a:pt x="578167" y="190373"/>
                </a:lnTo>
                <a:lnTo>
                  <a:pt x="548556" y="222448"/>
                </a:lnTo>
                <a:lnTo>
                  <a:pt x="534987" y="228473"/>
                </a:lnTo>
                <a:lnTo>
                  <a:pt x="538035" y="238125"/>
                </a:lnTo>
                <a:lnTo>
                  <a:pt x="583541" y="211139"/>
                </a:lnTo>
                <a:lnTo>
                  <a:pt x="609107" y="161242"/>
                </a:lnTo>
                <a:lnTo>
                  <a:pt x="613981" y="119125"/>
                </a:lnTo>
                <a:lnTo>
                  <a:pt x="612758" y="97520"/>
                </a:lnTo>
                <a:lnTo>
                  <a:pt x="612745" y="97287"/>
                </a:lnTo>
                <a:lnTo>
                  <a:pt x="602890" y="58564"/>
                </a:lnTo>
                <a:lnTo>
                  <a:pt x="570404" y="15208"/>
                </a:lnTo>
                <a:lnTo>
                  <a:pt x="555273" y="6187"/>
                </a:lnTo>
                <a:lnTo>
                  <a:pt x="538035" y="0"/>
                </a:lnTo>
                <a:close/>
              </a:path>
              <a:path w="614044" h="238125">
                <a:moveTo>
                  <a:pt x="75971" y="0"/>
                </a:moveTo>
                <a:lnTo>
                  <a:pt x="30538" y="27039"/>
                </a:lnTo>
                <a:lnTo>
                  <a:pt x="4908" y="77104"/>
                </a:lnTo>
                <a:lnTo>
                  <a:pt x="71" y="117855"/>
                </a:lnTo>
                <a:lnTo>
                  <a:pt x="0" y="119125"/>
                </a:lnTo>
                <a:lnTo>
                  <a:pt x="1103" y="138884"/>
                </a:lnTo>
                <a:lnTo>
                  <a:pt x="1223" y="141035"/>
                </a:lnTo>
                <a:lnTo>
                  <a:pt x="11015" y="179758"/>
                </a:lnTo>
                <a:lnTo>
                  <a:pt x="43472" y="222932"/>
                </a:lnTo>
                <a:lnTo>
                  <a:pt x="75971" y="238125"/>
                </a:lnTo>
                <a:lnTo>
                  <a:pt x="78981" y="228473"/>
                </a:lnTo>
                <a:lnTo>
                  <a:pt x="65405" y="222448"/>
                </a:lnTo>
                <a:lnTo>
                  <a:pt x="53692" y="214090"/>
                </a:lnTo>
                <a:lnTo>
                  <a:pt x="29667" y="175131"/>
                </a:lnTo>
                <a:lnTo>
                  <a:pt x="21770" y="119125"/>
                </a:lnTo>
                <a:lnTo>
                  <a:pt x="21717" y="117855"/>
                </a:lnTo>
                <a:lnTo>
                  <a:pt x="22600" y="97520"/>
                </a:lnTo>
                <a:lnTo>
                  <a:pt x="35852" y="47370"/>
                </a:lnTo>
                <a:lnTo>
                  <a:pt x="65620" y="15652"/>
                </a:lnTo>
                <a:lnTo>
                  <a:pt x="79362" y="9651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3217" y="368935"/>
            <a:ext cx="1435735" cy="525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1125">
              <a:lnSpc>
                <a:spcPts val="1950"/>
              </a:lnSpc>
              <a:spcBef>
                <a:spcPts val="130"/>
              </a:spcBef>
            </a:pPr>
            <a:r>
              <a:rPr sz="2000" spc="95" dirty="0">
                <a:latin typeface="Cambria Math"/>
                <a:cs typeface="Cambria Math"/>
              </a:rPr>
              <a:t>a</a:t>
            </a:r>
            <a:endParaRPr sz="2000">
              <a:latin typeface="Cambria Math"/>
              <a:cs typeface="Cambria Math"/>
            </a:endParaRPr>
          </a:p>
          <a:p>
            <a:pPr marL="25400">
              <a:lnSpc>
                <a:spcPts val="1950"/>
              </a:lnSpc>
              <a:tabLst>
                <a:tab pos="1216660" algn="l"/>
              </a:tabLst>
            </a:pPr>
            <a:r>
              <a:rPr sz="3000" baseline="-37500" dirty="0">
                <a:latin typeface="Cambria Math"/>
                <a:cs typeface="Cambria Math"/>
              </a:rPr>
              <a:t>aw</a:t>
            </a:r>
            <a:r>
              <a:rPr sz="3000" spc="-60" baseline="-37500" dirty="0">
                <a:latin typeface="Cambria Math"/>
                <a:cs typeface="Cambria Math"/>
              </a:rPr>
              <a:t> </a:t>
            </a: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09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w,</a:t>
            </a:r>
            <a:r>
              <a:rPr sz="2000" spc="-8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5272" y="2893441"/>
            <a:ext cx="285750" cy="19050"/>
          </a:xfrm>
          <a:custGeom>
            <a:avLst/>
            <a:gdLst/>
            <a:ahLst/>
            <a:cxnLst/>
            <a:rect l="l" t="t" r="r" b="b"/>
            <a:pathLst>
              <a:path w="285750" h="19050">
                <a:moveTo>
                  <a:pt x="285750" y="0"/>
                </a:moveTo>
                <a:lnTo>
                  <a:pt x="0" y="0"/>
                </a:lnTo>
                <a:lnTo>
                  <a:pt x="0" y="19050"/>
                </a:lnTo>
                <a:lnTo>
                  <a:pt x="285750" y="19050"/>
                </a:lnTo>
                <a:lnTo>
                  <a:pt x="2857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9577" y="2523807"/>
            <a:ext cx="1689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95" dirty="0">
                <a:latin typeface="Cambria Math"/>
                <a:cs typeface="Cambria Math"/>
              </a:rPr>
              <a:t>a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902" y="2886392"/>
            <a:ext cx="3079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45" dirty="0">
                <a:latin typeface="Cambria Math"/>
                <a:cs typeface="Cambria Math"/>
              </a:rPr>
              <a:t>ab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6503" y="2788285"/>
            <a:ext cx="604520" cy="238125"/>
          </a:xfrm>
          <a:custGeom>
            <a:avLst/>
            <a:gdLst/>
            <a:ahLst/>
            <a:cxnLst/>
            <a:rect l="l" t="t" r="r" b="b"/>
            <a:pathLst>
              <a:path w="604519" h="238125">
                <a:moveTo>
                  <a:pt x="528459" y="0"/>
                </a:moveTo>
                <a:lnTo>
                  <a:pt x="525030" y="9651"/>
                </a:lnTo>
                <a:lnTo>
                  <a:pt x="538839" y="15652"/>
                </a:lnTo>
                <a:lnTo>
                  <a:pt x="550732" y="23939"/>
                </a:lnTo>
                <a:lnTo>
                  <a:pt x="574812" y="62277"/>
                </a:lnTo>
                <a:lnTo>
                  <a:pt x="581776" y="97287"/>
                </a:lnTo>
                <a:lnTo>
                  <a:pt x="581809" y="97520"/>
                </a:lnTo>
                <a:lnTo>
                  <a:pt x="581807" y="138884"/>
                </a:lnTo>
                <a:lnTo>
                  <a:pt x="568591" y="190372"/>
                </a:lnTo>
                <a:lnTo>
                  <a:pt x="539034" y="222448"/>
                </a:lnTo>
                <a:lnTo>
                  <a:pt x="525411" y="228472"/>
                </a:lnTo>
                <a:lnTo>
                  <a:pt x="528459" y="238125"/>
                </a:lnTo>
                <a:lnTo>
                  <a:pt x="573965" y="211139"/>
                </a:lnTo>
                <a:lnTo>
                  <a:pt x="599532" y="161242"/>
                </a:lnTo>
                <a:lnTo>
                  <a:pt x="604405" y="119125"/>
                </a:lnTo>
                <a:lnTo>
                  <a:pt x="603202" y="97520"/>
                </a:lnTo>
                <a:lnTo>
                  <a:pt x="603189" y="97287"/>
                </a:lnTo>
                <a:lnTo>
                  <a:pt x="593422" y="58564"/>
                </a:lnTo>
                <a:lnTo>
                  <a:pt x="560892" y="15208"/>
                </a:lnTo>
                <a:lnTo>
                  <a:pt x="545753" y="6187"/>
                </a:lnTo>
                <a:lnTo>
                  <a:pt x="528459" y="0"/>
                </a:lnTo>
                <a:close/>
              </a:path>
              <a:path w="604519" h="238125">
                <a:moveTo>
                  <a:pt x="75971" y="0"/>
                </a:moveTo>
                <a:lnTo>
                  <a:pt x="30538" y="27039"/>
                </a:lnTo>
                <a:lnTo>
                  <a:pt x="4908" y="77104"/>
                </a:lnTo>
                <a:lnTo>
                  <a:pt x="71" y="117856"/>
                </a:lnTo>
                <a:lnTo>
                  <a:pt x="0" y="119125"/>
                </a:lnTo>
                <a:lnTo>
                  <a:pt x="1103" y="138884"/>
                </a:lnTo>
                <a:lnTo>
                  <a:pt x="1223" y="141035"/>
                </a:lnTo>
                <a:lnTo>
                  <a:pt x="4895" y="161242"/>
                </a:lnTo>
                <a:lnTo>
                  <a:pt x="19583" y="196595"/>
                </a:lnTo>
                <a:lnTo>
                  <a:pt x="58645" y="231939"/>
                </a:lnTo>
                <a:lnTo>
                  <a:pt x="75971" y="238125"/>
                </a:lnTo>
                <a:lnTo>
                  <a:pt x="78981" y="228472"/>
                </a:lnTo>
                <a:lnTo>
                  <a:pt x="65405" y="222448"/>
                </a:lnTo>
                <a:lnTo>
                  <a:pt x="53692" y="214090"/>
                </a:lnTo>
                <a:lnTo>
                  <a:pt x="29667" y="175131"/>
                </a:lnTo>
                <a:lnTo>
                  <a:pt x="21770" y="119125"/>
                </a:lnTo>
                <a:lnTo>
                  <a:pt x="21717" y="117856"/>
                </a:lnTo>
                <a:lnTo>
                  <a:pt x="25250" y="78993"/>
                </a:lnTo>
                <a:lnTo>
                  <a:pt x="43865" y="34512"/>
                </a:lnTo>
                <a:lnTo>
                  <a:pt x="79362" y="9651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87069" y="2714688"/>
            <a:ext cx="10382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32485" algn="l"/>
              </a:tabLst>
            </a:pP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45" dirty="0">
                <a:latin typeface="Cambria Math"/>
                <a:cs typeface="Cambria Math"/>
              </a:rPr>
              <a:t> </a:t>
            </a:r>
            <a:r>
              <a:rPr sz="2000" spc="-40" dirty="0">
                <a:latin typeface="Cambria Math"/>
                <a:cs typeface="Cambria Math"/>
              </a:rPr>
              <a:t>w,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7174" y="2929635"/>
            <a:ext cx="201295" cy="265430"/>
          </a:xfrm>
          <a:custGeom>
            <a:avLst/>
            <a:gdLst/>
            <a:ahLst/>
            <a:cxnLst/>
            <a:rect l="l" t="t" r="r" b="b"/>
            <a:pathLst>
              <a:path w="201295" h="265430">
                <a:moveTo>
                  <a:pt x="63911" y="45719"/>
                </a:moveTo>
                <a:lnTo>
                  <a:pt x="35399" y="45719"/>
                </a:lnTo>
                <a:lnTo>
                  <a:pt x="31068" y="52069"/>
                </a:lnTo>
                <a:lnTo>
                  <a:pt x="28897" y="54610"/>
                </a:lnTo>
                <a:lnTo>
                  <a:pt x="28313" y="55880"/>
                </a:lnTo>
                <a:lnTo>
                  <a:pt x="23626" y="63500"/>
                </a:lnTo>
                <a:lnTo>
                  <a:pt x="23309" y="64769"/>
                </a:lnTo>
                <a:lnTo>
                  <a:pt x="21505" y="68580"/>
                </a:lnTo>
                <a:lnTo>
                  <a:pt x="21353" y="68580"/>
                </a:lnTo>
                <a:lnTo>
                  <a:pt x="17378" y="77469"/>
                </a:lnTo>
                <a:lnTo>
                  <a:pt x="14787" y="82550"/>
                </a:lnTo>
                <a:lnTo>
                  <a:pt x="14495" y="83819"/>
                </a:lnTo>
                <a:lnTo>
                  <a:pt x="11256" y="92710"/>
                </a:lnTo>
                <a:lnTo>
                  <a:pt x="8564" y="101600"/>
                </a:lnTo>
                <a:lnTo>
                  <a:pt x="6049" y="110490"/>
                </a:lnTo>
                <a:lnTo>
                  <a:pt x="5897" y="110490"/>
                </a:lnTo>
                <a:lnTo>
                  <a:pt x="4437" y="118110"/>
                </a:lnTo>
                <a:lnTo>
                  <a:pt x="2557" y="128269"/>
                </a:lnTo>
                <a:lnTo>
                  <a:pt x="2455" y="129540"/>
                </a:lnTo>
                <a:lnTo>
                  <a:pt x="748" y="147319"/>
                </a:lnTo>
                <a:lnTo>
                  <a:pt x="627" y="148590"/>
                </a:lnTo>
                <a:lnTo>
                  <a:pt x="389" y="153669"/>
                </a:lnTo>
                <a:lnTo>
                  <a:pt x="330" y="154940"/>
                </a:lnTo>
                <a:lnTo>
                  <a:pt x="231" y="157480"/>
                </a:lnTo>
                <a:lnTo>
                  <a:pt x="113" y="161290"/>
                </a:lnTo>
                <a:lnTo>
                  <a:pt x="0" y="186821"/>
                </a:lnTo>
                <a:lnTo>
                  <a:pt x="779" y="191769"/>
                </a:lnTo>
                <a:lnTo>
                  <a:pt x="2938" y="203200"/>
                </a:lnTo>
                <a:lnTo>
                  <a:pt x="3446" y="205740"/>
                </a:lnTo>
                <a:lnTo>
                  <a:pt x="5872" y="212090"/>
                </a:lnTo>
                <a:lnTo>
                  <a:pt x="9478" y="222250"/>
                </a:lnTo>
                <a:lnTo>
                  <a:pt x="9834" y="222250"/>
                </a:lnTo>
                <a:lnTo>
                  <a:pt x="12361" y="228600"/>
                </a:lnTo>
                <a:lnTo>
                  <a:pt x="17391" y="237490"/>
                </a:lnTo>
                <a:lnTo>
                  <a:pt x="20921" y="242569"/>
                </a:lnTo>
                <a:lnTo>
                  <a:pt x="21607" y="242569"/>
                </a:lnTo>
                <a:lnTo>
                  <a:pt x="29519" y="251460"/>
                </a:lnTo>
                <a:lnTo>
                  <a:pt x="31195" y="252730"/>
                </a:lnTo>
                <a:lnTo>
                  <a:pt x="36936" y="256540"/>
                </a:lnTo>
                <a:lnTo>
                  <a:pt x="38130" y="257810"/>
                </a:lnTo>
                <a:lnTo>
                  <a:pt x="47490" y="262890"/>
                </a:lnTo>
                <a:lnTo>
                  <a:pt x="48747" y="262890"/>
                </a:lnTo>
                <a:lnTo>
                  <a:pt x="55211" y="265430"/>
                </a:lnTo>
                <a:lnTo>
                  <a:pt x="71874" y="265430"/>
                </a:lnTo>
                <a:lnTo>
                  <a:pt x="80878" y="264160"/>
                </a:lnTo>
                <a:lnTo>
                  <a:pt x="94645" y="261619"/>
                </a:lnTo>
                <a:lnTo>
                  <a:pt x="97032" y="260350"/>
                </a:lnTo>
                <a:lnTo>
                  <a:pt x="107853" y="255269"/>
                </a:lnTo>
                <a:lnTo>
                  <a:pt x="118432" y="248919"/>
                </a:lnTo>
                <a:lnTo>
                  <a:pt x="119460" y="248919"/>
                </a:lnTo>
                <a:lnTo>
                  <a:pt x="123423" y="246380"/>
                </a:lnTo>
                <a:lnTo>
                  <a:pt x="61498" y="246380"/>
                </a:lnTo>
                <a:lnTo>
                  <a:pt x="61190" y="246240"/>
                </a:lnTo>
                <a:lnTo>
                  <a:pt x="58253" y="245110"/>
                </a:lnTo>
                <a:lnTo>
                  <a:pt x="56341" y="245110"/>
                </a:lnTo>
                <a:lnTo>
                  <a:pt x="46982" y="240030"/>
                </a:lnTo>
                <a:lnTo>
                  <a:pt x="48150" y="240030"/>
                </a:lnTo>
                <a:lnTo>
                  <a:pt x="46228" y="238760"/>
                </a:lnTo>
                <a:lnTo>
                  <a:pt x="44086" y="238760"/>
                </a:lnTo>
                <a:lnTo>
                  <a:pt x="36161" y="229869"/>
                </a:lnTo>
                <a:lnTo>
                  <a:pt x="36898" y="229869"/>
                </a:lnTo>
                <a:lnTo>
                  <a:pt x="34984" y="227330"/>
                </a:lnTo>
                <a:lnTo>
                  <a:pt x="34624" y="227330"/>
                </a:lnTo>
                <a:lnTo>
                  <a:pt x="29951" y="219710"/>
                </a:lnTo>
                <a:lnTo>
                  <a:pt x="30306" y="219710"/>
                </a:lnTo>
                <a:lnTo>
                  <a:pt x="27792" y="214630"/>
                </a:lnTo>
                <a:lnTo>
                  <a:pt x="28135" y="214630"/>
                </a:lnTo>
                <a:lnTo>
                  <a:pt x="24541" y="205740"/>
                </a:lnTo>
                <a:lnTo>
                  <a:pt x="22788" y="200660"/>
                </a:lnTo>
                <a:lnTo>
                  <a:pt x="22432" y="200660"/>
                </a:lnTo>
                <a:lnTo>
                  <a:pt x="22016" y="198628"/>
                </a:lnTo>
                <a:lnTo>
                  <a:pt x="21912" y="198119"/>
                </a:lnTo>
                <a:lnTo>
                  <a:pt x="21785" y="196850"/>
                </a:lnTo>
                <a:lnTo>
                  <a:pt x="20489" y="189230"/>
                </a:lnTo>
                <a:lnTo>
                  <a:pt x="20350" y="189230"/>
                </a:lnTo>
                <a:lnTo>
                  <a:pt x="19781" y="184150"/>
                </a:lnTo>
                <a:lnTo>
                  <a:pt x="19702" y="167640"/>
                </a:lnTo>
                <a:lnTo>
                  <a:pt x="19924" y="161290"/>
                </a:lnTo>
                <a:lnTo>
                  <a:pt x="19969" y="160019"/>
                </a:lnTo>
                <a:lnTo>
                  <a:pt x="20058" y="157480"/>
                </a:lnTo>
                <a:lnTo>
                  <a:pt x="20388" y="149860"/>
                </a:lnTo>
                <a:lnTo>
                  <a:pt x="22047" y="132327"/>
                </a:lnTo>
                <a:lnTo>
                  <a:pt x="22071" y="132080"/>
                </a:lnTo>
                <a:lnTo>
                  <a:pt x="22190" y="130818"/>
                </a:lnTo>
                <a:lnTo>
                  <a:pt x="22362" y="130475"/>
                </a:lnTo>
                <a:lnTo>
                  <a:pt x="23817" y="121919"/>
                </a:lnTo>
                <a:lnTo>
                  <a:pt x="25239" y="115569"/>
                </a:lnTo>
                <a:lnTo>
                  <a:pt x="25087" y="115569"/>
                </a:lnTo>
                <a:lnTo>
                  <a:pt x="27500" y="106680"/>
                </a:lnTo>
                <a:lnTo>
                  <a:pt x="29951" y="99060"/>
                </a:lnTo>
                <a:lnTo>
                  <a:pt x="33189" y="90169"/>
                </a:lnTo>
                <a:lnTo>
                  <a:pt x="32910" y="90169"/>
                </a:lnTo>
                <a:lnTo>
                  <a:pt x="35425" y="85090"/>
                </a:lnTo>
                <a:lnTo>
                  <a:pt x="39311" y="76200"/>
                </a:lnTo>
                <a:lnTo>
                  <a:pt x="39171" y="76200"/>
                </a:lnTo>
                <a:lnTo>
                  <a:pt x="40962" y="73660"/>
                </a:lnTo>
                <a:lnTo>
                  <a:pt x="40619" y="73660"/>
                </a:lnTo>
                <a:lnTo>
                  <a:pt x="45305" y="66040"/>
                </a:lnTo>
                <a:lnTo>
                  <a:pt x="45882" y="65205"/>
                </a:lnTo>
                <a:lnTo>
                  <a:pt x="46855" y="63500"/>
                </a:lnTo>
                <a:lnTo>
                  <a:pt x="51185" y="58419"/>
                </a:lnTo>
                <a:lnTo>
                  <a:pt x="50690" y="58419"/>
                </a:lnTo>
                <a:lnTo>
                  <a:pt x="53547" y="55880"/>
                </a:lnTo>
                <a:lnTo>
                  <a:pt x="52849" y="55880"/>
                </a:lnTo>
                <a:lnTo>
                  <a:pt x="57523" y="52069"/>
                </a:lnTo>
                <a:lnTo>
                  <a:pt x="57853" y="52069"/>
                </a:lnTo>
                <a:lnTo>
                  <a:pt x="60710" y="48260"/>
                </a:lnTo>
                <a:lnTo>
                  <a:pt x="61269" y="48260"/>
                </a:lnTo>
                <a:lnTo>
                  <a:pt x="63911" y="45719"/>
                </a:lnTo>
                <a:close/>
              </a:path>
              <a:path w="201295" h="265430">
                <a:moveTo>
                  <a:pt x="58704" y="245110"/>
                </a:moveTo>
                <a:lnTo>
                  <a:pt x="61140" y="246240"/>
                </a:lnTo>
                <a:lnTo>
                  <a:pt x="61498" y="246380"/>
                </a:lnTo>
                <a:lnTo>
                  <a:pt x="67975" y="246380"/>
                </a:lnTo>
                <a:lnTo>
                  <a:pt x="68954" y="246240"/>
                </a:lnTo>
                <a:lnTo>
                  <a:pt x="58704" y="245110"/>
                </a:lnTo>
                <a:close/>
              </a:path>
              <a:path w="201295" h="265430">
                <a:moveTo>
                  <a:pt x="68954" y="246240"/>
                </a:moveTo>
                <a:lnTo>
                  <a:pt x="67975" y="246380"/>
                </a:lnTo>
                <a:lnTo>
                  <a:pt x="70223" y="246380"/>
                </a:lnTo>
                <a:lnTo>
                  <a:pt x="68954" y="246240"/>
                </a:lnTo>
                <a:close/>
              </a:path>
              <a:path w="201295" h="265430">
                <a:moveTo>
                  <a:pt x="91163" y="241127"/>
                </a:moveTo>
                <a:lnTo>
                  <a:pt x="76865" y="245110"/>
                </a:lnTo>
                <a:lnTo>
                  <a:pt x="68954" y="246240"/>
                </a:lnTo>
                <a:lnTo>
                  <a:pt x="70223" y="246380"/>
                </a:lnTo>
                <a:lnTo>
                  <a:pt x="123423" y="246380"/>
                </a:lnTo>
                <a:lnTo>
                  <a:pt x="127385" y="243840"/>
                </a:lnTo>
                <a:lnTo>
                  <a:pt x="127982" y="242569"/>
                </a:lnTo>
                <a:lnTo>
                  <a:pt x="88130" y="242569"/>
                </a:lnTo>
                <a:lnTo>
                  <a:pt x="90103" y="241531"/>
                </a:lnTo>
                <a:lnTo>
                  <a:pt x="90590" y="241399"/>
                </a:lnTo>
                <a:lnTo>
                  <a:pt x="91163" y="241127"/>
                </a:lnTo>
                <a:close/>
              </a:path>
              <a:path w="201295" h="265430">
                <a:moveTo>
                  <a:pt x="55008" y="243840"/>
                </a:moveTo>
                <a:lnTo>
                  <a:pt x="56341" y="245110"/>
                </a:lnTo>
                <a:lnTo>
                  <a:pt x="58253" y="245110"/>
                </a:lnTo>
                <a:lnTo>
                  <a:pt x="55008" y="243840"/>
                </a:lnTo>
                <a:close/>
              </a:path>
              <a:path w="201295" h="265430">
                <a:moveTo>
                  <a:pt x="109237" y="231140"/>
                </a:moveTo>
                <a:lnTo>
                  <a:pt x="98810" y="237490"/>
                </a:lnTo>
                <a:lnTo>
                  <a:pt x="88130" y="242569"/>
                </a:lnTo>
                <a:lnTo>
                  <a:pt x="127982" y="242569"/>
                </a:lnTo>
                <a:lnTo>
                  <a:pt x="138434" y="234950"/>
                </a:lnTo>
                <a:lnTo>
                  <a:pt x="139120" y="233680"/>
                </a:lnTo>
                <a:lnTo>
                  <a:pt x="140558" y="232410"/>
                </a:lnTo>
                <a:lnTo>
                  <a:pt x="108196" y="232410"/>
                </a:lnTo>
                <a:lnTo>
                  <a:pt x="109237" y="231140"/>
                </a:lnTo>
                <a:close/>
              </a:path>
              <a:path w="201295" h="265430">
                <a:moveTo>
                  <a:pt x="42384" y="236219"/>
                </a:moveTo>
                <a:lnTo>
                  <a:pt x="44086" y="238760"/>
                </a:lnTo>
                <a:lnTo>
                  <a:pt x="46228" y="238760"/>
                </a:lnTo>
                <a:lnTo>
                  <a:pt x="42384" y="236219"/>
                </a:lnTo>
                <a:close/>
              </a:path>
              <a:path w="201295" h="265430">
                <a:moveTo>
                  <a:pt x="146308" y="227330"/>
                </a:moveTo>
                <a:lnTo>
                  <a:pt x="116095" y="227330"/>
                </a:lnTo>
                <a:lnTo>
                  <a:pt x="108196" y="232410"/>
                </a:lnTo>
                <a:lnTo>
                  <a:pt x="140558" y="232410"/>
                </a:lnTo>
                <a:lnTo>
                  <a:pt x="146308" y="227330"/>
                </a:lnTo>
                <a:close/>
              </a:path>
              <a:path w="201295" h="265430">
                <a:moveTo>
                  <a:pt x="34028" y="226060"/>
                </a:moveTo>
                <a:lnTo>
                  <a:pt x="34624" y="227330"/>
                </a:lnTo>
                <a:lnTo>
                  <a:pt x="34984" y="227330"/>
                </a:lnTo>
                <a:lnTo>
                  <a:pt x="34028" y="226060"/>
                </a:lnTo>
                <a:close/>
              </a:path>
              <a:path w="201295" h="265430">
                <a:moveTo>
                  <a:pt x="125963" y="218440"/>
                </a:moveTo>
                <a:lnTo>
                  <a:pt x="115536" y="227330"/>
                </a:lnTo>
                <a:lnTo>
                  <a:pt x="146613" y="227330"/>
                </a:lnTo>
                <a:lnTo>
                  <a:pt x="154176" y="219710"/>
                </a:lnTo>
                <a:lnTo>
                  <a:pt x="125290" y="219710"/>
                </a:lnTo>
                <a:lnTo>
                  <a:pt x="125963" y="218440"/>
                </a:lnTo>
                <a:close/>
              </a:path>
              <a:path w="201295" h="265430">
                <a:moveTo>
                  <a:pt x="166133" y="160019"/>
                </a:moveTo>
                <a:lnTo>
                  <a:pt x="157497" y="177800"/>
                </a:lnTo>
                <a:lnTo>
                  <a:pt x="153814" y="184150"/>
                </a:lnTo>
                <a:lnTo>
                  <a:pt x="154170" y="184150"/>
                </a:lnTo>
                <a:lnTo>
                  <a:pt x="146245" y="196850"/>
                </a:lnTo>
                <a:lnTo>
                  <a:pt x="146842" y="196850"/>
                </a:lnTo>
                <a:lnTo>
                  <a:pt x="141444" y="203200"/>
                </a:lnTo>
                <a:lnTo>
                  <a:pt x="142270" y="203200"/>
                </a:lnTo>
                <a:lnTo>
                  <a:pt x="132186" y="213360"/>
                </a:lnTo>
                <a:lnTo>
                  <a:pt x="132503" y="213360"/>
                </a:lnTo>
                <a:lnTo>
                  <a:pt x="125290" y="219710"/>
                </a:lnTo>
                <a:lnTo>
                  <a:pt x="154176" y="219710"/>
                </a:lnTo>
                <a:lnTo>
                  <a:pt x="156697" y="217169"/>
                </a:lnTo>
                <a:lnTo>
                  <a:pt x="157497" y="215900"/>
                </a:lnTo>
                <a:lnTo>
                  <a:pt x="162907" y="208280"/>
                </a:lnTo>
                <a:lnTo>
                  <a:pt x="171442" y="194310"/>
                </a:lnTo>
                <a:lnTo>
                  <a:pt x="171784" y="193040"/>
                </a:lnTo>
                <a:lnTo>
                  <a:pt x="175317" y="186821"/>
                </a:lnTo>
                <a:lnTo>
                  <a:pt x="183964" y="170180"/>
                </a:lnTo>
                <a:lnTo>
                  <a:pt x="187634" y="161290"/>
                </a:lnTo>
                <a:lnTo>
                  <a:pt x="165854" y="161290"/>
                </a:lnTo>
                <a:lnTo>
                  <a:pt x="166133" y="160019"/>
                </a:lnTo>
                <a:close/>
              </a:path>
              <a:path w="201295" h="265430">
                <a:moveTo>
                  <a:pt x="22087" y="198628"/>
                </a:moveTo>
                <a:lnTo>
                  <a:pt x="22432" y="200660"/>
                </a:lnTo>
                <a:lnTo>
                  <a:pt x="22788" y="200660"/>
                </a:lnTo>
                <a:lnTo>
                  <a:pt x="22087" y="198628"/>
                </a:lnTo>
                <a:close/>
              </a:path>
              <a:path w="201295" h="265430">
                <a:moveTo>
                  <a:pt x="20275" y="187967"/>
                </a:moveTo>
                <a:lnTo>
                  <a:pt x="20350" y="189230"/>
                </a:lnTo>
                <a:lnTo>
                  <a:pt x="20489" y="189230"/>
                </a:lnTo>
                <a:lnTo>
                  <a:pt x="20275" y="187967"/>
                </a:lnTo>
                <a:close/>
              </a:path>
              <a:path w="201295" h="265430">
                <a:moveTo>
                  <a:pt x="169054" y="153669"/>
                </a:moveTo>
                <a:lnTo>
                  <a:pt x="165854" y="161290"/>
                </a:lnTo>
                <a:lnTo>
                  <a:pt x="187634" y="161290"/>
                </a:lnTo>
                <a:lnTo>
                  <a:pt x="190434" y="154940"/>
                </a:lnTo>
                <a:lnTo>
                  <a:pt x="168914" y="154940"/>
                </a:lnTo>
                <a:lnTo>
                  <a:pt x="169054" y="153669"/>
                </a:lnTo>
                <a:close/>
              </a:path>
              <a:path w="201295" h="265430">
                <a:moveTo>
                  <a:pt x="200857" y="113030"/>
                </a:moveTo>
                <a:lnTo>
                  <a:pt x="180332" y="113030"/>
                </a:lnTo>
                <a:lnTo>
                  <a:pt x="180242" y="113847"/>
                </a:lnTo>
                <a:lnTo>
                  <a:pt x="180109" y="114300"/>
                </a:lnTo>
                <a:lnTo>
                  <a:pt x="178998" y="120650"/>
                </a:lnTo>
                <a:lnTo>
                  <a:pt x="176890" y="132080"/>
                </a:lnTo>
                <a:lnTo>
                  <a:pt x="176741" y="132080"/>
                </a:lnTo>
                <a:lnTo>
                  <a:pt x="174629" y="139700"/>
                </a:lnTo>
                <a:lnTo>
                  <a:pt x="174998" y="139700"/>
                </a:lnTo>
                <a:lnTo>
                  <a:pt x="168914" y="154940"/>
                </a:lnTo>
                <a:lnTo>
                  <a:pt x="190434" y="154940"/>
                </a:lnTo>
                <a:lnTo>
                  <a:pt x="193794" y="147319"/>
                </a:lnTo>
                <a:lnTo>
                  <a:pt x="196727" y="137160"/>
                </a:lnTo>
                <a:lnTo>
                  <a:pt x="196943" y="135890"/>
                </a:lnTo>
                <a:lnTo>
                  <a:pt x="197628" y="132327"/>
                </a:lnTo>
                <a:lnTo>
                  <a:pt x="197675" y="132080"/>
                </a:lnTo>
                <a:lnTo>
                  <a:pt x="176890" y="132080"/>
                </a:lnTo>
                <a:lnTo>
                  <a:pt x="177123" y="130818"/>
                </a:lnTo>
                <a:lnTo>
                  <a:pt x="197918" y="130818"/>
                </a:lnTo>
                <a:lnTo>
                  <a:pt x="199140" y="124460"/>
                </a:lnTo>
                <a:lnTo>
                  <a:pt x="200664" y="115569"/>
                </a:lnTo>
                <a:lnTo>
                  <a:pt x="200855" y="114300"/>
                </a:lnTo>
                <a:lnTo>
                  <a:pt x="200857" y="113030"/>
                </a:lnTo>
                <a:close/>
              </a:path>
              <a:path w="201295" h="265430">
                <a:moveTo>
                  <a:pt x="195605" y="71119"/>
                </a:moveTo>
                <a:lnTo>
                  <a:pt x="173296" y="71119"/>
                </a:lnTo>
                <a:lnTo>
                  <a:pt x="177067" y="82986"/>
                </a:lnTo>
                <a:lnTo>
                  <a:pt x="177582" y="85090"/>
                </a:lnTo>
                <a:lnTo>
                  <a:pt x="178325" y="87630"/>
                </a:lnTo>
                <a:lnTo>
                  <a:pt x="179818" y="97790"/>
                </a:lnTo>
                <a:lnTo>
                  <a:pt x="180078" y="99060"/>
                </a:lnTo>
                <a:lnTo>
                  <a:pt x="180188" y="113847"/>
                </a:lnTo>
                <a:lnTo>
                  <a:pt x="180332" y="113030"/>
                </a:lnTo>
                <a:lnTo>
                  <a:pt x="200857" y="113030"/>
                </a:lnTo>
                <a:lnTo>
                  <a:pt x="200880" y="97790"/>
                </a:lnTo>
                <a:lnTo>
                  <a:pt x="198975" y="83819"/>
                </a:lnTo>
                <a:lnTo>
                  <a:pt x="197248" y="76200"/>
                </a:lnTo>
                <a:lnTo>
                  <a:pt x="196943" y="74930"/>
                </a:lnTo>
                <a:lnTo>
                  <a:pt x="195605" y="71119"/>
                </a:lnTo>
                <a:close/>
              </a:path>
              <a:path w="201295" h="265430">
                <a:moveTo>
                  <a:pt x="39539" y="75678"/>
                </a:moveTo>
                <a:lnTo>
                  <a:pt x="39171" y="76200"/>
                </a:lnTo>
                <a:lnTo>
                  <a:pt x="39311" y="76200"/>
                </a:lnTo>
                <a:lnTo>
                  <a:pt x="39539" y="75678"/>
                </a:lnTo>
                <a:close/>
              </a:path>
              <a:path w="201295" h="265430">
                <a:moveTo>
                  <a:pt x="170955" y="65205"/>
                </a:moveTo>
                <a:lnTo>
                  <a:pt x="173397" y="72390"/>
                </a:lnTo>
                <a:lnTo>
                  <a:pt x="173296" y="71119"/>
                </a:lnTo>
                <a:lnTo>
                  <a:pt x="195605" y="71119"/>
                </a:lnTo>
                <a:lnTo>
                  <a:pt x="193820" y="66040"/>
                </a:lnTo>
                <a:lnTo>
                  <a:pt x="171429" y="66040"/>
                </a:lnTo>
                <a:lnTo>
                  <a:pt x="170955" y="65205"/>
                </a:lnTo>
                <a:close/>
              </a:path>
              <a:path w="201295" h="265430">
                <a:moveTo>
                  <a:pt x="191289" y="58419"/>
                </a:moveTo>
                <a:lnTo>
                  <a:pt x="167098" y="58419"/>
                </a:lnTo>
                <a:lnTo>
                  <a:pt x="169985" y="63500"/>
                </a:lnTo>
                <a:lnTo>
                  <a:pt x="170807" y="64769"/>
                </a:lnTo>
                <a:lnTo>
                  <a:pt x="171429" y="66040"/>
                </a:lnTo>
                <a:lnTo>
                  <a:pt x="193820" y="66040"/>
                </a:lnTo>
                <a:lnTo>
                  <a:pt x="193374" y="64769"/>
                </a:lnTo>
                <a:lnTo>
                  <a:pt x="191289" y="58419"/>
                </a:lnTo>
                <a:close/>
              </a:path>
              <a:path w="201295" h="265430">
                <a:moveTo>
                  <a:pt x="185894" y="48260"/>
                </a:moveTo>
                <a:lnTo>
                  <a:pt x="159478" y="48260"/>
                </a:lnTo>
                <a:lnTo>
                  <a:pt x="165269" y="55880"/>
                </a:lnTo>
                <a:lnTo>
                  <a:pt x="164965" y="55880"/>
                </a:lnTo>
                <a:lnTo>
                  <a:pt x="167543" y="59690"/>
                </a:lnTo>
                <a:lnTo>
                  <a:pt x="167098" y="58419"/>
                </a:lnTo>
                <a:lnTo>
                  <a:pt x="191289" y="58419"/>
                </a:lnTo>
                <a:lnTo>
                  <a:pt x="190873" y="57150"/>
                </a:lnTo>
                <a:lnTo>
                  <a:pt x="190199" y="55880"/>
                </a:lnTo>
                <a:lnTo>
                  <a:pt x="185894" y="48260"/>
                </a:lnTo>
                <a:close/>
              </a:path>
              <a:path w="201295" h="265430">
                <a:moveTo>
                  <a:pt x="61269" y="48260"/>
                </a:moveTo>
                <a:lnTo>
                  <a:pt x="60710" y="48260"/>
                </a:lnTo>
                <a:lnTo>
                  <a:pt x="60216" y="49083"/>
                </a:lnTo>
                <a:lnTo>
                  <a:pt x="59826" y="49438"/>
                </a:lnTo>
                <a:lnTo>
                  <a:pt x="59265" y="50186"/>
                </a:lnTo>
                <a:lnTo>
                  <a:pt x="61269" y="48260"/>
                </a:lnTo>
                <a:close/>
              </a:path>
              <a:path w="201295" h="265430">
                <a:moveTo>
                  <a:pt x="183754" y="44450"/>
                </a:moveTo>
                <a:lnTo>
                  <a:pt x="156621" y="44450"/>
                </a:lnTo>
                <a:lnTo>
                  <a:pt x="160240" y="48260"/>
                </a:lnTo>
                <a:lnTo>
                  <a:pt x="185602" y="48260"/>
                </a:lnTo>
                <a:lnTo>
                  <a:pt x="183754" y="44450"/>
                </a:lnTo>
                <a:close/>
              </a:path>
              <a:path w="201295" h="265430">
                <a:moveTo>
                  <a:pt x="44175" y="36830"/>
                </a:moveTo>
                <a:lnTo>
                  <a:pt x="39390" y="42017"/>
                </a:lnTo>
                <a:lnTo>
                  <a:pt x="38747" y="42017"/>
                </a:lnTo>
                <a:lnTo>
                  <a:pt x="35933" y="45719"/>
                </a:lnTo>
                <a:lnTo>
                  <a:pt x="63911" y="45719"/>
                </a:lnTo>
                <a:lnTo>
                  <a:pt x="63530" y="46990"/>
                </a:lnTo>
                <a:lnTo>
                  <a:pt x="70781" y="40640"/>
                </a:lnTo>
                <a:lnTo>
                  <a:pt x="71588" y="40640"/>
                </a:lnTo>
                <a:lnTo>
                  <a:pt x="73017" y="39369"/>
                </a:lnTo>
                <a:lnTo>
                  <a:pt x="73474" y="39369"/>
                </a:lnTo>
                <a:lnTo>
                  <a:pt x="75150" y="38100"/>
                </a:lnTo>
                <a:lnTo>
                  <a:pt x="43934" y="38100"/>
                </a:lnTo>
                <a:lnTo>
                  <a:pt x="44175" y="36830"/>
                </a:lnTo>
                <a:close/>
              </a:path>
              <a:path w="201295" h="265430">
                <a:moveTo>
                  <a:pt x="179836" y="39369"/>
                </a:moveTo>
                <a:lnTo>
                  <a:pt x="134269" y="39369"/>
                </a:lnTo>
                <a:lnTo>
                  <a:pt x="132845" y="39944"/>
                </a:lnTo>
                <a:lnTo>
                  <a:pt x="134243" y="40640"/>
                </a:lnTo>
                <a:lnTo>
                  <a:pt x="150398" y="40640"/>
                </a:lnTo>
                <a:lnTo>
                  <a:pt x="154295" y="42017"/>
                </a:lnTo>
                <a:lnTo>
                  <a:pt x="152661" y="42017"/>
                </a:lnTo>
                <a:lnTo>
                  <a:pt x="157560" y="45719"/>
                </a:lnTo>
                <a:lnTo>
                  <a:pt x="156621" y="44450"/>
                </a:lnTo>
                <a:lnTo>
                  <a:pt x="183754" y="44450"/>
                </a:lnTo>
                <a:lnTo>
                  <a:pt x="183138" y="43180"/>
                </a:lnTo>
                <a:lnTo>
                  <a:pt x="182706" y="43180"/>
                </a:lnTo>
                <a:lnTo>
                  <a:pt x="179836" y="39369"/>
                </a:lnTo>
                <a:close/>
              </a:path>
              <a:path w="201295" h="265430">
                <a:moveTo>
                  <a:pt x="71588" y="40640"/>
                </a:moveTo>
                <a:lnTo>
                  <a:pt x="70781" y="40640"/>
                </a:lnTo>
                <a:lnTo>
                  <a:pt x="70106" y="42017"/>
                </a:lnTo>
                <a:lnTo>
                  <a:pt x="71588" y="40640"/>
                </a:lnTo>
                <a:close/>
              </a:path>
              <a:path w="201295" h="265430">
                <a:moveTo>
                  <a:pt x="150398" y="40640"/>
                </a:moveTo>
                <a:lnTo>
                  <a:pt x="148442" y="40640"/>
                </a:lnTo>
                <a:lnTo>
                  <a:pt x="154544" y="42017"/>
                </a:lnTo>
                <a:lnTo>
                  <a:pt x="154149" y="42017"/>
                </a:lnTo>
                <a:lnTo>
                  <a:pt x="150398" y="40640"/>
                </a:lnTo>
                <a:close/>
              </a:path>
              <a:path w="201295" h="265430">
                <a:moveTo>
                  <a:pt x="128604" y="20319"/>
                </a:moveTo>
                <a:lnTo>
                  <a:pt x="122039" y="20319"/>
                </a:lnTo>
                <a:lnTo>
                  <a:pt x="117594" y="25400"/>
                </a:lnTo>
                <a:lnTo>
                  <a:pt x="117594" y="35560"/>
                </a:lnTo>
                <a:lnTo>
                  <a:pt x="122039" y="40640"/>
                </a:lnTo>
                <a:lnTo>
                  <a:pt x="128604" y="40640"/>
                </a:lnTo>
                <a:lnTo>
                  <a:pt x="132186" y="39616"/>
                </a:lnTo>
                <a:lnTo>
                  <a:pt x="131691" y="39369"/>
                </a:lnTo>
                <a:lnTo>
                  <a:pt x="179836" y="39369"/>
                </a:lnTo>
                <a:lnTo>
                  <a:pt x="176966" y="35560"/>
                </a:lnTo>
                <a:lnTo>
                  <a:pt x="153484" y="35560"/>
                </a:lnTo>
                <a:lnTo>
                  <a:pt x="148556" y="33019"/>
                </a:lnTo>
                <a:lnTo>
                  <a:pt x="146562" y="29210"/>
                </a:lnTo>
                <a:lnTo>
                  <a:pt x="142869" y="21621"/>
                </a:lnTo>
                <a:lnTo>
                  <a:pt x="124049" y="21621"/>
                </a:lnTo>
                <a:lnTo>
                  <a:pt x="128604" y="20319"/>
                </a:lnTo>
                <a:close/>
              </a:path>
              <a:path w="201295" h="265430">
                <a:moveTo>
                  <a:pt x="132447" y="39746"/>
                </a:moveTo>
                <a:lnTo>
                  <a:pt x="129328" y="40640"/>
                </a:lnTo>
                <a:lnTo>
                  <a:pt x="131119" y="40640"/>
                </a:lnTo>
                <a:lnTo>
                  <a:pt x="132845" y="39944"/>
                </a:lnTo>
                <a:lnTo>
                  <a:pt x="132447" y="39746"/>
                </a:lnTo>
                <a:close/>
              </a:path>
              <a:path w="201295" h="265430">
                <a:moveTo>
                  <a:pt x="134269" y="39369"/>
                </a:moveTo>
                <a:lnTo>
                  <a:pt x="133761" y="39369"/>
                </a:lnTo>
                <a:lnTo>
                  <a:pt x="132447" y="39746"/>
                </a:lnTo>
                <a:lnTo>
                  <a:pt x="132845" y="39944"/>
                </a:lnTo>
                <a:lnTo>
                  <a:pt x="134269" y="39369"/>
                </a:lnTo>
                <a:close/>
              </a:path>
              <a:path w="201295" h="265430">
                <a:moveTo>
                  <a:pt x="133761" y="39369"/>
                </a:moveTo>
                <a:lnTo>
                  <a:pt x="133049" y="39369"/>
                </a:lnTo>
                <a:lnTo>
                  <a:pt x="132186" y="39616"/>
                </a:lnTo>
                <a:lnTo>
                  <a:pt x="132447" y="39746"/>
                </a:lnTo>
                <a:lnTo>
                  <a:pt x="133761" y="39369"/>
                </a:lnTo>
                <a:close/>
              </a:path>
              <a:path w="201295" h="265430">
                <a:moveTo>
                  <a:pt x="133049" y="39369"/>
                </a:moveTo>
                <a:lnTo>
                  <a:pt x="131691" y="39369"/>
                </a:lnTo>
                <a:lnTo>
                  <a:pt x="132186" y="39616"/>
                </a:lnTo>
                <a:lnTo>
                  <a:pt x="133049" y="39369"/>
                </a:lnTo>
                <a:close/>
              </a:path>
              <a:path w="201295" h="265430">
                <a:moveTo>
                  <a:pt x="86237" y="30480"/>
                </a:moveTo>
                <a:lnTo>
                  <a:pt x="51490" y="30480"/>
                </a:lnTo>
                <a:lnTo>
                  <a:pt x="47515" y="34290"/>
                </a:lnTo>
                <a:lnTo>
                  <a:pt x="46829" y="34290"/>
                </a:lnTo>
                <a:lnTo>
                  <a:pt x="43934" y="38100"/>
                </a:lnTo>
                <a:lnTo>
                  <a:pt x="75150" y="38100"/>
                </a:lnTo>
                <a:lnTo>
                  <a:pt x="78503" y="35560"/>
                </a:lnTo>
                <a:lnTo>
                  <a:pt x="79900" y="35560"/>
                </a:lnTo>
                <a:lnTo>
                  <a:pt x="84218" y="33019"/>
                </a:lnTo>
                <a:lnTo>
                  <a:pt x="86237" y="30480"/>
                </a:lnTo>
                <a:close/>
              </a:path>
              <a:path w="201295" h="265430">
                <a:moveTo>
                  <a:pt x="79379" y="35560"/>
                </a:moveTo>
                <a:lnTo>
                  <a:pt x="78503" y="35560"/>
                </a:lnTo>
                <a:lnTo>
                  <a:pt x="77220" y="36830"/>
                </a:lnTo>
                <a:lnTo>
                  <a:pt x="79379" y="35560"/>
                </a:lnTo>
                <a:close/>
              </a:path>
              <a:path w="201295" h="265430">
                <a:moveTo>
                  <a:pt x="139565" y="15240"/>
                </a:moveTo>
                <a:lnTo>
                  <a:pt x="142869" y="21621"/>
                </a:lnTo>
                <a:lnTo>
                  <a:pt x="146562" y="29210"/>
                </a:lnTo>
                <a:lnTo>
                  <a:pt x="148556" y="33019"/>
                </a:lnTo>
                <a:lnTo>
                  <a:pt x="153484" y="35560"/>
                </a:lnTo>
                <a:lnTo>
                  <a:pt x="161828" y="31750"/>
                </a:lnTo>
                <a:lnTo>
                  <a:pt x="163733" y="26669"/>
                </a:lnTo>
                <a:lnTo>
                  <a:pt x="161942" y="22860"/>
                </a:lnTo>
                <a:lnTo>
                  <a:pt x="161466" y="21621"/>
                </a:lnTo>
                <a:lnTo>
                  <a:pt x="158094" y="20319"/>
                </a:lnTo>
                <a:lnTo>
                  <a:pt x="145521" y="20319"/>
                </a:lnTo>
                <a:lnTo>
                  <a:pt x="139565" y="15240"/>
                </a:lnTo>
                <a:close/>
              </a:path>
              <a:path w="201295" h="265430">
                <a:moveTo>
                  <a:pt x="161466" y="21621"/>
                </a:moveTo>
                <a:lnTo>
                  <a:pt x="161942" y="22860"/>
                </a:lnTo>
                <a:lnTo>
                  <a:pt x="163733" y="26669"/>
                </a:lnTo>
                <a:lnTo>
                  <a:pt x="161828" y="31750"/>
                </a:lnTo>
                <a:lnTo>
                  <a:pt x="153484" y="35560"/>
                </a:lnTo>
                <a:lnTo>
                  <a:pt x="176966" y="35560"/>
                </a:lnTo>
                <a:lnTo>
                  <a:pt x="176229" y="34290"/>
                </a:lnTo>
                <a:lnTo>
                  <a:pt x="172648" y="30480"/>
                </a:lnTo>
                <a:lnTo>
                  <a:pt x="171657" y="29210"/>
                </a:lnTo>
                <a:lnTo>
                  <a:pt x="166616" y="25400"/>
                </a:lnTo>
                <a:lnTo>
                  <a:pt x="165142" y="24130"/>
                </a:lnTo>
                <a:lnTo>
                  <a:pt x="161466" y="21621"/>
                </a:lnTo>
                <a:close/>
              </a:path>
              <a:path w="201295" h="265430">
                <a:moveTo>
                  <a:pt x="94416" y="25400"/>
                </a:moveTo>
                <a:lnTo>
                  <a:pt x="58996" y="25400"/>
                </a:lnTo>
                <a:lnTo>
                  <a:pt x="54678" y="27940"/>
                </a:lnTo>
                <a:lnTo>
                  <a:pt x="51769" y="30480"/>
                </a:lnTo>
                <a:lnTo>
                  <a:pt x="85844" y="30480"/>
                </a:lnTo>
                <a:lnTo>
                  <a:pt x="88739" y="27940"/>
                </a:lnTo>
                <a:lnTo>
                  <a:pt x="90822" y="27940"/>
                </a:lnTo>
                <a:lnTo>
                  <a:pt x="94416" y="25400"/>
                </a:lnTo>
                <a:close/>
              </a:path>
              <a:path w="201295" h="265430">
                <a:moveTo>
                  <a:pt x="87410" y="29210"/>
                </a:moveTo>
                <a:lnTo>
                  <a:pt x="85844" y="30480"/>
                </a:lnTo>
                <a:lnTo>
                  <a:pt x="86081" y="30480"/>
                </a:lnTo>
                <a:lnTo>
                  <a:pt x="87410" y="29210"/>
                </a:lnTo>
                <a:close/>
              </a:path>
              <a:path w="201295" h="265430">
                <a:moveTo>
                  <a:pt x="90822" y="27940"/>
                </a:moveTo>
                <a:lnTo>
                  <a:pt x="88739" y="27940"/>
                </a:lnTo>
                <a:lnTo>
                  <a:pt x="86081" y="30480"/>
                </a:lnTo>
                <a:lnTo>
                  <a:pt x="85844" y="30480"/>
                </a:lnTo>
                <a:lnTo>
                  <a:pt x="89806" y="29210"/>
                </a:lnTo>
                <a:lnTo>
                  <a:pt x="90822" y="27940"/>
                </a:lnTo>
                <a:close/>
              </a:path>
              <a:path w="201295" h="265430">
                <a:moveTo>
                  <a:pt x="95750" y="25400"/>
                </a:moveTo>
                <a:lnTo>
                  <a:pt x="94416" y="25400"/>
                </a:lnTo>
                <a:lnTo>
                  <a:pt x="92619" y="26669"/>
                </a:lnTo>
                <a:lnTo>
                  <a:pt x="95750" y="25400"/>
                </a:lnTo>
                <a:close/>
              </a:path>
              <a:path w="201295" h="265430">
                <a:moveTo>
                  <a:pt x="106151" y="22860"/>
                </a:moveTo>
                <a:lnTo>
                  <a:pt x="62641" y="22860"/>
                </a:lnTo>
                <a:lnTo>
                  <a:pt x="59745" y="25400"/>
                </a:lnTo>
                <a:lnTo>
                  <a:pt x="98226" y="25400"/>
                </a:lnTo>
                <a:lnTo>
                  <a:pt x="100728" y="24130"/>
                </a:lnTo>
                <a:lnTo>
                  <a:pt x="103636" y="24130"/>
                </a:lnTo>
                <a:lnTo>
                  <a:pt x="106151" y="22860"/>
                </a:lnTo>
                <a:close/>
              </a:path>
              <a:path w="201295" h="265430">
                <a:moveTo>
                  <a:pt x="143311" y="1269"/>
                </a:moveTo>
                <a:lnTo>
                  <a:pt x="111383" y="1269"/>
                </a:lnTo>
                <a:lnTo>
                  <a:pt x="106316" y="2540"/>
                </a:lnTo>
                <a:lnTo>
                  <a:pt x="103801" y="3810"/>
                </a:lnTo>
                <a:lnTo>
                  <a:pt x="104106" y="3810"/>
                </a:lnTo>
                <a:lnTo>
                  <a:pt x="101223" y="5080"/>
                </a:lnTo>
                <a:lnTo>
                  <a:pt x="98658" y="5080"/>
                </a:lnTo>
                <a:lnTo>
                  <a:pt x="95775" y="6350"/>
                </a:lnTo>
                <a:lnTo>
                  <a:pt x="93248" y="6350"/>
                </a:lnTo>
                <a:lnTo>
                  <a:pt x="90352" y="7619"/>
                </a:lnTo>
                <a:lnTo>
                  <a:pt x="89641" y="7619"/>
                </a:lnTo>
                <a:lnTo>
                  <a:pt x="86390" y="8890"/>
                </a:lnTo>
                <a:lnTo>
                  <a:pt x="84434" y="8890"/>
                </a:lnTo>
                <a:lnTo>
                  <a:pt x="80814" y="11430"/>
                </a:lnTo>
                <a:lnTo>
                  <a:pt x="81754" y="11430"/>
                </a:lnTo>
                <a:lnTo>
                  <a:pt x="77792" y="12700"/>
                </a:lnTo>
                <a:lnTo>
                  <a:pt x="74972" y="15240"/>
                </a:lnTo>
                <a:lnTo>
                  <a:pt x="72432" y="17780"/>
                </a:lnTo>
                <a:lnTo>
                  <a:pt x="70642" y="17780"/>
                </a:lnTo>
                <a:lnTo>
                  <a:pt x="68470" y="19050"/>
                </a:lnTo>
                <a:lnTo>
                  <a:pt x="67136" y="20319"/>
                </a:lnTo>
                <a:lnTo>
                  <a:pt x="62082" y="22860"/>
                </a:lnTo>
                <a:lnTo>
                  <a:pt x="105846" y="22860"/>
                </a:lnTo>
                <a:lnTo>
                  <a:pt x="108645" y="21621"/>
                </a:lnTo>
                <a:lnTo>
                  <a:pt x="108834" y="21621"/>
                </a:lnTo>
                <a:lnTo>
                  <a:pt x="116552" y="20319"/>
                </a:lnTo>
                <a:lnTo>
                  <a:pt x="115765" y="20319"/>
                </a:lnTo>
                <a:lnTo>
                  <a:pt x="119359" y="19050"/>
                </a:lnTo>
                <a:lnTo>
                  <a:pt x="141538" y="19050"/>
                </a:lnTo>
                <a:lnTo>
                  <a:pt x="139565" y="15240"/>
                </a:lnTo>
                <a:lnTo>
                  <a:pt x="159014" y="15240"/>
                </a:lnTo>
                <a:lnTo>
                  <a:pt x="158526" y="13969"/>
                </a:lnTo>
                <a:lnTo>
                  <a:pt x="155160" y="7619"/>
                </a:lnTo>
                <a:lnTo>
                  <a:pt x="154081" y="5080"/>
                </a:lnTo>
                <a:lnTo>
                  <a:pt x="152112" y="3810"/>
                </a:lnTo>
                <a:lnTo>
                  <a:pt x="148277" y="2540"/>
                </a:lnTo>
                <a:lnTo>
                  <a:pt x="145749" y="2540"/>
                </a:lnTo>
                <a:lnTo>
                  <a:pt x="143311" y="1269"/>
                </a:lnTo>
                <a:close/>
              </a:path>
              <a:path w="201295" h="265430">
                <a:moveTo>
                  <a:pt x="141538" y="19050"/>
                </a:moveTo>
                <a:lnTo>
                  <a:pt x="132948" y="19050"/>
                </a:lnTo>
                <a:lnTo>
                  <a:pt x="130890" y="20319"/>
                </a:lnTo>
                <a:lnTo>
                  <a:pt x="129328" y="20319"/>
                </a:lnTo>
                <a:lnTo>
                  <a:pt x="124773" y="21621"/>
                </a:lnTo>
                <a:lnTo>
                  <a:pt x="142870" y="21621"/>
                </a:lnTo>
                <a:lnTo>
                  <a:pt x="141538" y="19050"/>
                </a:lnTo>
                <a:close/>
              </a:path>
              <a:path w="201295" h="265430">
                <a:moveTo>
                  <a:pt x="160478" y="19050"/>
                </a:moveTo>
                <a:lnTo>
                  <a:pt x="152696" y="19050"/>
                </a:lnTo>
                <a:lnTo>
                  <a:pt x="158094" y="20319"/>
                </a:lnTo>
                <a:lnTo>
                  <a:pt x="161466" y="21621"/>
                </a:lnTo>
                <a:lnTo>
                  <a:pt x="160478" y="19050"/>
                </a:lnTo>
                <a:close/>
              </a:path>
              <a:path w="201295" h="265430">
                <a:moveTo>
                  <a:pt x="159014" y="15240"/>
                </a:moveTo>
                <a:lnTo>
                  <a:pt x="139565" y="15240"/>
                </a:lnTo>
                <a:lnTo>
                  <a:pt x="145521" y="20319"/>
                </a:lnTo>
                <a:lnTo>
                  <a:pt x="158094" y="20319"/>
                </a:lnTo>
                <a:lnTo>
                  <a:pt x="152696" y="19050"/>
                </a:lnTo>
                <a:lnTo>
                  <a:pt x="160478" y="19050"/>
                </a:lnTo>
                <a:lnTo>
                  <a:pt x="159014" y="15240"/>
                </a:lnTo>
                <a:close/>
              </a:path>
              <a:path w="201295" h="265430">
                <a:moveTo>
                  <a:pt x="74375" y="15240"/>
                </a:moveTo>
                <a:lnTo>
                  <a:pt x="70057" y="17780"/>
                </a:lnTo>
                <a:lnTo>
                  <a:pt x="72432" y="17780"/>
                </a:lnTo>
                <a:lnTo>
                  <a:pt x="74375" y="15240"/>
                </a:lnTo>
                <a:close/>
              </a:path>
              <a:path w="201295" h="265430">
                <a:moveTo>
                  <a:pt x="144022" y="1269"/>
                </a:moveTo>
                <a:lnTo>
                  <a:pt x="143311" y="1269"/>
                </a:lnTo>
                <a:lnTo>
                  <a:pt x="145749" y="2540"/>
                </a:lnTo>
                <a:lnTo>
                  <a:pt x="144022" y="1269"/>
                </a:lnTo>
                <a:close/>
              </a:path>
              <a:path w="201295" h="265430">
                <a:moveTo>
                  <a:pt x="144746" y="1269"/>
                </a:moveTo>
                <a:lnTo>
                  <a:pt x="144022" y="1269"/>
                </a:lnTo>
                <a:lnTo>
                  <a:pt x="145749" y="2540"/>
                </a:lnTo>
                <a:lnTo>
                  <a:pt x="146842" y="2540"/>
                </a:lnTo>
                <a:lnTo>
                  <a:pt x="144746" y="1269"/>
                </a:lnTo>
                <a:close/>
              </a:path>
              <a:path w="201295" h="265430">
                <a:moveTo>
                  <a:pt x="126014" y="0"/>
                </a:moveTo>
                <a:lnTo>
                  <a:pt x="122635" y="0"/>
                </a:lnTo>
                <a:lnTo>
                  <a:pt x="119397" y="1269"/>
                </a:lnTo>
                <a:lnTo>
                  <a:pt x="127715" y="1269"/>
                </a:lnTo>
                <a:lnTo>
                  <a:pt x="12601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4416297" y="142875"/>
            <a:ext cx="4635500" cy="1978025"/>
            <a:chOff x="4416297" y="142875"/>
            <a:chExt cx="4635500" cy="197802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8304" y="142875"/>
              <a:ext cx="2292985" cy="9819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3841" y="1159002"/>
              <a:ext cx="3356991" cy="96139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6297" y="645668"/>
              <a:ext cx="139684" cy="339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91757" y="267588"/>
              <a:ext cx="1104700" cy="7468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4595" y="276479"/>
              <a:ext cx="358013" cy="60388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5450" y="295782"/>
              <a:ext cx="412876" cy="552576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192085" y="1326641"/>
            <a:ext cx="2223135" cy="759460"/>
            <a:chOff x="1192085" y="1326641"/>
            <a:chExt cx="2223135" cy="75946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7604" y="1326641"/>
              <a:ext cx="2207552" cy="75907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92085" y="1652396"/>
              <a:ext cx="157480" cy="38735"/>
            </a:xfrm>
            <a:custGeom>
              <a:avLst/>
              <a:gdLst/>
              <a:ahLst/>
              <a:cxnLst/>
              <a:rect l="l" t="t" r="r" b="b"/>
              <a:pathLst>
                <a:path w="157480" h="38735">
                  <a:moveTo>
                    <a:pt x="5499" y="37083"/>
                  </a:moveTo>
                  <a:lnTo>
                    <a:pt x="6984" y="38100"/>
                  </a:lnTo>
                  <a:lnTo>
                    <a:pt x="33190" y="38480"/>
                  </a:lnTo>
                  <a:lnTo>
                    <a:pt x="8432" y="38480"/>
                  </a:lnTo>
                  <a:lnTo>
                    <a:pt x="5499" y="37083"/>
                  </a:lnTo>
                  <a:close/>
                </a:path>
                <a:path w="157480" h="38735">
                  <a:moveTo>
                    <a:pt x="10642" y="16890"/>
                  </a:moveTo>
                  <a:lnTo>
                    <a:pt x="7632" y="16890"/>
                  </a:lnTo>
                  <a:lnTo>
                    <a:pt x="6032" y="17653"/>
                  </a:lnTo>
                  <a:lnTo>
                    <a:pt x="4348" y="18795"/>
                  </a:lnTo>
                  <a:lnTo>
                    <a:pt x="2508" y="21462"/>
                  </a:lnTo>
                  <a:lnTo>
                    <a:pt x="2181" y="21843"/>
                  </a:lnTo>
                  <a:lnTo>
                    <a:pt x="311" y="25653"/>
                  </a:lnTo>
                  <a:lnTo>
                    <a:pt x="216" y="29140"/>
                  </a:lnTo>
                  <a:lnTo>
                    <a:pt x="1563" y="31876"/>
                  </a:lnTo>
                  <a:lnTo>
                    <a:pt x="1689" y="32130"/>
                  </a:lnTo>
                  <a:lnTo>
                    <a:pt x="1802" y="32638"/>
                  </a:lnTo>
                  <a:lnTo>
                    <a:pt x="2526" y="33691"/>
                  </a:lnTo>
                  <a:lnTo>
                    <a:pt x="4505" y="36447"/>
                  </a:lnTo>
                  <a:lnTo>
                    <a:pt x="4965" y="36829"/>
                  </a:lnTo>
                  <a:lnTo>
                    <a:pt x="8432" y="38480"/>
                  </a:lnTo>
                  <a:lnTo>
                    <a:pt x="12268" y="38100"/>
                  </a:lnTo>
                  <a:lnTo>
                    <a:pt x="18694" y="37591"/>
                  </a:lnTo>
                  <a:lnTo>
                    <a:pt x="29799" y="36447"/>
                  </a:lnTo>
                  <a:lnTo>
                    <a:pt x="30967" y="36447"/>
                  </a:lnTo>
                  <a:lnTo>
                    <a:pt x="34963" y="31876"/>
                  </a:lnTo>
                  <a:lnTo>
                    <a:pt x="34880" y="30225"/>
                  </a:lnTo>
                  <a:lnTo>
                    <a:pt x="34785" y="28320"/>
                  </a:lnTo>
                  <a:lnTo>
                    <a:pt x="34660" y="25832"/>
                  </a:lnTo>
                  <a:lnTo>
                    <a:pt x="34543" y="23494"/>
                  </a:lnTo>
                  <a:lnTo>
                    <a:pt x="34442" y="21462"/>
                  </a:lnTo>
                  <a:lnTo>
                    <a:pt x="30170" y="17430"/>
                  </a:lnTo>
                  <a:lnTo>
                    <a:pt x="17708" y="17430"/>
                  </a:lnTo>
                  <a:lnTo>
                    <a:pt x="14992" y="17144"/>
                  </a:lnTo>
                  <a:lnTo>
                    <a:pt x="6794" y="17144"/>
                  </a:lnTo>
                  <a:lnTo>
                    <a:pt x="10642" y="16890"/>
                  </a:lnTo>
                  <a:close/>
                </a:path>
                <a:path w="157480" h="38735">
                  <a:moveTo>
                    <a:pt x="135826" y="9270"/>
                  </a:moveTo>
                  <a:lnTo>
                    <a:pt x="97049" y="9270"/>
                  </a:lnTo>
                  <a:lnTo>
                    <a:pt x="86931" y="10413"/>
                  </a:lnTo>
                  <a:lnTo>
                    <a:pt x="84010" y="10413"/>
                  </a:lnTo>
                  <a:lnTo>
                    <a:pt x="77469" y="11429"/>
                  </a:lnTo>
                  <a:lnTo>
                    <a:pt x="76961" y="11429"/>
                  </a:lnTo>
                  <a:lnTo>
                    <a:pt x="74040" y="11683"/>
                  </a:lnTo>
                  <a:lnTo>
                    <a:pt x="73355" y="11811"/>
                  </a:lnTo>
                  <a:lnTo>
                    <a:pt x="63639" y="13207"/>
                  </a:lnTo>
                  <a:lnTo>
                    <a:pt x="63347" y="13335"/>
                  </a:lnTo>
                  <a:lnTo>
                    <a:pt x="59042" y="14097"/>
                  </a:lnTo>
                  <a:lnTo>
                    <a:pt x="58642" y="14097"/>
                  </a:lnTo>
                  <a:lnTo>
                    <a:pt x="49047" y="15112"/>
                  </a:lnTo>
                  <a:lnTo>
                    <a:pt x="41186" y="15748"/>
                  </a:lnTo>
                  <a:lnTo>
                    <a:pt x="28879" y="16890"/>
                  </a:lnTo>
                  <a:lnTo>
                    <a:pt x="12573" y="16890"/>
                  </a:lnTo>
                  <a:lnTo>
                    <a:pt x="17708" y="17430"/>
                  </a:lnTo>
                  <a:lnTo>
                    <a:pt x="30170" y="17430"/>
                  </a:lnTo>
                  <a:lnTo>
                    <a:pt x="34442" y="21462"/>
                  </a:lnTo>
                  <a:lnTo>
                    <a:pt x="34543" y="23494"/>
                  </a:lnTo>
                  <a:lnTo>
                    <a:pt x="34660" y="25832"/>
                  </a:lnTo>
                  <a:lnTo>
                    <a:pt x="34785" y="28320"/>
                  </a:lnTo>
                  <a:lnTo>
                    <a:pt x="34880" y="30225"/>
                  </a:lnTo>
                  <a:lnTo>
                    <a:pt x="34963" y="31876"/>
                  </a:lnTo>
                  <a:lnTo>
                    <a:pt x="30967" y="36447"/>
                  </a:lnTo>
                  <a:lnTo>
                    <a:pt x="29799" y="36447"/>
                  </a:lnTo>
                  <a:lnTo>
                    <a:pt x="18694" y="37591"/>
                  </a:lnTo>
                  <a:lnTo>
                    <a:pt x="12268" y="38100"/>
                  </a:lnTo>
                  <a:lnTo>
                    <a:pt x="8432" y="38480"/>
                  </a:lnTo>
                  <a:lnTo>
                    <a:pt x="34899" y="38480"/>
                  </a:lnTo>
                  <a:lnTo>
                    <a:pt x="43180" y="37845"/>
                  </a:lnTo>
                  <a:lnTo>
                    <a:pt x="51117" y="37083"/>
                  </a:lnTo>
                  <a:lnTo>
                    <a:pt x="51257" y="37083"/>
                  </a:lnTo>
                  <a:lnTo>
                    <a:pt x="62052" y="36067"/>
                  </a:lnTo>
                  <a:lnTo>
                    <a:pt x="61815" y="36067"/>
                  </a:lnTo>
                  <a:lnTo>
                    <a:pt x="75910" y="34014"/>
                  </a:lnTo>
                  <a:lnTo>
                    <a:pt x="76629" y="33865"/>
                  </a:lnTo>
                  <a:lnTo>
                    <a:pt x="79583" y="33691"/>
                  </a:lnTo>
                  <a:lnTo>
                    <a:pt x="80163" y="33691"/>
                  </a:lnTo>
                  <a:lnTo>
                    <a:pt x="86127" y="32638"/>
                  </a:lnTo>
                  <a:lnTo>
                    <a:pt x="89556" y="32638"/>
                  </a:lnTo>
                  <a:lnTo>
                    <a:pt x="93789" y="32130"/>
                  </a:lnTo>
                  <a:lnTo>
                    <a:pt x="97345" y="31876"/>
                  </a:lnTo>
                  <a:lnTo>
                    <a:pt x="100647" y="31495"/>
                  </a:lnTo>
                  <a:lnTo>
                    <a:pt x="101155" y="31495"/>
                  </a:lnTo>
                  <a:lnTo>
                    <a:pt x="105854" y="30733"/>
                  </a:lnTo>
                  <a:lnTo>
                    <a:pt x="106404" y="30733"/>
                  </a:lnTo>
                  <a:lnTo>
                    <a:pt x="108775" y="30479"/>
                  </a:lnTo>
                  <a:lnTo>
                    <a:pt x="110426" y="30225"/>
                  </a:lnTo>
                  <a:lnTo>
                    <a:pt x="118173" y="28320"/>
                  </a:lnTo>
                  <a:lnTo>
                    <a:pt x="121079" y="27386"/>
                  </a:lnTo>
                  <a:lnTo>
                    <a:pt x="121294" y="27386"/>
                  </a:lnTo>
                  <a:lnTo>
                    <a:pt x="128968" y="25653"/>
                  </a:lnTo>
                  <a:lnTo>
                    <a:pt x="128666" y="25653"/>
                  </a:lnTo>
                  <a:lnTo>
                    <a:pt x="135889" y="24002"/>
                  </a:lnTo>
                  <a:lnTo>
                    <a:pt x="135191" y="24002"/>
                  </a:lnTo>
                  <a:lnTo>
                    <a:pt x="132270" y="20954"/>
                  </a:lnTo>
                  <a:lnTo>
                    <a:pt x="130111" y="18795"/>
                  </a:lnTo>
                  <a:lnTo>
                    <a:pt x="130111" y="14731"/>
                  </a:lnTo>
                  <a:lnTo>
                    <a:pt x="130619" y="14097"/>
                  </a:lnTo>
                  <a:lnTo>
                    <a:pt x="133286" y="11429"/>
                  </a:lnTo>
                  <a:lnTo>
                    <a:pt x="134438" y="10413"/>
                  </a:lnTo>
                  <a:lnTo>
                    <a:pt x="135826" y="9270"/>
                  </a:lnTo>
                  <a:close/>
                </a:path>
                <a:path w="157480" h="38735">
                  <a:moveTo>
                    <a:pt x="6603" y="37845"/>
                  </a:moveTo>
                  <a:lnTo>
                    <a:pt x="4870" y="37845"/>
                  </a:lnTo>
                  <a:lnTo>
                    <a:pt x="8718" y="38100"/>
                  </a:lnTo>
                  <a:lnTo>
                    <a:pt x="6984" y="38100"/>
                  </a:lnTo>
                  <a:lnTo>
                    <a:pt x="6603" y="37845"/>
                  </a:lnTo>
                  <a:close/>
                </a:path>
                <a:path w="157480" h="38735">
                  <a:moveTo>
                    <a:pt x="4505" y="36447"/>
                  </a:moveTo>
                  <a:lnTo>
                    <a:pt x="4794" y="36829"/>
                  </a:lnTo>
                  <a:lnTo>
                    <a:pt x="5080" y="36829"/>
                  </a:lnTo>
                  <a:lnTo>
                    <a:pt x="4505" y="36447"/>
                  </a:lnTo>
                  <a:close/>
                </a:path>
                <a:path w="157480" h="38735">
                  <a:moveTo>
                    <a:pt x="2526" y="33691"/>
                  </a:moveTo>
                  <a:lnTo>
                    <a:pt x="2576" y="34014"/>
                  </a:lnTo>
                  <a:lnTo>
                    <a:pt x="3365" y="35687"/>
                  </a:lnTo>
                  <a:lnTo>
                    <a:pt x="4505" y="36447"/>
                  </a:lnTo>
                  <a:lnTo>
                    <a:pt x="2758" y="34014"/>
                  </a:lnTo>
                  <a:lnTo>
                    <a:pt x="2652" y="33865"/>
                  </a:lnTo>
                  <a:lnTo>
                    <a:pt x="2526" y="33691"/>
                  </a:lnTo>
                  <a:close/>
                </a:path>
                <a:path w="157480" h="38735">
                  <a:moveTo>
                    <a:pt x="76928" y="33865"/>
                  </a:moveTo>
                  <a:lnTo>
                    <a:pt x="76629" y="33865"/>
                  </a:lnTo>
                  <a:lnTo>
                    <a:pt x="75910" y="34014"/>
                  </a:lnTo>
                  <a:lnTo>
                    <a:pt x="76928" y="33865"/>
                  </a:lnTo>
                  <a:close/>
                </a:path>
                <a:path w="157480" h="38735">
                  <a:moveTo>
                    <a:pt x="216" y="29140"/>
                  </a:moveTo>
                  <a:lnTo>
                    <a:pt x="317" y="30479"/>
                  </a:lnTo>
                  <a:lnTo>
                    <a:pt x="1802" y="32638"/>
                  </a:lnTo>
                  <a:lnTo>
                    <a:pt x="1689" y="32130"/>
                  </a:lnTo>
                  <a:lnTo>
                    <a:pt x="216" y="29140"/>
                  </a:lnTo>
                  <a:close/>
                </a:path>
                <a:path w="157480" h="38735">
                  <a:moveTo>
                    <a:pt x="106404" y="30733"/>
                  </a:moveTo>
                  <a:lnTo>
                    <a:pt x="105854" y="30733"/>
                  </a:lnTo>
                  <a:lnTo>
                    <a:pt x="105219" y="30861"/>
                  </a:lnTo>
                  <a:lnTo>
                    <a:pt x="106404" y="30733"/>
                  </a:lnTo>
                  <a:close/>
                </a:path>
                <a:path w="157480" h="38735">
                  <a:moveTo>
                    <a:pt x="153" y="28320"/>
                  </a:moveTo>
                  <a:lnTo>
                    <a:pt x="0" y="28701"/>
                  </a:lnTo>
                  <a:lnTo>
                    <a:pt x="216" y="29140"/>
                  </a:lnTo>
                  <a:lnTo>
                    <a:pt x="153" y="28320"/>
                  </a:lnTo>
                  <a:close/>
                </a:path>
                <a:path w="157480" h="38735">
                  <a:moveTo>
                    <a:pt x="121294" y="27386"/>
                  </a:moveTo>
                  <a:lnTo>
                    <a:pt x="121079" y="27386"/>
                  </a:lnTo>
                  <a:lnTo>
                    <a:pt x="120572" y="27549"/>
                  </a:lnTo>
                  <a:lnTo>
                    <a:pt x="121294" y="27386"/>
                  </a:lnTo>
                  <a:close/>
                </a:path>
                <a:path w="157480" h="38735">
                  <a:moveTo>
                    <a:pt x="224" y="25832"/>
                  </a:moveTo>
                  <a:lnTo>
                    <a:pt x="0" y="26288"/>
                  </a:lnTo>
                  <a:lnTo>
                    <a:pt x="83" y="27386"/>
                  </a:lnTo>
                  <a:lnTo>
                    <a:pt x="188" y="26288"/>
                  </a:lnTo>
                  <a:lnTo>
                    <a:pt x="224" y="25832"/>
                  </a:lnTo>
                  <a:close/>
                </a:path>
                <a:path w="157480" h="38735">
                  <a:moveTo>
                    <a:pt x="1745" y="22732"/>
                  </a:moveTo>
                  <a:lnTo>
                    <a:pt x="1369" y="23113"/>
                  </a:lnTo>
                  <a:lnTo>
                    <a:pt x="317" y="24637"/>
                  </a:lnTo>
                  <a:lnTo>
                    <a:pt x="238" y="25653"/>
                  </a:lnTo>
                  <a:lnTo>
                    <a:pt x="810" y="24637"/>
                  </a:lnTo>
                  <a:lnTo>
                    <a:pt x="1745" y="22732"/>
                  </a:lnTo>
                  <a:close/>
                </a:path>
                <a:path w="157480" h="38735">
                  <a:moveTo>
                    <a:pt x="133159" y="11683"/>
                  </a:moveTo>
                  <a:lnTo>
                    <a:pt x="132905" y="11811"/>
                  </a:lnTo>
                  <a:lnTo>
                    <a:pt x="130619" y="14097"/>
                  </a:lnTo>
                  <a:lnTo>
                    <a:pt x="130111" y="14731"/>
                  </a:lnTo>
                  <a:lnTo>
                    <a:pt x="130111" y="18795"/>
                  </a:lnTo>
                  <a:lnTo>
                    <a:pt x="132772" y="21462"/>
                  </a:lnTo>
                  <a:lnTo>
                    <a:pt x="135191" y="24002"/>
                  </a:lnTo>
                  <a:lnTo>
                    <a:pt x="135889" y="24002"/>
                  </a:lnTo>
                  <a:lnTo>
                    <a:pt x="138112" y="23494"/>
                  </a:lnTo>
                  <a:lnTo>
                    <a:pt x="137731" y="23494"/>
                  </a:lnTo>
                  <a:lnTo>
                    <a:pt x="139509" y="23113"/>
                  </a:lnTo>
                  <a:lnTo>
                    <a:pt x="140234" y="23113"/>
                  </a:lnTo>
                  <a:lnTo>
                    <a:pt x="140599" y="22732"/>
                  </a:lnTo>
                  <a:lnTo>
                    <a:pt x="142239" y="22732"/>
                  </a:lnTo>
                  <a:lnTo>
                    <a:pt x="137223" y="20574"/>
                  </a:lnTo>
                  <a:lnTo>
                    <a:pt x="141713" y="20045"/>
                  </a:lnTo>
                  <a:lnTo>
                    <a:pt x="136277" y="14731"/>
                  </a:lnTo>
                  <a:lnTo>
                    <a:pt x="133286" y="14731"/>
                  </a:lnTo>
                  <a:lnTo>
                    <a:pt x="133164" y="11811"/>
                  </a:lnTo>
                  <a:lnTo>
                    <a:pt x="133159" y="11683"/>
                  </a:lnTo>
                  <a:close/>
                </a:path>
                <a:path w="157480" h="38735">
                  <a:moveTo>
                    <a:pt x="140234" y="23113"/>
                  </a:moveTo>
                  <a:lnTo>
                    <a:pt x="139509" y="23113"/>
                  </a:lnTo>
                  <a:lnTo>
                    <a:pt x="137731" y="23494"/>
                  </a:lnTo>
                  <a:lnTo>
                    <a:pt x="138112" y="23494"/>
                  </a:lnTo>
                  <a:lnTo>
                    <a:pt x="135889" y="24002"/>
                  </a:lnTo>
                  <a:lnTo>
                    <a:pt x="139382" y="24002"/>
                  </a:lnTo>
                  <a:lnTo>
                    <a:pt x="140234" y="23113"/>
                  </a:lnTo>
                  <a:close/>
                </a:path>
                <a:path w="157480" h="38735">
                  <a:moveTo>
                    <a:pt x="148669" y="22732"/>
                  </a:moveTo>
                  <a:lnTo>
                    <a:pt x="142239" y="22732"/>
                  </a:lnTo>
                  <a:lnTo>
                    <a:pt x="144335" y="23622"/>
                  </a:lnTo>
                  <a:lnTo>
                    <a:pt x="148669" y="22732"/>
                  </a:lnTo>
                  <a:close/>
                </a:path>
                <a:path w="157480" h="38735">
                  <a:moveTo>
                    <a:pt x="142488" y="20803"/>
                  </a:moveTo>
                  <a:lnTo>
                    <a:pt x="142303" y="20954"/>
                  </a:lnTo>
                  <a:lnTo>
                    <a:pt x="140234" y="23113"/>
                  </a:lnTo>
                  <a:lnTo>
                    <a:pt x="139433" y="23113"/>
                  </a:lnTo>
                  <a:lnTo>
                    <a:pt x="141185" y="22732"/>
                  </a:lnTo>
                  <a:lnTo>
                    <a:pt x="144462" y="22732"/>
                  </a:lnTo>
                  <a:lnTo>
                    <a:pt x="142488" y="20803"/>
                  </a:lnTo>
                  <a:close/>
                </a:path>
                <a:path w="157480" h="38735">
                  <a:moveTo>
                    <a:pt x="141713" y="20045"/>
                  </a:moveTo>
                  <a:lnTo>
                    <a:pt x="137223" y="20574"/>
                  </a:lnTo>
                  <a:lnTo>
                    <a:pt x="142239" y="22732"/>
                  </a:lnTo>
                  <a:lnTo>
                    <a:pt x="140599" y="22732"/>
                  </a:lnTo>
                  <a:lnTo>
                    <a:pt x="142303" y="20954"/>
                  </a:lnTo>
                  <a:lnTo>
                    <a:pt x="142485" y="20803"/>
                  </a:lnTo>
                  <a:lnTo>
                    <a:pt x="141713" y="20045"/>
                  </a:lnTo>
                  <a:close/>
                </a:path>
                <a:path w="157480" h="38735">
                  <a:moveTo>
                    <a:pt x="152082" y="19812"/>
                  </a:moveTo>
                  <a:lnTo>
                    <a:pt x="143700" y="19812"/>
                  </a:lnTo>
                  <a:lnTo>
                    <a:pt x="142488" y="20803"/>
                  </a:lnTo>
                  <a:lnTo>
                    <a:pt x="144462" y="22732"/>
                  </a:lnTo>
                  <a:lnTo>
                    <a:pt x="149161" y="22732"/>
                  </a:lnTo>
                  <a:lnTo>
                    <a:pt x="152082" y="19812"/>
                  </a:lnTo>
                  <a:close/>
                </a:path>
                <a:path w="157480" h="38735">
                  <a:moveTo>
                    <a:pt x="4348" y="18795"/>
                  </a:moveTo>
                  <a:lnTo>
                    <a:pt x="3365" y="19430"/>
                  </a:lnTo>
                  <a:lnTo>
                    <a:pt x="2181" y="21843"/>
                  </a:lnTo>
                  <a:lnTo>
                    <a:pt x="2508" y="21462"/>
                  </a:lnTo>
                  <a:lnTo>
                    <a:pt x="4348" y="18795"/>
                  </a:lnTo>
                  <a:close/>
                </a:path>
                <a:path w="157480" h="38735">
                  <a:moveTo>
                    <a:pt x="143700" y="19812"/>
                  </a:moveTo>
                  <a:lnTo>
                    <a:pt x="141713" y="20045"/>
                  </a:lnTo>
                  <a:lnTo>
                    <a:pt x="142488" y="20803"/>
                  </a:lnTo>
                  <a:lnTo>
                    <a:pt x="143700" y="19812"/>
                  </a:lnTo>
                  <a:close/>
                </a:path>
                <a:path w="157480" h="38735">
                  <a:moveTo>
                    <a:pt x="153277" y="2793"/>
                  </a:moveTo>
                  <a:lnTo>
                    <a:pt x="126555" y="2793"/>
                  </a:lnTo>
                  <a:lnTo>
                    <a:pt x="123634" y="3555"/>
                  </a:lnTo>
                  <a:lnTo>
                    <a:pt x="124015" y="3555"/>
                  </a:lnTo>
                  <a:lnTo>
                    <a:pt x="116014" y="5333"/>
                  </a:lnTo>
                  <a:lnTo>
                    <a:pt x="115252" y="5587"/>
                  </a:lnTo>
                  <a:lnTo>
                    <a:pt x="111687" y="6603"/>
                  </a:lnTo>
                  <a:lnTo>
                    <a:pt x="105620" y="8094"/>
                  </a:lnTo>
                  <a:lnTo>
                    <a:pt x="101748" y="8508"/>
                  </a:lnTo>
                  <a:lnTo>
                    <a:pt x="102425" y="8508"/>
                  </a:lnTo>
                  <a:lnTo>
                    <a:pt x="97726" y="9270"/>
                  </a:lnTo>
                  <a:lnTo>
                    <a:pt x="135826" y="9270"/>
                  </a:lnTo>
                  <a:lnTo>
                    <a:pt x="134221" y="12722"/>
                  </a:lnTo>
                  <a:lnTo>
                    <a:pt x="141713" y="20045"/>
                  </a:lnTo>
                  <a:lnTo>
                    <a:pt x="143700" y="19812"/>
                  </a:lnTo>
                  <a:lnTo>
                    <a:pt x="152082" y="19812"/>
                  </a:lnTo>
                  <a:lnTo>
                    <a:pt x="155765" y="16128"/>
                  </a:lnTo>
                  <a:lnTo>
                    <a:pt x="156651" y="11811"/>
                  </a:lnTo>
                  <a:lnTo>
                    <a:pt x="156729" y="11429"/>
                  </a:lnTo>
                  <a:lnTo>
                    <a:pt x="156889" y="11429"/>
                  </a:lnTo>
                  <a:lnTo>
                    <a:pt x="154428" y="5587"/>
                  </a:lnTo>
                  <a:lnTo>
                    <a:pt x="153277" y="2793"/>
                  </a:lnTo>
                  <a:close/>
                </a:path>
                <a:path w="157480" h="38735">
                  <a:moveTo>
                    <a:pt x="6032" y="17653"/>
                  </a:moveTo>
                  <a:lnTo>
                    <a:pt x="4699" y="18287"/>
                  </a:lnTo>
                  <a:lnTo>
                    <a:pt x="4348" y="18795"/>
                  </a:lnTo>
                  <a:lnTo>
                    <a:pt x="6032" y="17653"/>
                  </a:lnTo>
                  <a:close/>
                </a:path>
                <a:path w="157480" h="38735">
                  <a:moveTo>
                    <a:pt x="12573" y="16890"/>
                  </a:moveTo>
                  <a:lnTo>
                    <a:pt x="10642" y="16890"/>
                  </a:lnTo>
                  <a:lnTo>
                    <a:pt x="6794" y="17144"/>
                  </a:lnTo>
                  <a:lnTo>
                    <a:pt x="6032" y="17653"/>
                  </a:lnTo>
                  <a:lnTo>
                    <a:pt x="7099" y="17144"/>
                  </a:lnTo>
                  <a:lnTo>
                    <a:pt x="14992" y="17144"/>
                  </a:lnTo>
                  <a:lnTo>
                    <a:pt x="12573" y="16890"/>
                  </a:lnTo>
                  <a:close/>
                </a:path>
                <a:path w="157480" h="38735">
                  <a:moveTo>
                    <a:pt x="133289" y="11811"/>
                  </a:moveTo>
                  <a:lnTo>
                    <a:pt x="133286" y="14731"/>
                  </a:lnTo>
                  <a:lnTo>
                    <a:pt x="134221" y="12722"/>
                  </a:lnTo>
                  <a:lnTo>
                    <a:pt x="133289" y="11811"/>
                  </a:lnTo>
                  <a:close/>
                </a:path>
                <a:path w="157480" h="38735">
                  <a:moveTo>
                    <a:pt x="134221" y="12722"/>
                  </a:moveTo>
                  <a:lnTo>
                    <a:pt x="133286" y="14731"/>
                  </a:lnTo>
                  <a:lnTo>
                    <a:pt x="136277" y="14731"/>
                  </a:lnTo>
                  <a:lnTo>
                    <a:pt x="134221" y="12722"/>
                  </a:lnTo>
                  <a:close/>
                </a:path>
                <a:path w="157480" h="38735">
                  <a:moveTo>
                    <a:pt x="135826" y="9270"/>
                  </a:moveTo>
                  <a:lnTo>
                    <a:pt x="134438" y="10413"/>
                  </a:lnTo>
                  <a:lnTo>
                    <a:pt x="133286" y="11429"/>
                  </a:lnTo>
                  <a:lnTo>
                    <a:pt x="133159" y="11683"/>
                  </a:lnTo>
                  <a:lnTo>
                    <a:pt x="134221" y="12722"/>
                  </a:lnTo>
                  <a:lnTo>
                    <a:pt x="135708" y="9525"/>
                  </a:lnTo>
                  <a:lnTo>
                    <a:pt x="135826" y="9270"/>
                  </a:lnTo>
                  <a:close/>
                </a:path>
                <a:path w="157480" h="38735">
                  <a:moveTo>
                    <a:pt x="149224" y="0"/>
                  </a:moveTo>
                  <a:lnTo>
                    <a:pt x="140144" y="0"/>
                  </a:lnTo>
                  <a:lnTo>
                    <a:pt x="137350" y="253"/>
                  </a:lnTo>
                  <a:lnTo>
                    <a:pt x="134471" y="1015"/>
                  </a:lnTo>
                  <a:lnTo>
                    <a:pt x="133286" y="1269"/>
                  </a:lnTo>
                  <a:lnTo>
                    <a:pt x="132905" y="1397"/>
                  </a:lnTo>
                  <a:lnTo>
                    <a:pt x="126809" y="2793"/>
                  </a:lnTo>
                  <a:lnTo>
                    <a:pt x="153415" y="2793"/>
                  </a:lnTo>
                  <a:lnTo>
                    <a:pt x="14922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93594" y="1426083"/>
            <a:ext cx="156512" cy="304800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3763771" y="1623441"/>
            <a:ext cx="173355" cy="26670"/>
          </a:xfrm>
          <a:custGeom>
            <a:avLst/>
            <a:gdLst/>
            <a:ahLst/>
            <a:cxnLst/>
            <a:rect l="l" t="t" r="r" b="b"/>
            <a:pathLst>
              <a:path w="173354" h="26669">
                <a:moveTo>
                  <a:pt x="147312" y="12826"/>
                </a:moveTo>
                <a:lnTo>
                  <a:pt x="147192" y="17272"/>
                </a:lnTo>
                <a:lnTo>
                  <a:pt x="149732" y="21336"/>
                </a:lnTo>
                <a:lnTo>
                  <a:pt x="154162" y="23622"/>
                </a:lnTo>
                <a:lnTo>
                  <a:pt x="154431" y="23622"/>
                </a:lnTo>
                <a:lnTo>
                  <a:pt x="160147" y="26543"/>
                </a:lnTo>
                <a:lnTo>
                  <a:pt x="167131" y="24130"/>
                </a:lnTo>
                <a:lnTo>
                  <a:pt x="167628" y="23113"/>
                </a:lnTo>
                <a:lnTo>
                  <a:pt x="158241" y="23113"/>
                </a:lnTo>
                <a:lnTo>
                  <a:pt x="150371" y="18923"/>
                </a:lnTo>
                <a:lnTo>
                  <a:pt x="149225" y="18923"/>
                </a:lnTo>
                <a:lnTo>
                  <a:pt x="148462" y="17907"/>
                </a:lnTo>
                <a:lnTo>
                  <a:pt x="148906" y="17907"/>
                </a:lnTo>
                <a:lnTo>
                  <a:pt x="147312" y="12826"/>
                </a:lnTo>
                <a:close/>
              </a:path>
              <a:path w="173354" h="26669">
                <a:moveTo>
                  <a:pt x="25865" y="23113"/>
                </a:moveTo>
                <a:lnTo>
                  <a:pt x="5054" y="23113"/>
                </a:lnTo>
                <a:lnTo>
                  <a:pt x="16763" y="24511"/>
                </a:lnTo>
                <a:lnTo>
                  <a:pt x="20044" y="24511"/>
                </a:lnTo>
                <a:lnTo>
                  <a:pt x="25865" y="23113"/>
                </a:lnTo>
                <a:close/>
              </a:path>
              <a:path w="173354" h="26669">
                <a:moveTo>
                  <a:pt x="148124" y="23113"/>
                </a:moveTo>
                <a:lnTo>
                  <a:pt x="26288" y="23113"/>
                </a:lnTo>
                <a:lnTo>
                  <a:pt x="160400" y="23622"/>
                </a:lnTo>
                <a:lnTo>
                  <a:pt x="140842" y="23622"/>
                </a:lnTo>
                <a:lnTo>
                  <a:pt x="148124" y="23113"/>
                </a:lnTo>
                <a:close/>
              </a:path>
              <a:path w="173354" h="26669">
                <a:moveTo>
                  <a:pt x="7819" y="2539"/>
                </a:moveTo>
                <a:lnTo>
                  <a:pt x="5818" y="2539"/>
                </a:lnTo>
                <a:lnTo>
                  <a:pt x="1015" y="6604"/>
                </a:lnTo>
                <a:lnTo>
                  <a:pt x="57" y="17272"/>
                </a:lnTo>
                <a:lnTo>
                  <a:pt x="0" y="17907"/>
                </a:lnTo>
                <a:lnTo>
                  <a:pt x="4035" y="23113"/>
                </a:lnTo>
                <a:lnTo>
                  <a:pt x="29209" y="23113"/>
                </a:lnTo>
                <a:lnTo>
                  <a:pt x="45656" y="22225"/>
                </a:lnTo>
                <a:lnTo>
                  <a:pt x="51942" y="22225"/>
                </a:lnTo>
                <a:lnTo>
                  <a:pt x="54500" y="22074"/>
                </a:lnTo>
                <a:lnTo>
                  <a:pt x="52831" y="21589"/>
                </a:lnTo>
                <a:lnTo>
                  <a:pt x="150225" y="21589"/>
                </a:lnTo>
                <a:lnTo>
                  <a:pt x="149732" y="21336"/>
                </a:lnTo>
                <a:lnTo>
                  <a:pt x="147192" y="17272"/>
                </a:lnTo>
                <a:lnTo>
                  <a:pt x="147192" y="12446"/>
                </a:lnTo>
                <a:lnTo>
                  <a:pt x="170198" y="12446"/>
                </a:lnTo>
                <a:lnTo>
                  <a:pt x="166279" y="6096"/>
                </a:lnTo>
                <a:lnTo>
                  <a:pt x="27812" y="6096"/>
                </a:lnTo>
                <a:lnTo>
                  <a:pt x="24002" y="5714"/>
                </a:lnTo>
                <a:lnTo>
                  <a:pt x="25971" y="5461"/>
                </a:lnTo>
                <a:lnTo>
                  <a:pt x="25302" y="5207"/>
                </a:lnTo>
                <a:lnTo>
                  <a:pt x="22075" y="4063"/>
                </a:lnTo>
                <a:lnTo>
                  <a:pt x="22275" y="4063"/>
                </a:lnTo>
                <a:lnTo>
                  <a:pt x="18923" y="3301"/>
                </a:lnTo>
                <a:lnTo>
                  <a:pt x="7819" y="2539"/>
                </a:lnTo>
                <a:close/>
              </a:path>
              <a:path w="173354" h="26669">
                <a:moveTo>
                  <a:pt x="52831" y="21589"/>
                </a:moveTo>
                <a:lnTo>
                  <a:pt x="58081" y="23113"/>
                </a:lnTo>
                <a:lnTo>
                  <a:pt x="153177" y="23113"/>
                </a:lnTo>
                <a:lnTo>
                  <a:pt x="151163" y="22074"/>
                </a:lnTo>
                <a:lnTo>
                  <a:pt x="57192" y="22074"/>
                </a:lnTo>
                <a:lnTo>
                  <a:pt x="52831" y="21589"/>
                </a:lnTo>
                <a:close/>
              </a:path>
              <a:path w="173354" h="26669">
                <a:moveTo>
                  <a:pt x="170198" y="12446"/>
                </a:moveTo>
                <a:lnTo>
                  <a:pt x="147192" y="12446"/>
                </a:lnTo>
                <a:lnTo>
                  <a:pt x="148906" y="17907"/>
                </a:lnTo>
                <a:lnTo>
                  <a:pt x="148995" y="18190"/>
                </a:lnTo>
                <a:lnTo>
                  <a:pt x="158241" y="23113"/>
                </a:lnTo>
                <a:lnTo>
                  <a:pt x="167628" y="23113"/>
                </a:lnTo>
                <a:lnTo>
                  <a:pt x="169925" y="18414"/>
                </a:lnTo>
                <a:lnTo>
                  <a:pt x="172782" y="12826"/>
                </a:lnTo>
                <a:lnTo>
                  <a:pt x="170433" y="12826"/>
                </a:lnTo>
                <a:lnTo>
                  <a:pt x="170198" y="12446"/>
                </a:lnTo>
                <a:close/>
              </a:path>
              <a:path w="173354" h="26669">
                <a:moveTo>
                  <a:pt x="150225" y="21589"/>
                </a:moveTo>
                <a:lnTo>
                  <a:pt x="52831" y="21589"/>
                </a:lnTo>
                <a:lnTo>
                  <a:pt x="57192" y="22074"/>
                </a:lnTo>
                <a:lnTo>
                  <a:pt x="151163" y="22074"/>
                </a:lnTo>
                <a:lnTo>
                  <a:pt x="150225" y="21589"/>
                </a:lnTo>
                <a:close/>
              </a:path>
              <a:path w="173354" h="26669">
                <a:moveTo>
                  <a:pt x="148462" y="17907"/>
                </a:moveTo>
                <a:lnTo>
                  <a:pt x="149225" y="18923"/>
                </a:lnTo>
                <a:lnTo>
                  <a:pt x="149065" y="18414"/>
                </a:lnTo>
                <a:lnTo>
                  <a:pt x="148995" y="18190"/>
                </a:lnTo>
                <a:lnTo>
                  <a:pt x="148462" y="17907"/>
                </a:lnTo>
                <a:close/>
              </a:path>
              <a:path w="173354" h="26669">
                <a:moveTo>
                  <a:pt x="148995" y="18190"/>
                </a:moveTo>
                <a:lnTo>
                  <a:pt x="149225" y="18923"/>
                </a:lnTo>
                <a:lnTo>
                  <a:pt x="150371" y="18923"/>
                </a:lnTo>
                <a:lnTo>
                  <a:pt x="148995" y="18190"/>
                </a:lnTo>
                <a:close/>
              </a:path>
              <a:path w="173354" h="26669">
                <a:moveTo>
                  <a:pt x="148906" y="17907"/>
                </a:moveTo>
                <a:lnTo>
                  <a:pt x="148462" y="17907"/>
                </a:lnTo>
                <a:lnTo>
                  <a:pt x="148995" y="18190"/>
                </a:lnTo>
                <a:lnTo>
                  <a:pt x="148906" y="17907"/>
                </a:lnTo>
                <a:close/>
              </a:path>
              <a:path w="173354" h="26669">
                <a:moveTo>
                  <a:pt x="164083" y="2539"/>
                </a:moveTo>
                <a:lnTo>
                  <a:pt x="170433" y="12826"/>
                </a:lnTo>
                <a:lnTo>
                  <a:pt x="170433" y="10160"/>
                </a:lnTo>
                <a:lnTo>
                  <a:pt x="169799" y="8000"/>
                </a:lnTo>
                <a:lnTo>
                  <a:pt x="167162" y="4063"/>
                </a:lnTo>
                <a:lnTo>
                  <a:pt x="164083" y="2539"/>
                </a:lnTo>
                <a:close/>
              </a:path>
              <a:path w="173354" h="26669">
                <a:moveTo>
                  <a:pt x="167192" y="4063"/>
                </a:moveTo>
                <a:lnTo>
                  <a:pt x="167335" y="4318"/>
                </a:lnTo>
                <a:lnTo>
                  <a:pt x="169799" y="8000"/>
                </a:lnTo>
                <a:lnTo>
                  <a:pt x="170433" y="10160"/>
                </a:lnTo>
                <a:lnTo>
                  <a:pt x="170433" y="12826"/>
                </a:lnTo>
                <a:lnTo>
                  <a:pt x="172888" y="12826"/>
                </a:lnTo>
                <a:lnTo>
                  <a:pt x="170685" y="6096"/>
                </a:lnTo>
                <a:lnTo>
                  <a:pt x="170561" y="5714"/>
                </a:lnTo>
                <a:lnTo>
                  <a:pt x="167192" y="4063"/>
                </a:lnTo>
                <a:close/>
              </a:path>
              <a:path w="173354" h="26669">
                <a:moveTo>
                  <a:pt x="26020" y="5461"/>
                </a:moveTo>
                <a:lnTo>
                  <a:pt x="24002" y="5714"/>
                </a:lnTo>
                <a:lnTo>
                  <a:pt x="27812" y="6096"/>
                </a:lnTo>
                <a:lnTo>
                  <a:pt x="26020" y="5461"/>
                </a:lnTo>
                <a:close/>
              </a:path>
              <a:path w="173354" h="26669">
                <a:moveTo>
                  <a:pt x="164083" y="2539"/>
                </a:moveTo>
                <a:lnTo>
                  <a:pt x="54102" y="2539"/>
                </a:lnTo>
                <a:lnTo>
                  <a:pt x="52197" y="2921"/>
                </a:lnTo>
                <a:lnTo>
                  <a:pt x="46100" y="2921"/>
                </a:lnTo>
                <a:lnTo>
                  <a:pt x="41401" y="3301"/>
                </a:lnTo>
                <a:lnTo>
                  <a:pt x="40639" y="3301"/>
                </a:lnTo>
                <a:lnTo>
                  <a:pt x="36449" y="4063"/>
                </a:lnTo>
                <a:lnTo>
                  <a:pt x="35517" y="4063"/>
                </a:lnTo>
                <a:lnTo>
                  <a:pt x="32385" y="4318"/>
                </a:lnTo>
                <a:lnTo>
                  <a:pt x="31368" y="4572"/>
                </a:lnTo>
                <a:lnTo>
                  <a:pt x="27050" y="5461"/>
                </a:lnTo>
                <a:lnTo>
                  <a:pt x="26020" y="5461"/>
                </a:lnTo>
                <a:lnTo>
                  <a:pt x="27812" y="6096"/>
                </a:lnTo>
                <a:lnTo>
                  <a:pt x="166279" y="6096"/>
                </a:lnTo>
                <a:lnTo>
                  <a:pt x="165887" y="5461"/>
                </a:lnTo>
                <a:lnTo>
                  <a:pt x="27050" y="5461"/>
                </a:lnTo>
                <a:lnTo>
                  <a:pt x="27939" y="5207"/>
                </a:lnTo>
                <a:lnTo>
                  <a:pt x="165730" y="5207"/>
                </a:lnTo>
                <a:lnTo>
                  <a:pt x="164083" y="2539"/>
                </a:lnTo>
                <a:close/>
              </a:path>
              <a:path w="173354" h="26669">
                <a:moveTo>
                  <a:pt x="166126" y="2539"/>
                </a:moveTo>
                <a:lnTo>
                  <a:pt x="164083" y="2539"/>
                </a:lnTo>
                <a:lnTo>
                  <a:pt x="167192" y="4063"/>
                </a:lnTo>
                <a:lnTo>
                  <a:pt x="166126" y="2539"/>
                </a:lnTo>
                <a:close/>
              </a:path>
              <a:path w="173354" h="26669">
                <a:moveTo>
                  <a:pt x="53706" y="2539"/>
                </a:moveTo>
                <a:lnTo>
                  <a:pt x="53297" y="2539"/>
                </a:lnTo>
                <a:lnTo>
                  <a:pt x="48979" y="2921"/>
                </a:lnTo>
                <a:lnTo>
                  <a:pt x="52394" y="2921"/>
                </a:lnTo>
                <a:lnTo>
                  <a:pt x="53706" y="2539"/>
                </a:lnTo>
                <a:close/>
              </a:path>
              <a:path w="173354" h="26669">
                <a:moveTo>
                  <a:pt x="162289" y="0"/>
                </a:moveTo>
                <a:lnTo>
                  <a:pt x="146938" y="0"/>
                </a:lnTo>
                <a:lnTo>
                  <a:pt x="144017" y="381"/>
                </a:lnTo>
                <a:lnTo>
                  <a:pt x="144779" y="381"/>
                </a:lnTo>
                <a:lnTo>
                  <a:pt x="137498" y="888"/>
                </a:lnTo>
                <a:lnTo>
                  <a:pt x="97789" y="888"/>
                </a:lnTo>
                <a:lnTo>
                  <a:pt x="88646" y="1143"/>
                </a:lnTo>
                <a:lnTo>
                  <a:pt x="59816" y="1143"/>
                </a:lnTo>
                <a:lnTo>
                  <a:pt x="56768" y="1650"/>
                </a:lnTo>
                <a:lnTo>
                  <a:pt x="52394" y="2921"/>
                </a:lnTo>
                <a:lnTo>
                  <a:pt x="52197" y="2921"/>
                </a:lnTo>
                <a:lnTo>
                  <a:pt x="54102" y="2539"/>
                </a:lnTo>
                <a:lnTo>
                  <a:pt x="166126" y="2539"/>
                </a:lnTo>
                <a:lnTo>
                  <a:pt x="165607" y="1778"/>
                </a:lnTo>
                <a:lnTo>
                  <a:pt x="162289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4009897" y="1251330"/>
            <a:ext cx="1449070" cy="580390"/>
            <a:chOff x="4009897" y="1251330"/>
            <a:chExt cx="1449070" cy="580390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09897" y="1316100"/>
              <a:ext cx="614934" cy="51549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67503" y="1251330"/>
              <a:ext cx="791463" cy="535305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24880" y="2419476"/>
            <a:ext cx="647065" cy="529717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8286115" y="2680207"/>
            <a:ext cx="135890" cy="28575"/>
          </a:xfrm>
          <a:custGeom>
            <a:avLst/>
            <a:gdLst/>
            <a:ahLst/>
            <a:cxnLst/>
            <a:rect l="l" t="t" r="r" b="b"/>
            <a:pathLst>
              <a:path w="135890" h="28575">
                <a:moveTo>
                  <a:pt x="118236" y="23875"/>
                </a:moveTo>
                <a:lnTo>
                  <a:pt x="32003" y="23875"/>
                </a:lnTo>
                <a:lnTo>
                  <a:pt x="35655" y="24511"/>
                </a:lnTo>
                <a:lnTo>
                  <a:pt x="42227" y="24511"/>
                </a:lnTo>
                <a:lnTo>
                  <a:pt x="46418" y="25273"/>
                </a:lnTo>
                <a:lnTo>
                  <a:pt x="49544" y="25273"/>
                </a:lnTo>
                <a:lnTo>
                  <a:pt x="55371" y="26162"/>
                </a:lnTo>
                <a:lnTo>
                  <a:pt x="55879" y="26162"/>
                </a:lnTo>
                <a:lnTo>
                  <a:pt x="60198" y="26669"/>
                </a:lnTo>
                <a:lnTo>
                  <a:pt x="60070" y="26669"/>
                </a:lnTo>
                <a:lnTo>
                  <a:pt x="71929" y="27812"/>
                </a:lnTo>
                <a:lnTo>
                  <a:pt x="74929" y="27812"/>
                </a:lnTo>
                <a:lnTo>
                  <a:pt x="80771" y="28193"/>
                </a:lnTo>
                <a:lnTo>
                  <a:pt x="84328" y="28193"/>
                </a:lnTo>
                <a:lnTo>
                  <a:pt x="89661" y="27812"/>
                </a:lnTo>
                <a:lnTo>
                  <a:pt x="93471" y="27431"/>
                </a:lnTo>
                <a:lnTo>
                  <a:pt x="94233" y="27431"/>
                </a:lnTo>
                <a:lnTo>
                  <a:pt x="101345" y="26289"/>
                </a:lnTo>
                <a:lnTo>
                  <a:pt x="106044" y="25654"/>
                </a:lnTo>
                <a:lnTo>
                  <a:pt x="114659" y="24256"/>
                </a:lnTo>
                <a:lnTo>
                  <a:pt x="114934" y="24256"/>
                </a:lnTo>
                <a:lnTo>
                  <a:pt x="118236" y="23875"/>
                </a:lnTo>
                <a:close/>
              </a:path>
              <a:path w="135890" h="28575">
                <a:moveTo>
                  <a:pt x="76326" y="6350"/>
                </a:moveTo>
                <a:lnTo>
                  <a:pt x="3652" y="6350"/>
                </a:lnTo>
                <a:lnTo>
                  <a:pt x="0" y="11175"/>
                </a:lnTo>
                <a:lnTo>
                  <a:pt x="641" y="16326"/>
                </a:lnTo>
                <a:lnTo>
                  <a:pt x="696" y="16891"/>
                </a:lnTo>
                <a:lnTo>
                  <a:pt x="792" y="17873"/>
                </a:lnTo>
                <a:lnTo>
                  <a:pt x="870" y="18668"/>
                </a:lnTo>
                <a:lnTo>
                  <a:pt x="934" y="19324"/>
                </a:lnTo>
                <a:lnTo>
                  <a:pt x="1043" y="20447"/>
                </a:lnTo>
                <a:lnTo>
                  <a:pt x="1142" y="21462"/>
                </a:lnTo>
                <a:lnTo>
                  <a:pt x="5714" y="25273"/>
                </a:lnTo>
                <a:lnTo>
                  <a:pt x="15874" y="24511"/>
                </a:lnTo>
                <a:lnTo>
                  <a:pt x="16679" y="24511"/>
                </a:lnTo>
                <a:lnTo>
                  <a:pt x="21547" y="23875"/>
                </a:lnTo>
                <a:lnTo>
                  <a:pt x="118617" y="23875"/>
                </a:lnTo>
                <a:lnTo>
                  <a:pt x="122533" y="23241"/>
                </a:lnTo>
                <a:lnTo>
                  <a:pt x="123698" y="23241"/>
                </a:lnTo>
                <a:lnTo>
                  <a:pt x="119252" y="22098"/>
                </a:lnTo>
                <a:lnTo>
                  <a:pt x="116448" y="19050"/>
                </a:lnTo>
                <a:lnTo>
                  <a:pt x="115950" y="18668"/>
                </a:lnTo>
                <a:lnTo>
                  <a:pt x="112394" y="14731"/>
                </a:lnTo>
                <a:lnTo>
                  <a:pt x="112394" y="8636"/>
                </a:lnTo>
                <a:lnTo>
                  <a:pt x="114115" y="6731"/>
                </a:lnTo>
                <a:lnTo>
                  <a:pt x="82041" y="6731"/>
                </a:lnTo>
                <a:lnTo>
                  <a:pt x="76326" y="6350"/>
                </a:lnTo>
                <a:close/>
              </a:path>
              <a:path w="135890" h="28575">
                <a:moveTo>
                  <a:pt x="40005" y="24511"/>
                </a:moveTo>
                <a:lnTo>
                  <a:pt x="15748" y="24511"/>
                </a:lnTo>
                <a:lnTo>
                  <a:pt x="5841" y="25273"/>
                </a:lnTo>
                <a:lnTo>
                  <a:pt x="50672" y="25273"/>
                </a:lnTo>
                <a:lnTo>
                  <a:pt x="40005" y="24511"/>
                </a:lnTo>
                <a:close/>
              </a:path>
              <a:path w="135890" h="28575">
                <a:moveTo>
                  <a:pt x="123698" y="0"/>
                </a:moveTo>
                <a:lnTo>
                  <a:pt x="122824" y="224"/>
                </a:lnTo>
                <a:lnTo>
                  <a:pt x="126364" y="508"/>
                </a:lnTo>
                <a:lnTo>
                  <a:pt x="122174" y="508"/>
                </a:lnTo>
                <a:lnTo>
                  <a:pt x="119125" y="1650"/>
                </a:lnTo>
                <a:lnTo>
                  <a:pt x="118435" y="2031"/>
                </a:lnTo>
                <a:lnTo>
                  <a:pt x="116331" y="4318"/>
                </a:lnTo>
                <a:lnTo>
                  <a:pt x="115836" y="4825"/>
                </a:lnTo>
                <a:lnTo>
                  <a:pt x="112394" y="8636"/>
                </a:lnTo>
                <a:lnTo>
                  <a:pt x="112394" y="14731"/>
                </a:lnTo>
                <a:lnTo>
                  <a:pt x="115950" y="18668"/>
                </a:lnTo>
                <a:lnTo>
                  <a:pt x="116448" y="19050"/>
                </a:lnTo>
                <a:lnTo>
                  <a:pt x="119252" y="22098"/>
                </a:lnTo>
                <a:lnTo>
                  <a:pt x="123698" y="23241"/>
                </a:lnTo>
                <a:lnTo>
                  <a:pt x="122808" y="23241"/>
                </a:lnTo>
                <a:lnTo>
                  <a:pt x="124332" y="22860"/>
                </a:lnTo>
                <a:lnTo>
                  <a:pt x="125475" y="22606"/>
                </a:lnTo>
                <a:lnTo>
                  <a:pt x="128870" y="21462"/>
                </a:lnTo>
                <a:lnTo>
                  <a:pt x="129031" y="21462"/>
                </a:lnTo>
                <a:lnTo>
                  <a:pt x="129412" y="21081"/>
                </a:lnTo>
                <a:lnTo>
                  <a:pt x="132707" y="19324"/>
                </a:lnTo>
                <a:lnTo>
                  <a:pt x="133847" y="17873"/>
                </a:lnTo>
                <a:lnTo>
                  <a:pt x="134669" y="16326"/>
                </a:lnTo>
                <a:lnTo>
                  <a:pt x="135082" y="11645"/>
                </a:lnTo>
                <a:lnTo>
                  <a:pt x="134813" y="8636"/>
                </a:lnTo>
                <a:lnTo>
                  <a:pt x="134779" y="8255"/>
                </a:lnTo>
                <a:lnTo>
                  <a:pt x="134657" y="6890"/>
                </a:lnTo>
                <a:lnTo>
                  <a:pt x="134642" y="6731"/>
                </a:lnTo>
                <a:lnTo>
                  <a:pt x="134369" y="6350"/>
                </a:lnTo>
                <a:lnTo>
                  <a:pt x="133830" y="5334"/>
                </a:lnTo>
                <a:lnTo>
                  <a:pt x="133627" y="5168"/>
                </a:lnTo>
                <a:lnTo>
                  <a:pt x="132693" y="3937"/>
                </a:lnTo>
                <a:lnTo>
                  <a:pt x="132027" y="3556"/>
                </a:lnTo>
                <a:lnTo>
                  <a:pt x="129876" y="2412"/>
                </a:lnTo>
                <a:lnTo>
                  <a:pt x="117601" y="2412"/>
                </a:lnTo>
                <a:lnTo>
                  <a:pt x="118808" y="2031"/>
                </a:lnTo>
                <a:lnTo>
                  <a:pt x="117665" y="2031"/>
                </a:lnTo>
                <a:lnTo>
                  <a:pt x="120014" y="1650"/>
                </a:lnTo>
                <a:lnTo>
                  <a:pt x="128500" y="1650"/>
                </a:lnTo>
                <a:lnTo>
                  <a:pt x="125175" y="508"/>
                </a:lnTo>
                <a:lnTo>
                  <a:pt x="126364" y="508"/>
                </a:lnTo>
                <a:lnTo>
                  <a:pt x="122824" y="224"/>
                </a:lnTo>
                <a:lnTo>
                  <a:pt x="124351" y="224"/>
                </a:lnTo>
                <a:lnTo>
                  <a:pt x="123698" y="0"/>
                </a:lnTo>
                <a:close/>
              </a:path>
              <a:path w="135890" h="28575">
                <a:moveTo>
                  <a:pt x="125545" y="22606"/>
                </a:moveTo>
                <a:lnTo>
                  <a:pt x="124332" y="22860"/>
                </a:lnTo>
                <a:lnTo>
                  <a:pt x="122808" y="23241"/>
                </a:lnTo>
                <a:lnTo>
                  <a:pt x="123698" y="23241"/>
                </a:lnTo>
                <a:lnTo>
                  <a:pt x="125545" y="22606"/>
                </a:lnTo>
                <a:close/>
              </a:path>
              <a:path w="135890" h="28575">
                <a:moveTo>
                  <a:pt x="132707" y="19324"/>
                </a:moveTo>
                <a:lnTo>
                  <a:pt x="129412" y="21081"/>
                </a:lnTo>
                <a:lnTo>
                  <a:pt x="129031" y="21462"/>
                </a:lnTo>
                <a:lnTo>
                  <a:pt x="128870" y="21462"/>
                </a:lnTo>
                <a:lnTo>
                  <a:pt x="131825" y="20447"/>
                </a:lnTo>
                <a:lnTo>
                  <a:pt x="132707" y="19324"/>
                </a:lnTo>
                <a:close/>
              </a:path>
              <a:path w="135890" h="28575">
                <a:moveTo>
                  <a:pt x="133847" y="17873"/>
                </a:moveTo>
                <a:lnTo>
                  <a:pt x="132707" y="19324"/>
                </a:lnTo>
                <a:lnTo>
                  <a:pt x="133223" y="19050"/>
                </a:lnTo>
                <a:lnTo>
                  <a:pt x="133847" y="17873"/>
                </a:lnTo>
                <a:close/>
              </a:path>
              <a:path w="135890" h="28575">
                <a:moveTo>
                  <a:pt x="134669" y="16326"/>
                </a:moveTo>
                <a:lnTo>
                  <a:pt x="133847" y="17873"/>
                </a:lnTo>
                <a:lnTo>
                  <a:pt x="134619" y="16891"/>
                </a:lnTo>
                <a:lnTo>
                  <a:pt x="134669" y="16326"/>
                </a:lnTo>
                <a:close/>
              </a:path>
              <a:path w="135890" h="28575">
                <a:moveTo>
                  <a:pt x="135082" y="11645"/>
                </a:moveTo>
                <a:lnTo>
                  <a:pt x="134810" y="14731"/>
                </a:lnTo>
                <a:lnTo>
                  <a:pt x="134788" y="14986"/>
                </a:lnTo>
                <a:lnTo>
                  <a:pt x="134669" y="16326"/>
                </a:lnTo>
                <a:lnTo>
                  <a:pt x="135381" y="14986"/>
                </a:lnTo>
                <a:lnTo>
                  <a:pt x="135082" y="11645"/>
                </a:lnTo>
                <a:close/>
              </a:path>
              <a:path w="135890" h="28575">
                <a:moveTo>
                  <a:pt x="134657" y="6890"/>
                </a:moveTo>
                <a:lnTo>
                  <a:pt x="135040" y="11175"/>
                </a:lnTo>
                <a:lnTo>
                  <a:pt x="135348" y="8636"/>
                </a:lnTo>
                <a:lnTo>
                  <a:pt x="135381" y="8255"/>
                </a:lnTo>
                <a:lnTo>
                  <a:pt x="134657" y="6890"/>
                </a:lnTo>
                <a:close/>
              </a:path>
              <a:path w="135890" h="28575">
                <a:moveTo>
                  <a:pt x="118435" y="2031"/>
                </a:moveTo>
                <a:lnTo>
                  <a:pt x="117601" y="2412"/>
                </a:lnTo>
                <a:lnTo>
                  <a:pt x="114723" y="2412"/>
                </a:lnTo>
                <a:lnTo>
                  <a:pt x="111421" y="2793"/>
                </a:lnTo>
                <a:lnTo>
                  <a:pt x="112140" y="2793"/>
                </a:lnTo>
                <a:lnTo>
                  <a:pt x="97970" y="4963"/>
                </a:lnTo>
                <a:lnTo>
                  <a:pt x="90931" y="5968"/>
                </a:lnTo>
                <a:lnTo>
                  <a:pt x="91566" y="5968"/>
                </a:lnTo>
                <a:lnTo>
                  <a:pt x="87502" y="6350"/>
                </a:lnTo>
                <a:lnTo>
                  <a:pt x="83946" y="6731"/>
                </a:lnTo>
                <a:lnTo>
                  <a:pt x="114115" y="6731"/>
                </a:lnTo>
                <a:lnTo>
                  <a:pt x="115712" y="4963"/>
                </a:lnTo>
                <a:lnTo>
                  <a:pt x="116331" y="4318"/>
                </a:lnTo>
                <a:lnTo>
                  <a:pt x="118435" y="2031"/>
                </a:lnTo>
                <a:close/>
              </a:path>
              <a:path w="135890" h="28575">
                <a:moveTo>
                  <a:pt x="134234" y="5968"/>
                </a:moveTo>
                <a:lnTo>
                  <a:pt x="134369" y="6350"/>
                </a:lnTo>
                <a:lnTo>
                  <a:pt x="134572" y="6731"/>
                </a:lnTo>
                <a:lnTo>
                  <a:pt x="134608" y="6350"/>
                </a:lnTo>
                <a:lnTo>
                  <a:pt x="134234" y="5968"/>
                </a:lnTo>
                <a:close/>
              </a:path>
              <a:path w="135890" h="28575">
                <a:moveTo>
                  <a:pt x="44068" y="3937"/>
                </a:moveTo>
                <a:lnTo>
                  <a:pt x="20954" y="3937"/>
                </a:lnTo>
                <a:lnTo>
                  <a:pt x="15239" y="4825"/>
                </a:lnTo>
                <a:lnTo>
                  <a:pt x="4423" y="6350"/>
                </a:lnTo>
                <a:lnTo>
                  <a:pt x="72770" y="6350"/>
                </a:lnTo>
                <a:lnTo>
                  <a:pt x="62356" y="5334"/>
                </a:lnTo>
                <a:lnTo>
                  <a:pt x="61975" y="5334"/>
                </a:lnTo>
                <a:lnTo>
                  <a:pt x="59086" y="5168"/>
                </a:lnTo>
                <a:lnTo>
                  <a:pt x="58616" y="5168"/>
                </a:lnTo>
                <a:lnTo>
                  <a:pt x="57546" y="4963"/>
                </a:lnTo>
                <a:lnTo>
                  <a:pt x="52704" y="4318"/>
                </a:lnTo>
                <a:lnTo>
                  <a:pt x="48259" y="4318"/>
                </a:lnTo>
                <a:lnTo>
                  <a:pt x="44068" y="3937"/>
                </a:lnTo>
                <a:close/>
              </a:path>
              <a:path w="135890" h="28575">
                <a:moveTo>
                  <a:pt x="57546" y="4963"/>
                </a:moveTo>
                <a:lnTo>
                  <a:pt x="58616" y="5168"/>
                </a:lnTo>
                <a:lnTo>
                  <a:pt x="59086" y="5168"/>
                </a:lnTo>
                <a:lnTo>
                  <a:pt x="57546" y="4963"/>
                </a:lnTo>
                <a:close/>
              </a:path>
              <a:path w="135890" h="28575">
                <a:moveTo>
                  <a:pt x="132744" y="3937"/>
                </a:moveTo>
                <a:lnTo>
                  <a:pt x="132982" y="4318"/>
                </a:lnTo>
                <a:lnTo>
                  <a:pt x="133627" y="5168"/>
                </a:lnTo>
                <a:lnTo>
                  <a:pt x="133560" y="4825"/>
                </a:lnTo>
                <a:lnTo>
                  <a:pt x="133290" y="4318"/>
                </a:lnTo>
                <a:lnTo>
                  <a:pt x="133462" y="4318"/>
                </a:lnTo>
                <a:lnTo>
                  <a:pt x="132744" y="3937"/>
                </a:lnTo>
                <a:close/>
              </a:path>
              <a:path w="135890" h="28575">
                <a:moveTo>
                  <a:pt x="49847" y="3937"/>
                </a:moveTo>
                <a:lnTo>
                  <a:pt x="48894" y="3937"/>
                </a:lnTo>
                <a:lnTo>
                  <a:pt x="43561" y="4318"/>
                </a:lnTo>
                <a:lnTo>
                  <a:pt x="52704" y="4318"/>
                </a:lnTo>
                <a:lnTo>
                  <a:pt x="49847" y="3937"/>
                </a:lnTo>
                <a:close/>
              </a:path>
              <a:path w="135890" h="28575">
                <a:moveTo>
                  <a:pt x="36322" y="3556"/>
                </a:moveTo>
                <a:lnTo>
                  <a:pt x="33274" y="3556"/>
                </a:lnTo>
                <a:lnTo>
                  <a:pt x="37464" y="3937"/>
                </a:lnTo>
                <a:lnTo>
                  <a:pt x="18795" y="3937"/>
                </a:lnTo>
                <a:lnTo>
                  <a:pt x="36322" y="3556"/>
                </a:lnTo>
                <a:close/>
              </a:path>
              <a:path w="135890" h="28575">
                <a:moveTo>
                  <a:pt x="128500" y="1650"/>
                </a:moveTo>
                <a:lnTo>
                  <a:pt x="129158" y="2031"/>
                </a:lnTo>
                <a:lnTo>
                  <a:pt x="132744" y="3937"/>
                </a:lnTo>
                <a:lnTo>
                  <a:pt x="132404" y="3556"/>
                </a:lnTo>
                <a:lnTo>
                  <a:pt x="131825" y="2793"/>
                </a:lnTo>
                <a:lnTo>
                  <a:pt x="128500" y="1650"/>
                </a:lnTo>
                <a:close/>
              </a:path>
              <a:path w="135890" h="28575">
                <a:moveTo>
                  <a:pt x="120014" y="1650"/>
                </a:moveTo>
                <a:lnTo>
                  <a:pt x="115315" y="2412"/>
                </a:lnTo>
                <a:lnTo>
                  <a:pt x="117601" y="2412"/>
                </a:lnTo>
                <a:lnTo>
                  <a:pt x="118364" y="2031"/>
                </a:lnTo>
                <a:lnTo>
                  <a:pt x="118808" y="2031"/>
                </a:lnTo>
                <a:lnTo>
                  <a:pt x="120014" y="1650"/>
                </a:lnTo>
                <a:close/>
              </a:path>
              <a:path w="135890" h="28575">
                <a:moveTo>
                  <a:pt x="128460" y="1650"/>
                </a:moveTo>
                <a:lnTo>
                  <a:pt x="120014" y="1650"/>
                </a:lnTo>
                <a:lnTo>
                  <a:pt x="117601" y="2412"/>
                </a:lnTo>
                <a:lnTo>
                  <a:pt x="129876" y="2412"/>
                </a:lnTo>
                <a:lnTo>
                  <a:pt x="128460" y="1650"/>
                </a:lnTo>
                <a:close/>
              </a:path>
              <a:path w="135890" h="28575">
                <a:moveTo>
                  <a:pt x="122929" y="224"/>
                </a:moveTo>
                <a:lnTo>
                  <a:pt x="121722" y="508"/>
                </a:lnTo>
                <a:lnTo>
                  <a:pt x="118759" y="1269"/>
                </a:lnTo>
                <a:lnTo>
                  <a:pt x="119136" y="1269"/>
                </a:lnTo>
                <a:lnTo>
                  <a:pt x="118435" y="2031"/>
                </a:lnTo>
                <a:lnTo>
                  <a:pt x="119125" y="1650"/>
                </a:lnTo>
                <a:lnTo>
                  <a:pt x="122929" y="224"/>
                </a:lnTo>
                <a:close/>
              </a:path>
              <a:path w="135890" h="28575">
                <a:moveTo>
                  <a:pt x="126364" y="508"/>
                </a:moveTo>
                <a:lnTo>
                  <a:pt x="125175" y="508"/>
                </a:lnTo>
                <a:lnTo>
                  <a:pt x="128500" y="1650"/>
                </a:lnTo>
                <a:lnTo>
                  <a:pt x="127761" y="1269"/>
                </a:lnTo>
                <a:lnTo>
                  <a:pt x="126364" y="508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88426" y="2273173"/>
            <a:ext cx="605027" cy="70421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241288" y="2209800"/>
            <a:ext cx="1980691" cy="87972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353691" y="3503040"/>
            <a:ext cx="812600" cy="61614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244214" y="3652011"/>
            <a:ext cx="375793" cy="36382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686809" y="3797680"/>
            <a:ext cx="159638" cy="17428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956684" y="3741369"/>
            <a:ext cx="149828" cy="240029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4222115" y="3837559"/>
            <a:ext cx="130175" cy="27305"/>
          </a:xfrm>
          <a:custGeom>
            <a:avLst/>
            <a:gdLst/>
            <a:ahLst/>
            <a:cxnLst/>
            <a:rect l="l" t="t" r="r" b="b"/>
            <a:pathLst>
              <a:path w="130175" h="27304">
                <a:moveTo>
                  <a:pt x="48514" y="27050"/>
                </a:moveTo>
                <a:lnTo>
                  <a:pt x="22606" y="27050"/>
                </a:lnTo>
                <a:lnTo>
                  <a:pt x="26162" y="27177"/>
                </a:lnTo>
                <a:lnTo>
                  <a:pt x="45593" y="27177"/>
                </a:lnTo>
                <a:lnTo>
                  <a:pt x="48514" y="27050"/>
                </a:lnTo>
                <a:close/>
              </a:path>
              <a:path w="130175" h="27304">
                <a:moveTo>
                  <a:pt x="7238" y="3682"/>
                </a:moveTo>
                <a:lnTo>
                  <a:pt x="1905" y="7365"/>
                </a:lnTo>
                <a:lnTo>
                  <a:pt x="1157" y="12064"/>
                </a:lnTo>
                <a:lnTo>
                  <a:pt x="230" y="17271"/>
                </a:lnTo>
                <a:lnTo>
                  <a:pt x="132" y="17815"/>
                </a:lnTo>
                <a:lnTo>
                  <a:pt x="69" y="18160"/>
                </a:lnTo>
                <a:lnTo>
                  <a:pt x="0" y="18541"/>
                </a:lnTo>
                <a:lnTo>
                  <a:pt x="3683" y="23875"/>
                </a:lnTo>
                <a:lnTo>
                  <a:pt x="9144" y="24891"/>
                </a:lnTo>
                <a:lnTo>
                  <a:pt x="15875" y="26288"/>
                </a:lnTo>
                <a:lnTo>
                  <a:pt x="21209" y="27050"/>
                </a:lnTo>
                <a:lnTo>
                  <a:pt x="50546" y="27050"/>
                </a:lnTo>
                <a:lnTo>
                  <a:pt x="55880" y="26288"/>
                </a:lnTo>
                <a:lnTo>
                  <a:pt x="53949" y="26288"/>
                </a:lnTo>
                <a:lnTo>
                  <a:pt x="65532" y="25526"/>
                </a:lnTo>
                <a:lnTo>
                  <a:pt x="70485" y="25272"/>
                </a:lnTo>
                <a:lnTo>
                  <a:pt x="69691" y="25272"/>
                </a:lnTo>
                <a:lnTo>
                  <a:pt x="80105" y="24256"/>
                </a:lnTo>
                <a:lnTo>
                  <a:pt x="78866" y="24256"/>
                </a:lnTo>
                <a:lnTo>
                  <a:pt x="85344" y="23875"/>
                </a:lnTo>
                <a:lnTo>
                  <a:pt x="96689" y="22859"/>
                </a:lnTo>
                <a:lnTo>
                  <a:pt x="114655" y="22859"/>
                </a:lnTo>
                <a:lnTo>
                  <a:pt x="113537" y="22351"/>
                </a:lnTo>
                <a:lnTo>
                  <a:pt x="112522" y="21970"/>
                </a:lnTo>
                <a:lnTo>
                  <a:pt x="109600" y="20700"/>
                </a:lnTo>
                <a:lnTo>
                  <a:pt x="107569" y="18160"/>
                </a:lnTo>
                <a:lnTo>
                  <a:pt x="106267" y="12953"/>
                </a:lnTo>
                <a:lnTo>
                  <a:pt x="106172" y="12572"/>
                </a:lnTo>
                <a:lnTo>
                  <a:pt x="106045" y="12064"/>
                </a:lnTo>
                <a:lnTo>
                  <a:pt x="106582" y="9270"/>
                </a:lnTo>
                <a:lnTo>
                  <a:pt x="106680" y="8762"/>
                </a:lnTo>
                <a:lnTo>
                  <a:pt x="108775" y="6095"/>
                </a:lnTo>
                <a:lnTo>
                  <a:pt x="24002" y="6095"/>
                </a:lnTo>
                <a:lnTo>
                  <a:pt x="18542" y="5460"/>
                </a:lnTo>
                <a:lnTo>
                  <a:pt x="18923" y="5460"/>
                </a:lnTo>
                <a:lnTo>
                  <a:pt x="12700" y="4571"/>
                </a:lnTo>
                <a:lnTo>
                  <a:pt x="7238" y="3682"/>
                </a:lnTo>
                <a:close/>
              </a:path>
              <a:path w="130175" h="27304">
                <a:moveTo>
                  <a:pt x="117983" y="0"/>
                </a:moveTo>
                <a:lnTo>
                  <a:pt x="112522" y="1396"/>
                </a:lnTo>
                <a:lnTo>
                  <a:pt x="109251" y="5460"/>
                </a:lnTo>
                <a:lnTo>
                  <a:pt x="108585" y="6349"/>
                </a:lnTo>
                <a:lnTo>
                  <a:pt x="106680" y="8762"/>
                </a:lnTo>
                <a:lnTo>
                  <a:pt x="106198" y="11264"/>
                </a:lnTo>
                <a:lnTo>
                  <a:pt x="106267" y="12953"/>
                </a:lnTo>
                <a:lnTo>
                  <a:pt x="107482" y="17815"/>
                </a:lnTo>
                <a:lnTo>
                  <a:pt x="107569" y="18160"/>
                </a:lnTo>
                <a:lnTo>
                  <a:pt x="109600" y="20700"/>
                </a:lnTo>
                <a:lnTo>
                  <a:pt x="112522" y="21970"/>
                </a:lnTo>
                <a:lnTo>
                  <a:pt x="113537" y="22351"/>
                </a:lnTo>
                <a:lnTo>
                  <a:pt x="117729" y="24256"/>
                </a:lnTo>
                <a:lnTo>
                  <a:pt x="129572" y="11264"/>
                </a:lnTo>
                <a:lnTo>
                  <a:pt x="127277" y="4952"/>
                </a:lnTo>
                <a:lnTo>
                  <a:pt x="127230" y="4825"/>
                </a:lnTo>
                <a:lnTo>
                  <a:pt x="127138" y="4571"/>
                </a:lnTo>
                <a:lnTo>
                  <a:pt x="127046" y="4317"/>
                </a:lnTo>
                <a:lnTo>
                  <a:pt x="127000" y="4190"/>
                </a:lnTo>
                <a:lnTo>
                  <a:pt x="125998" y="3682"/>
                </a:lnTo>
                <a:lnTo>
                  <a:pt x="120747" y="1269"/>
                </a:lnTo>
                <a:lnTo>
                  <a:pt x="119125" y="1269"/>
                </a:lnTo>
                <a:lnTo>
                  <a:pt x="117348" y="888"/>
                </a:lnTo>
                <a:lnTo>
                  <a:pt x="119917" y="888"/>
                </a:lnTo>
                <a:lnTo>
                  <a:pt x="117983" y="0"/>
                </a:lnTo>
                <a:close/>
              </a:path>
              <a:path w="130175" h="27304">
                <a:moveTo>
                  <a:pt x="112902" y="22859"/>
                </a:moveTo>
                <a:lnTo>
                  <a:pt x="115443" y="23367"/>
                </a:lnTo>
                <a:lnTo>
                  <a:pt x="116967" y="23367"/>
                </a:lnTo>
                <a:lnTo>
                  <a:pt x="112902" y="22859"/>
                </a:lnTo>
                <a:close/>
              </a:path>
              <a:path w="130175" h="27304">
                <a:moveTo>
                  <a:pt x="128339" y="17815"/>
                </a:moveTo>
                <a:lnTo>
                  <a:pt x="125730" y="20319"/>
                </a:lnTo>
                <a:lnTo>
                  <a:pt x="122428" y="23367"/>
                </a:lnTo>
                <a:lnTo>
                  <a:pt x="118618" y="23367"/>
                </a:lnTo>
                <a:lnTo>
                  <a:pt x="128777" y="22859"/>
                </a:lnTo>
                <a:lnTo>
                  <a:pt x="123995" y="22859"/>
                </a:lnTo>
                <a:lnTo>
                  <a:pt x="128015" y="19430"/>
                </a:lnTo>
                <a:lnTo>
                  <a:pt x="128193" y="18541"/>
                </a:lnTo>
                <a:lnTo>
                  <a:pt x="128270" y="18160"/>
                </a:lnTo>
                <a:lnTo>
                  <a:pt x="128339" y="17815"/>
                </a:lnTo>
                <a:close/>
              </a:path>
              <a:path w="130175" h="27304">
                <a:moveTo>
                  <a:pt x="129572" y="11264"/>
                </a:moveTo>
                <a:lnTo>
                  <a:pt x="129032" y="14350"/>
                </a:lnTo>
                <a:lnTo>
                  <a:pt x="128447" y="17271"/>
                </a:lnTo>
                <a:lnTo>
                  <a:pt x="128339" y="17815"/>
                </a:lnTo>
                <a:lnTo>
                  <a:pt x="128905" y="17271"/>
                </a:lnTo>
                <a:lnTo>
                  <a:pt x="129955" y="12953"/>
                </a:lnTo>
                <a:lnTo>
                  <a:pt x="130048" y="12572"/>
                </a:lnTo>
                <a:lnTo>
                  <a:pt x="129572" y="11264"/>
                </a:lnTo>
                <a:close/>
              </a:path>
              <a:path w="130175" h="27304">
                <a:moveTo>
                  <a:pt x="127104" y="4190"/>
                </a:moveTo>
                <a:lnTo>
                  <a:pt x="127230" y="4825"/>
                </a:lnTo>
                <a:lnTo>
                  <a:pt x="129572" y="11264"/>
                </a:lnTo>
                <a:lnTo>
                  <a:pt x="129921" y="9270"/>
                </a:lnTo>
                <a:lnTo>
                  <a:pt x="127381" y="4317"/>
                </a:lnTo>
                <a:lnTo>
                  <a:pt x="127104" y="4190"/>
                </a:lnTo>
                <a:close/>
              </a:path>
              <a:path w="130175" h="27304">
                <a:moveTo>
                  <a:pt x="44958" y="5841"/>
                </a:moveTo>
                <a:lnTo>
                  <a:pt x="29718" y="5841"/>
                </a:lnTo>
                <a:lnTo>
                  <a:pt x="22605" y="6095"/>
                </a:lnTo>
                <a:lnTo>
                  <a:pt x="36830" y="6095"/>
                </a:lnTo>
                <a:lnTo>
                  <a:pt x="44958" y="5841"/>
                </a:lnTo>
                <a:close/>
              </a:path>
              <a:path w="130175" h="27304">
                <a:moveTo>
                  <a:pt x="44958" y="5841"/>
                </a:moveTo>
                <a:lnTo>
                  <a:pt x="36830" y="6095"/>
                </a:lnTo>
                <a:lnTo>
                  <a:pt x="43687" y="6095"/>
                </a:lnTo>
                <a:lnTo>
                  <a:pt x="44958" y="5841"/>
                </a:lnTo>
                <a:close/>
              </a:path>
              <a:path w="130175" h="27304">
                <a:moveTo>
                  <a:pt x="46228" y="5841"/>
                </a:moveTo>
                <a:lnTo>
                  <a:pt x="44958" y="5841"/>
                </a:lnTo>
                <a:lnTo>
                  <a:pt x="43687" y="6095"/>
                </a:lnTo>
                <a:lnTo>
                  <a:pt x="42417" y="6095"/>
                </a:lnTo>
                <a:lnTo>
                  <a:pt x="46228" y="5841"/>
                </a:lnTo>
                <a:close/>
              </a:path>
              <a:path w="130175" h="27304">
                <a:moveTo>
                  <a:pt x="109251" y="5460"/>
                </a:moveTo>
                <a:lnTo>
                  <a:pt x="51942" y="5460"/>
                </a:lnTo>
                <a:lnTo>
                  <a:pt x="42417" y="6095"/>
                </a:lnTo>
                <a:lnTo>
                  <a:pt x="108775" y="6095"/>
                </a:lnTo>
                <a:lnTo>
                  <a:pt x="109251" y="5460"/>
                </a:lnTo>
                <a:close/>
              </a:path>
              <a:path w="130175" h="27304">
                <a:moveTo>
                  <a:pt x="114507" y="888"/>
                </a:moveTo>
                <a:lnTo>
                  <a:pt x="96138" y="888"/>
                </a:lnTo>
                <a:lnTo>
                  <a:pt x="94742" y="1015"/>
                </a:lnTo>
                <a:lnTo>
                  <a:pt x="91567" y="1396"/>
                </a:lnTo>
                <a:lnTo>
                  <a:pt x="91948" y="1396"/>
                </a:lnTo>
                <a:lnTo>
                  <a:pt x="83565" y="2031"/>
                </a:lnTo>
                <a:lnTo>
                  <a:pt x="83565" y="2158"/>
                </a:lnTo>
                <a:lnTo>
                  <a:pt x="79248" y="2539"/>
                </a:lnTo>
                <a:lnTo>
                  <a:pt x="68707" y="3682"/>
                </a:lnTo>
                <a:lnTo>
                  <a:pt x="67691" y="3682"/>
                </a:lnTo>
                <a:lnTo>
                  <a:pt x="62610" y="4190"/>
                </a:lnTo>
                <a:lnTo>
                  <a:pt x="62272" y="4190"/>
                </a:lnTo>
                <a:lnTo>
                  <a:pt x="54229" y="4825"/>
                </a:lnTo>
                <a:lnTo>
                  <a:pt x="53212" y="4952"/>
                </a:lnTo>
                <a:lnTo>
                  <a:pt x="48175" y="5841"/>
                </a:lnTo>
                <a:lnTo>
                  <a:pt x="47752" y="5841"/>
                </a:lnTo>
                <a:lnTo>
                  <a:pt x="51180" y="5460"/>
                </a:lnTo>
                <a:lnTo>
                  <a:pt x="109244" y="5460"/>
                </a:lnTo>
                <a:lnTo>
                  <a:pt x="112522" y="1396"/>
                </a:lnTo>
                <a:lnTo>
                  <a:pt x="114507" y="888"/>
                </a:lnTo>
                <a:close/>
              </a:path>
              <a:path w="130175" h="27304">
                <a:moveTo>
                  <a:pt x="120840" y="1269"/>
                </a:moveTo>
                <a:lnTo>
                  <a:pt x="121023" y="1396"/>
                </a:lnTo>
                <a:lnTo>
                  <a:pt x="127104" y="4190"/>
                </a:lnTo>
                <a:lnTo>
                  <a:pt x="126284" y="3682"/>
                </a:lnTo>
                <a:lnTo>
                  <a:pt x="123062" y="1396"/>
                </a:lnTo>
                <a:lnTo>
                  <a:pt x="120840" y="1269"/>
                </a:lnTo>
                <a:close/>
              </a:path>
              <a:path w="130175" h="27304">
                <a:moveTo>
                  <a:pt x="119917" y="888"/>
                </a:moveTo>
                <a:lnTo>
                  <a:pt x="117348" y="888"/>
                </a:lnTo>
                <a:lnTo>
                  <a:pt x="119125" y="1269"/>
                </a:lnTo>
                <a:lnTo>
                  <a:pt x="120747" y="1269"/>
                </a:lnTo>
                <a:lnTo>
                  <a:pt x="119917" y="888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732533" y="3428872"/>
            <a:ext cx="553212" cy="592620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4888928" y="3316859"/>
            <a:ext cx="3954779" cy="1196340"/>
            <a:chOff x="4888928" y="3316859"/>
            <a:chExt cx="3954779" cy="1196340"/>
          </a:xfrm>
        </p:grpSpPr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61711" y="4352480"/>
              <a:ext cx="253873" cy="15620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88928" y="4186301"/>
              <a:ext cx="995616" cy="32654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17742" y="3316859"/>
              <a:ext cx="3025521" cy="961389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448428" y="3564013"/>
            <a:ext cx="1009904" cy="54296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93239" y="2433378"/>
            <a:ext cx="116186" cy="24251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81226" y="2808985"/>
            <a:ext cx="438150" cy="24015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743325" y="133350"/>
            <a:ext cx="180975" cy="18097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466722" y="3735323"/>
            <a:ext cx="156791" cy="38607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482344" y="3842639"/>
            <a:ext cx="183895" cy="33578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3141345" y="2286000"/>
            <a:ext cx="1240155" cy="766445"/>
            <a:chOff x="3141345" y="2286000"/>
            <a:chExt cx="1240155" cy="766445"/>
          </a:xfrm>
        </p:grpSpPr>
        <p:pic>
          <p:nvPicPr>
            <p:cNvPr id="47" name="object 4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590925" y="2286000"/>
              <a:ext cx="180975" cy="18097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141345" y="2498852"/>
              <a:ext cx="1239541" cy="553212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194560" y="377063"/>
            <a:ext cx="412876" cy="55270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690367" y="306197"/>
            <a:ext cx="323857" cy="57657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725791" y="981836"/>
            <a:ext cx="311794" cy="212978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729198" y="103504"/>
            <a:ext cx="181552" cy="122427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096005" y="363347"/>
            <a:ext cx="1239541" cy="630936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762251" y="311022"/>
            <a:ext cx="358140" cy="682751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239517" y="2512567"/>
            <a:ext cx="413257" cy="55270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735707" y="2441701"/>
            <a:ext cx="323976" cy="57658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770774" y="3117214"/>
            <a:ext cx="311769" cy="213105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774030" y="2239264"/>
            <a:ext cx="181767" cy="122174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4461636" y="2403094"/>
            <a:ext cx="926465" cy="747395"/>
            <a:chOff x="4461636" y="2403094"/>
            <a:chExt cx="926465" cy="747395"/>
          </a:xfrm>
        </p:grpSpPr>
        <p:pic>
          <p:nvPicPr>
            <p:cNvPr id="60" name="object 6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461636" y="2781046"/>
              <a:ext cx="139684" cy="3403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637047" y="2403094"/>
              <a:ext cx="750546" cy="746887"/>
            </a:xfrm>
            <a:prstGeom prst="rect">
              <a:avLst/>
            </a:prstGeom>
          </p:spPr>
        </p:pic>
      </p:grpSp>
      <p:sp>
        <p:nvSpPr>
          <p:cNvPr id="62" name="object 62" descr="$PPTXTitle"/>
          <p:cNvSpPr txBox="1">
            <a:spLocks noGrp="1"/>
          </p:cNvSpPr>
          <p:nvPr>
            <p:ph type="title"/>
          </p:nvPr>
        </p:nvSpPr>
        <p:spPr>
          <a:xfrm>
            <a:off x="16509" y="-4444"/>
            <a:ext cx="1815464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0" dirty="0"/>
              <a:t>(Optional)</a:t>
            </a:r>
            <a:endParaRPr sz="2750"/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Gradient</a:t>
            </a:r>
            <a:r>
              <a:rPr spc="-75" dirty="0"/>
              <a:t> </a:t>
            </a:r>
            <a:r>
              <a:rPr dirty="0"/>
              <a:t>descent</a:t>
            </a:r>
            <a:r>
              <a:rPr spc="-7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937" y="1305305"/>
            <a:ext cx="270002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latin typeface="Arial"/>
                <a:cs typeface="Arial"/>
              </a:rPr>
              <a:t>repeat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until</a:t>
            </a:r>
            <a:r>
              <a:rPr sz="1800" spc="-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convergence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{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971" y="2014854"/>
            <a:ext cx="179476" cy="1220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524508" y="2027046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4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39" h="69214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9872" y="2014854"/>
            <a:ext cx="179450" cy="12204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038857" y="2053017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39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80920" y="2012823"/>
            <a:ext cx="136652" cy="12407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28189" y="1771014"/>
            <a:ext cx="99949" cy="17335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70785" y="2184145"/>
            <a:ext cx="209550" cy="12420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04922" y="1649348"/>
            <a:ext cx="171069" cy="9664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081396" y="1895729"/>
            <a:ext cx="363855" cy="241300"/>
            <a:chOff x="5081396" y="1895729"/>
            <a:chExt cx="363855" cy="24130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81396" y="2012696"/>
              <a:ext cx="129286" cy="12420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46750" y="1895729"/>
              <a:ext cx="197993" cy="176402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50669" y="2793492"/>
            <a:ext cx="113818" cy="18160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467358" y="2865246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4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40" h="69214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26882" y="2793492"/>
            <a:ext cx="113855" cy="18160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934082" y="2891217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39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76145" y="2851023"/>
            <a:ext cx="136652" cy="12407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23414" y="2609214"/>
            <a:ext cx="99949" cy="17335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6010" y="3022345"/>
            <a:ext cx="209550" cy="124206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2467736" y="1815973"/>
            <a:ext cx="2531745" cy="768350"/>
            <a:chOff x="2467736" y="1815973"/>
            <a:chExt cx="2531745" cy="768350"/>
          </a:xfrm>
        </p:grpSpPr>
        <p:sp>
          <p:nvSpPr>
            <p:cNvPr id="23" name="object 23"/>
            <p:cNvSpPr/>
            <p:nvPr/>
          </p:nvSpPr>
          <p:spPr>
            <a:xfrm>
              <a:off x="2467737" y="1815972"/>
              <a:ext cx="575945" cy="644525"/>
            </a:xfrm>
            <a:custGeom>
              <a:avLst/>
              <a:gdLst/>
              <a:ahLst/>
              <a:cxnLst/>
              <a:rect l="l" t="t" r="r" b="b"/>
              <a:pathLst>
                <a:path w="575944" h="644525">
                  <a:moveTo>
                    <a:pt x="219075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219075" y="252222"/>
                  </a:lnTo>
                  <a:lnTo>
                    <a:pt x="219075" y="233172"/>
                  </a:lnTo>
                  <a:close/>
                </a:path>
                <a:path w="575944" h="644525">
                  <a:moveTo>
                    <a:pt x="324612" y="511302"/>
                  </a:moveTo>
                  <a:lnTo>
                    <a:pt x="305943" y="511302"/>
                  </a:lnTo>
                  <a:lnTo>
                    <a:pt x="301625" y="531241"/>
                  </a:lnTo>
                  <a:lnTo>
                    <a:pt x="320040" y="531241"/>
                  </a:lnTo>
                  <a:lnTo>
                    <a:pt x="324612" y="511302"/>
                  </a:lnTo>
                  <a:close/>
                </a:path>
                <a:path w="575944" h="644525">
                  <a:moveTo>
                    <a:pt x="328168" y="626618"/>
                  </a:moveTo>
                  <a:lnTo>
                    <a:pt x="321818" y="620395"/>
                  </a:lnTo>
                  <a:lnTo>
                    <a:pt x="319913" y="622554"/>
                  </a:lnTo>
                  <a:lnTo>
                    <a:pt x="316738" y="625729"/>
                  </a:lnTo>
                  <a:lnTo>
                    <a:pt x="313817" y="628396"/>
                  </a:lnTo>
                  <a:lnTo>
                    <a:pt x="311277" y="630174"/>
                  </a:lnTo>
                  <a:lnTo>
                    <a:pt x="310134" y="630936"/>
                  </a:lnTo>
                  <a:lnTo>
                    <a:pt x="308991" y="631317"/>
                  </a:lnTo>
                  <a:lnTo>
                    <a:pt x="307276" y="632079"/>
                  </a:lnTo>
                  <a:lnTo>
                    <a:pt x="303999" y="632079"/>
                  </a:lnTo>
                  <a:lnTo>
                    <a:pt x="302260" y="631444"/>
                  </a:lnTo>
                  <a:lnTo>
                    <a:pt x="301244" y="630428"/>
                  </a:lnTo>
                  <a:lnTo>
                    <a:pt x="300355" y="629412"/>
                  </a:lnTo>
                  <a:lnTo>
                    <a:pt x="299847" y="627634"/>
                  </a:lnTo>
                  <a:lnTo>
                    <a:pt x="299910" y="622554"/>
                  </a:lnTo>
                  <a:lnTo>
                    <a:pt x="299974" y="621665"/>
                  </a:lnTo>
                  <a:lnTo>
                    <a:pt x="300736" y="617220"/>
                  </a:lnTo>
                  <a:lnTo>
                    <a:pt x="302133" y="610743"/>
                  </a:lnTo>
                  <a:lnTo>
                    <a:pt x="315976" y="548767"/>
                  </a:lnTo>
                  <a:lnTo>
                    <a:pt x="311404" y="548767"/>
                  </a:lnTo>
                  <a:lnTo>
                    <a:pt x="284480" y="549783"/>
                  </a:lnTo>
                  <a:lnTo>
                    <a:pt x="283311" y="556260"/>
                  </a:lnTo>
                  <a:lnTo>
                    <a:pt x="287274" y="556260"/>
                  </a:lnTo>
                  <a:lnTo>
                    <a:pt x="290195" y="556895"/>
                  </a:lnTo>
                  <a:lnTo>
                    <a:pt x="291719" y="557911"/>
                  </a:lnTo>
                  <a:lnTo>
                    <a:pt x="293243" y="559054"/>
                  </a:lnTo>
                  <a:lnTo>
                    <a:pt x="294132" y="560832"/>
                  </a:lnTo>
                  <a:lnTo>
                    <a:pt x="294132" y="565912"/>
                  </a:lnTo>
                  <a:lnTo>
                    <a:pt x="293751" y="568833"/>
                  </a:lnTo>
                  <a:lnTo>
                    <a:pt x="293243" y="572135"/>
                  </a:lnTo>
                  <a:lnTo>
                    <a:pt x="292608" y="575691"/>
                  </a:lnTo>
                  <a:lnTo>
                    <a:pt x="291846" y="579247"/>
                  </a:lnTo>
                  <a:lnTo>
                    <a:pt x="291084" y="582930"/>
                  </a:lnTo>
                  <a:lnTo>
                    <a:pt x="290195" y="586740"/>
                  </a:lnTo>
                  <a:lnTo>
                    <a:pt x="289306" y="590677"/>
                  </a:lnTo>
                  <a:lnTo>
                    <a:pt x="288290" y="594487"/>
                  </a:lnTo>
                  <a:lnTo>
                    <a:pt x="286512" y="602361"/>
                  </a:lnTo>
                  <a:lnTo>
                    <a:pt x="285623" y="606044"/>
                  </a:lnTo>
                  <a:lnTo>
                    <a:pt x="284099" y="613156"/>
                  </a:lnTo>
                  <a:lnTo>
                    <a:pt x="283464" y="616458"/>
                  </a:lnTo>
                  <a:lnTo>
                    <a:pt x="282448" y="622554"/>
                  </a:lnTo>
                  <a:lnTo>
                    <a:pt x="282575" y="632079"/>
                  </a:lnTo>
                  <a:lnTo>
                    <a:pt x="283337" y="634111"/>
                  </a:lnTo>
                  <a:lnTo>
                    <a:pt x="284099" y="636270"/>
                  </a:lnTo>
                  <a:lnTo>
                    <a:pt x="285115" y="638048"/>
                  </a:lnTo>
                  <a:lnTo>
                    <a:pt x="286512" y="639572"/>
                  </a:lnTo>
                  <a:lnTo>
                    <a:pt x="287782" y="641096"/>
                  </a:lnTo>
                  <a:lnTo>
                    <a:pt x="289433" y="642239"/>
                  </a:lnTo>
                  <a:lnTo>
                    <a:pt x="293243" y="644017"/>
                  </a:lnTo>
                  <a:lnTo>
                    <a:pt x="295402" y="644398"/>
                  </a:lnTo>
                  <a:lnTo>
                    <a:pt x="300228" y="644398"/>
                  </a:lnTo>
                  <a:lnTo>
                    <a:pt x="322605" y="632079"/>
                  </a:lnTo>
                  <a:lnTo>
                    <a:pt x="324866" y="629920"/>
                  </a:lnTo>
                  <a:lnTo>
                    <a:pt x="328168" y="626618"/>
                  </a:lnTo>
                  <a:close/>
                </a:path>
                <a:path w="575944" h="644525">
                  <a:moveTo>
                    <a:pt x="465836" y="601472"/>
                  </a:moveTo>
                  <a:lnTo>
                    <a:pt x="358648" y="601472"/>
                  </a:lnTo>
                  <a:lnTo>
                    <a:pt x="358648" y="615696"/>
                  </a:lnTo>
                  <a:lnTo>
                    <a:pt x="465836" y="615696"/>
                  </a:lnTo>
                  <a:lnTo>
                    <a:pt x="465836" y="601472"/>
                  </a:lnTo>
                  <a:close/>
                </a:path>
                <a:path w="575944" h="644525">
                  <a:moveTo>
                    <a:pt x="465836" y="560959"/>
                  </a:moveTo>
                  <a:lnTo>
                    <a:pt x="358648" y="560959"/>
                  </a:lnTo>
                  <a:lnTo>
                    <a:pt x="358648" y="575310"/>
                  </a:lnTo>
                  <a:lnTo>
                    <a:pt x="465836" y="575310"/>
                  </a:lnTo>
                  <a:lnTo>
                    <a:pt x="465836" y="560959"/>
                  </a:lnTo>
                  <a:close/>
                </a:path>
                <a:path w="575944" h="644525">
                  <a:moveTo>
                    <a:pt x="575691" y="398907"/>
                  </a:moveTo>
                  <a:lnTo>
                    <a:pt x="557149" y="398907"/>
                  </a:lnTo>
                  <a:lnTo>
                    <a:pt x="554240" y="414985"/>
                  </a:lnTo>
                  <a:lnTo>
                    <a:pt x="551065" y="427926"/>
                  </a:lnTo>
                  <a:lnTo>
                    <a:pt x="547624" y="437743"/>
                  </a:lnTo>
                  <a:lnTo>
                    <a:pt x="543941" y="444373"/>
                  </a:lnTo>
                  <a:lnTo>
                    <a:pt x="538861" y="451104"/>
                  </a:lnTo>
                  <a:lnTo>
                    <a:pt x="531495" y="454533"/>
                  </a:lnTo>
                  <a:lnTo>
                    <a:pt x="303911" y="454533"/>
                  </a:lnTo>
                  <a:lnTo>
                    <a:pt x="465709" y="235077"/>
                  </a:lnTo>
                  <a:lnTo>
                    <a:pt x="465709" y="219837"/>
                  </a:lnTo>
                  <a:lnTo>
                    <a:pt x="315849" y="16383"/>
                  </a:lnTo>
                  <a:lnTo>
                    <a:pt x="513969" y="16383"/>
                  </a:lnTo>
                  <a:lnTo>
                    <a:pt x="544652" y="40513"/>
                  </a:lnTo>
                  <a:lnTo>
                    <a:pt x="552323" y="74295"/>
                  </a:lnTo>
                  <a:lnTo>
                    <a:pt x="568960" y="74295"/>
                  </a:lnTo>
                  <a:lnTo>
                    <a:pt x="568960" y="0"/>
                  </a:lnTo>
                  <a:lnTo>
                    <a:pt x="265684" y="0"/>
                  </a:lnTo>
                  <a:lnTo>
                    <a:pt x="265684" y="11938"/>
                  </a:lnTo>
                  <a:lnTo>
                    <a:pt x="436372" y="240030"/>
                  </a:lnTo>
                  <a:lnTo>
                    <a:pt x="260477" y="478536"/>
                  </a:lnTo>
                  <a:lnTo>
                    <a:pt x="260477" y="490982"/>
                  </a:lnTo>
                  <a:lnTo>
                    <a:pt x="569214" y="490982"/>
                  </a:lnTo>
                  <a:lnTo>
                    <a:pt x="575691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70529" y="2338959"/>
              <a:ext cx="78993" cy="11976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80892" y="1895729"/>
              <a:ext cx="1918202" cy="3219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0146" y="2487549"/>
              <a:ext cx="171069" cy="96646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2362961" y="2654173"/>
            <a:ext cx="1092835" cy="644525"/>
            <a:chOff x="2362961" y="2654173"/>
            <a:chExt cx="1092835" cy="644525"/>
          </a:xfrm>
        </p:grpSpPr>
        <p:sp>
          <p:nvSpPr>
            <p:cNvPr id="28" name="object 28"/>
            <p:cNvSpPr/>
            <p:nvPr/>
          </p:nvSpPr>
          <p:spPr>
            <a:xfrm>
              <a:off x="2362962" y="2654172"/>
              <a:ext cx="575945" cy="644525"/>
            </a:xfrm>
            <a:custGeom>
              <a:avLst/>
              <a:gdLst/>
              <a:ahLst/>
              <a:cxnLst/>
              <a:rect l="l" t="t" r="r" b="b"/>
              <a:pathLst>
                <a:path w="575944" h="644525">
                  <a:moveTo>
                    <a:pt x="219075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219075" y="252222"/>
                  </a:lnTo>
                  <a:lnTo>
                    <a:pt x="219075" y="233172"/>
                  </a:lnTo>
                  <a:close/>
                </a:path>
                <a:path w="575944" h="644525">
                  <a:moveTo>
                    <a:pt x="324612" y="511302"/>
                  </a:moveTo>
                  <a:lnTo>
                    <a:pt x="305943" y="511302"/>
                  </a:lnTo>
                  <a:lnTo>
                    <a:pt x="301625" y="531241"/>
                  </a:lnTo>
                  <a:lnTo>
                    <a:pt x="320040" y="531241"/>
                  </a:lnTo>
                  <a:lnTo>
                    <a:pt x="324612" y="511302"/>
                  </a:lnTo>
                  <a:close/>
                </a:path>
                <a:path w="575944" h="644525">
                  <a:moveTo>
                    <a:pt x="328168" y="626618"/>
                  </a:moveTo>
                  <a:lnTo>
                    <a:pt x="321818" y="620395"/>
                  </a:lnTo>
                  <a:lnTo>
                    <a:pt x="319913" y="622554"/>
                  </a:lnTo>
                  <a:lnTo>
                    <a:pt x="316738" y="625729"/>
                  </a:lnTo>
                  <a:lnTo>
                    <a:pt x="313817" y="628396"/>
                  </a:lnTo>
                  <a:lnTo>
                    <a:pt x="311277" y="630174"/>
                  </a:lnTo>
                  <a:lnTo>
                    <a:pt x="310134" y="630936"/>
                  </a:lnTo>
                  <a:lnTo>
                    <a:pt x="308991" y="631317"/>
                  </a:lnTo>
                  <a:lnTo>
                    <a:pt x="307276" y="632079"/>
                  </a:lnTo>
                  <a:lnTo>
                    <a:pt x="303999" y="632079"/>
                  </a:lnTo>
                  <a:lnTo>
                    <a:pt x="302260" y="631444"/>
                  </a:lnTo>
                  <a:lnTo>
                    <a:pt x="301244" y="630428"/>
                  </a:lnTo>
                  <a:lnTo>
                    <a:pt x="300355" y="629412"/>
                  </a:lnTo>
                  <a:lnTo>
                    <a:pt x="299847" y="627634"/>
                  </a:lnTo>
                  <a:lnTo>
                    <a:pt x="299910" y="622554"/>
                  </a:lnTo>
                  <a:lnTo>
                    <a:pt x="299974" y="621665"/>
                  </a:lnTo>
                  <a:lnTo>
                    <a:pt x="300736" y="617220"/>
                  </a:lnTo>
                  <a:lnTo>
                    <a:pt x="302133" y="610743"/>
                  </a:lnTo>
                  <a:lnTo>
                    <a:pt x="315976" y="548767"/>
                  </a:lnTo>
                  <a:lnTo>
                    <a:pt x="311404" y="548767"/>
                  </a:lnTo>
                  <a:lnTo>
                    <a:pt x="284480" y="549783"/>
                  </a:lnTo>
                  <a:lnTo>
                    <a:pt x="283311" y="556260"/>
                  </a:lnTo>
                  <a:lnTo>
                    <a:pt x="287274" y="556260"/>
                  </a:lnTo>
                  <a:lnTo>
                    <a:pt x="290195" y="556895"/>
                  </a:lnTo>
                  <a:lnTo>
                    <a:pt x="291719" y="557911"/>
                  </a:lnTo>
                  <a:lnTo>
                    <a:pt x="293243" y="559054"/>
                  </a:lnTo>
                  <a:lnTo>
                    <a:pt x="294132" y="560832"/>
                  </a:lnTo>
                  <a:lnTo>
                    <a:pt x="294132" y="565912"/>
                  </a:lnTo>
                  <a:lnTo>
                    <a:pt x="293751" y="568833"/>
                  </a:lnTo>
                  <a:lnTo>
                    <a:pt x="293243" y="572135"/>
                  </a:lnTo>
                  <a:lnTo>
                    <a:pt x="292608" y="575691"/>
                  </a:lnTo>
                  <a:lnTo>
                    <a:pt x="291846" y="579247"/>
                  </a:lnTo>
                  <a:lnTo>
                    <a:pt x="291084" y="582930"/>
                  </a:lnTo>
                  <a:lnTo>
                    <a:pt x="290195" y="586740"/>
                  </a:lnTo>
                  <a:lnTo>
                    <a:pt x="289306" y="590677"/>
                  </a:lnTo>
                  <a:lnTo>
                    <a:pt x="288290" y="594487"/>
                  </a:lnTo>
                  <a:lnTo>
                    <a:pt x="286512" y="602361"/>
                  </a:lnTo>
                  <a:lnTo>
                    <a:pt x="285623" y="606044"/>
                  </a:lnTo>
                  <a:lnTo>
                    <a:pt x="284099" y="613156"/>
                  </a:lnTo>
                  <a:lnTo>
                    <a:pt x="283464" y="616458"/>
                  </a:lnTo>
                  <a:lnTo>
                    <a:pt x="282448" y="622554"/>
                  </a:lnTo>
                  <a:lnTo>
                    <a:pt x="282575" y="632079"/>
                  </a:lnTo>
                  <a:lnTo>
                    <a:pt x="283337" y="634111"/>
                  </a:lnTo>
                  <a:lnTo>
                    <a:pt x="284099" y="636270"/>
                  </a:lnTo>
                  <a:lnTo>
                    <a:pt x="285115" y="638048"/>
                  </a:lnTo>
                  <a:lnTo>
                    <a:pt x="286512" y="639572"/>
                  </a:lnTo>
                  <a:lnTo>
                    <a:pt x="287782" y="641096"/>
                  </a:lnTo>
                  <a:lnTo>
                    <a:pt x="289433" y="642239"/>
                  </a:lnTo>
                  <a:lnTo>
                    <a:pt x="293243" y="644017"/>
                  </a:lnTo>
                  <a:lnTo>
                    <a:pt x="295402" y="644398"/>
                  </a:lnTo>
                  <a:lnTo>
                    <a:pt x="300228" y="644398"/>
                  </a:lnTo>
                  <a:lnTo>
                    <a:pt x="322605" y="632079"/>
                  </a:lnTo>
                  <a:lnTo>
                    <a:pt x="324866" y="629920"/>
                  </a:lnTo>
                  <a:lnTo>
                    <a:pt x="328168" y="626618"/>
                  </a:lnTo>
                  <a:close/>
                </a:path>
                <a:path w="575944" h="644525">
                  <a:moveTo>
                    <a:pt x="465836" y="601472"/>
                  </a:moveTo>
                  <a:lnTo>
                    <a:pt x="358648" y="601472"/>
                  </a:lnTo>
                  <a:lnTo>
                    <a:pt x="358648" y="615696"/>
                  </a:lnTo>
                  <a:lnTo>
                    <a:pt x="465836" y="615696"/>
                  </a:lnTo>
                  <a:lnTo>
                    <a:pt x="465836" y="601472"/>
                  </a:lnTo>
                  <a:close/>
                </a:path>
                <a:path w="575944" h="644525">
                  <a:moveTo>
                    <a:pt x="465836" y="560959"/>
                  </a:moveTo>
                  <a:lnTo>
                    <a:pt x="358648" y="560959"/>
                  </a:lnTo>
                  <a:lnTo>
                    <a:pt x="358648" y="575310"/>
                  </a:lnTo>
                  <a:lnTo>
                    <a:pt x="465836" y="575310"/>
                  </a:lnTo>
                  <a:lnTo>
                    <a:pt x="465836" y="560959"/>
                  </a:lnTo>
                  <a:close/>
                </a:path>
                <a:path w="575944" h="644525">
                  <a:moveTo>
                    <a:pt x="575691" y="398907"/>
                  </a:moveTo>
                  <a:lnTo>
                    <a:pt x="557149" y="398907"/>
                  </a:lnTo>
                  <a:lnTo>
                    <a:pt x="554240" y="414985"/>
                  </a:lnTo>
                  <a:lnTo>
                    <a:pt x="551065" y="427926"/>
                  </a:lnTo>
                  <a:lnTo>
                    <a:pt x="547624" y="437743"/>
                  </a:lnTo>
                  <a:lnTo>
                    <a:pt x="543941" y="444373"/>
                  </a:lnTo>
                  <a:lnTo>
                    <a:pt x="538861" y="451104"/>
                  </a:lnTo>
                  <a:lnTo>
                    <a:pt x="531495" y="454533"/>
                  </a:lnTo>
                  <a:lnTo>
                    <a:pt x="303911" y="454533"/>
                  </a:lnTo>
                  <a:lnTo>
                    <a:pt x="465709" y="235077"/>
                  </a:lnTo>
                  <a:lnTo>
                    <a:pt x="465709" y="219837"/>
                  </a:lnTo>
                  <a:lnTo>
                    <a:pt x="315849" y="16383"/>
                  </a:lnTo>
                  <a:lnTo>
                    <a:pt x="513969" y="16383"/>
                  </a:lnTo>
                  <a:lnTo>
                    <a:pt x="544652" y="40513"/>
                  </a:lnTo>
                  <a:lnTo>
                    <a:pt x="552323" y="74295"/>
                  </a:lnTo>
                  <a:lnTo>
                    <a:pt x="568960" y="74295"/>
                  </a:lnTo>
                  <a:lnTo>
                    <a:pt x="568960" y="0"/>
                  </a:lnTo>
                  <a:lnTo>
                    <a:pt x="265684" y="0"/>
                  </a:lnTo>
                  <a:lnTo>
                    <a:pt x="265684" y="11938"/>
                  </a:lnTo>
                  <a:lnTo>
                    <a:pt x="436372" y="240030"/>
                  </a:lnTo>
                  <a:lnTo>
                    <a:pt x="260477" y="478536"/>
                  </a:lnTo>
                  <a:lnTo>
                    <a:pt x="260477" y="490982"/>
                  </a:lnTo>
                  <a:lnTo>
                    <a:pt x="569214" y="490982"/>
                  </a:lnTo>
                  <a:lnTo>
                    <a:pt x="575691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65754" y="3177159"/>
              <a:ext cx="78993" cy="11976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76117" y="2791587"/>
              <a:ext cx="479679" cy="264287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3509517" y="2733929"/>
            <a:ext cx="575310" cy="321310"/>
            <a:chOff x="3509517" y="2733929"/>
            <a:chExt cx="575310" cy="321310"/>
          </a:xfrm>
        </p:grpSpPr>
        <p:sp>
          <p:nvSpPr>
            <p:cNvPr id="32" name="object 32"/>
            <p:cNvSpPr/>
            <p:nvPr/>
          </p:nvSpPr>
          <p:spPr>
            <a:xfrm>
              <a:off x="3509517" y="2744343"/>
              <a:ext cx="575310" cy="311150"/>
            </a:xfrm>
            <a:custGeom>
              <a:avLst/>
              <a:gdLst/>
              <a:ahLst/>
              <a:cxnLst/>
              <a:rect l="l" t="t" r="r" b="b"/>
              <a:pathLst>
                <a:path w="575310" h="311150">
                  <a:moveTo>
                    <a:pt x="493522" y="0"/>
                  </a:moveTo>
                  <a:lnTo>
                    <a:pt x="490474" y="10287"/>
                  </a:lnTo>
                  <a:lnTo>
                    <a:pt x="504711" y="17690"/>
                  </a:lnTo>
                  <a:lnTo>
                    <a:pt x="517128" y="28463"/>
                  </a:lnTo>
                  <a:lnTo>
                    <a:pt x="543282" y="80456"/>
                  </a:lnTo>
                  <a:lnTo>
                    <a:pt x="551092" y="128133"/>
                  </a:lnTo>
                  <a:lnTo>
                    <a:pt x="552064" y="155320"/>
                  </a:lnTo>
                  <a:lnTo>
                    <a:pt x="551092" y="182669"/>
                  </a:lnTo>
                  <a:lnTo>
                    <a:pt x="543282" y="230207"/>
                  </a:lnTo>
                  <a:lnTo>
                    <a:pt x="527710" y="268047"/>
                  </a:lnTo>
                  <a:lnTo>
                    <a:pt x="490474" y="300355"/>
                  </a:lnTo>
                  <a:lnTo>
                    <a:pt x="493522" y="310642"/>
                  </a:lnTo>
                  <a:lnTo>
                    <a:pt x="528272" y="292163"/>
                  </a:lnTo>
                  <a:lnTo>
                    <a:pt x="553974" y="257301"/>
                  </a:lnTo>
                  <a:lnTo>
                    <a:pt x="569864" y="210264"/>
                  </a:lnTo>
                  <a:lnTo>
                    <a:pt x="575177" y="155448"/>
                  </a:lnTo>
                  <a:lnTo>
                    <a:pt x="573910" y="128133"/>
                  </a:lnTo>
                  <a:lnTo>
                    <a:pt x="563235" y="75864"/>
                  </a:lnTo>
                  <a:lnTo>
                    <a:pt x="542260" y="33861"/>
                  </a:lnTo>
                  <a:lnTo>
                    <a:pt x="512022" y="7191"/>
                  </a:lnTo>
                  <a:lnTo>
                    <a:pt x="493522" y="0"/>
                  </a:lnTo>
                  <a:close/>
                </a:path>
                <a:path w="575310" h="311150">
                  <a:moveTo>
                    <a:pt x="81661" y="0"/>
                  </a:moveTo>
                  <a:lnTo>
                    <a:pt x="46958" y="18478"/>
                  </a:lnTo>
                  <a:lnTo>
                    <a:pt x="21209" y="53339"/>
                  </a:lnTo>
                  <a:lnTo>
                    <a:pt x="5318" y="100377"/>
                  </a:lnTo>
                  <a:lnTo>
                    <a:pt x="0" y="155320"/>
                  </a:lnTo>
                  <a:lnTo>
                    <a:pt x="1279" y="182669"/>
                  </a:lnTo>
                  <a:lnTo>
                    <a:pt x="11947" y="234777"/>
                  </a:lnTo>
                  <a:lnTo>
                    <a:pt x="32976" y="276780"/>
                  </a:lnTo>
                  <a:lnTo>
                    <a:pt x="63178" y="303450"/>
                  </a:lnTo>
                  <a:lnTo>
                    <a:pt x="81661" y="310642"/>
                  </a:lnTo>
                  <a:lnTo>
                    <a:pt x="84836" y="300355"/>
                  </a:lnTo>
                  <a:lnTo>
                    <a:pt x="70524" y="292951"/>
                  </a:lnTo>
                  <a:lnTo>
                    <a:pt x="58070" y="282178"/>
                  </a:lnTo>
                  <a:lnTo>
                    <a:pt x="31900" y="230207"/>
                  </a:lnTo>
                  <a:lnTo>
                    <a:pt x="24090" y="182669"/>
                  </a:lnTo>
                  <a:lnTo>
                    <a:pt x="23114" y="155448"/>
                  </a:lnTo>
                  <a:lnTo>
                    <a:pt x="24090" y="128133"/>
                  </a:lnTo>
                  <a:lnTo>
                    <a:pt x="31900" y="80456"/>
                  </a:lnTo>
                  <a:lnTo>
                    <a:pt x="47474" y="42594"/>
                  </a:lnTo>
                  <a:lnTo>
                    <a:pt x="84836" y="10287"/>
                  </a:lnTo>
                  <a:lnTo>
                    <a:pt x="816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5021" y="2850896"/>
              <a:ext cx="129286" cy="12420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70375" y="2733929"/>
              <a:ext cx="197993" cy="176402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4172458" y="2891217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39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4402201" y="2733929"/>
            <a:ext cx="474345" cy="295910"/>
            <a:chOff x="4402201" y="2733929"/>
            <a:chExt cx="474345" cy="295910"/>
          </a:xfrm>
        </p:grpSpPr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02201" y="2851023"/>
              <a:ext cx="139319" cy="17678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70476" y="2733929"/>
              <a:ext cx="197993" cy="17640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96663" y="2791587"/>
              <a:ext cx="79375" cy="238251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769937" y="3281108"/>
            <a:ext cx="1257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}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03975" y="1991931"/>
            <a:ext cx="1942464" cy="945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27025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Verdana"/>
                <a:cs typeface="Verdana"/>
              </a:rPr>
              <a:t>Update</a:t>
            </a:r>
            <a:endParaRPr sz="2000">
              <a:latin typeface="Verdana"/>
              <a:cs typeface="Verdan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mbria Math"/>
                <a:cs typeface="Cambria Math"/>
              </a:rPr>
              <a:t>w</a:t>
            </a:r>
            <a:r>
              <a:rPr sz="2000" spc="200" dirty="0">
                <a:latin typeface="Cambria Math"/>
                <a:cs typeface="Cambria Math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Verdana"/>
                <a:cs typeface="Verdana"/>
              </a:rPr>
              <a:t>simultaneously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299711" y="915416"/>
            <a:ext cx="435483" cy="47218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30576" y="1548511"/>
            <a:ext cx="3307969" cy="182930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809109" y="910463"/>
            <a:ext cx="692912" cy="41528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573140" y="999871"/>
            <a:ext cx="248031" cy="31546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896112" y="3459988"/>
            <a:ext cx="398641" cy="598792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88867" y="3569499"/>
            <a:ext cx="381635" cy="399592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842130" y="3740264"/>
            <a:ext cx="302768" cy="19563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230560" y="3580942"/>
            <a:ext cx="263080" cy="424180"/>
          </a:xfrm>
          <a:prstGeom prst="rect">
            <a:avLst/>
          </a:prstGeom>
        </p:spPr>
      </p:pic>
      <p:sp>
        <p:nvSpPr>
          <p:cNvPr id="50" name="object 50"/>
          <p:cNvSpPr/>
          <p:nvPr/>
        </p:nvSpPr>
        <p:spPr>
          <a:xfrm>
            <a:off x="7444220" y="2594991"/>
            <a:ext cx="445134" cy="38100"/>
          </a:xfrm>
          <a:custGeom>
            <a:avLst/>
            <a:gdLst/>
            <a:ahLst/>
            <a:cxnLst/>
            <a:rect l="l" t="t" r="r" b="b"/>
            <a:pathLst>
              <a:path w="445134" h="38100">
                <a:moveTo>
                  <a:pt x="16443" y="19021"/>
                </a:moveTo>
                <a:lnTo>
                  <a:pt x="8513" y="24891"/>
                </a:lnTo>
                <a:lnTo>
                  <a:pt x="5078" y="24891"/>
                </a:lnTo>
                <a:lnTo>
                  <a:pt x="5211" y="25526"/>
                </a:lnTo>
                <a:lnTo>
                  <a:pt x="5265" y="25781"/>
                </a:lnTo>
                <a:lnTo>
                  <a:pt x="5345" y="26161"/>
                </a:lnTo>
                <a:lnTo>
                  <a:pt x="6996" y="28066"/>
                </a:lnTo>
                <a:lnTo>
                  <a:pt x="17537" y="32384"/>
                </a:lnTo>
                <a:lnTo>
                  <a:pt x="31380" y="37845"/>
                </a:lnTo>
                <a:lnTo>
                  <a:pt x="35063" y="36321"/>
                </a:lnTo>
                <a:lnTo>
                  <a:pt x="36460" y="33273"/>
                </a:lnTo>
                <a:lnTo>
                  <a:pt x="37857" y="30098"/>
                </a:lnTo>
                <a:lnTo>
                  <a:pt x="36460" y="26542"/>
                </a:lnTo>
                <a:lnTo>
                  <a:pt x="33412" y="24891"/>
                </a:lnTo>
                <a:lnTo>
                  <a:pt x="5472" y="24891"/>
                </a:lnTo>
                <a:lnTo>
                  <a:pt x="4819" y="23748"/>
                </a:lnTo>
                <a:lnTo>
                  <a:pt x="18807" y="23748"/>
                </a:lnTo>
                <a:lnTo>
                  <a:pt x="16443" y="19021"/>
                </a:lnTo>
                <a:close/>
              </a:path>
              <a:path w="445134" h="38100">
                <a:moveTo>
                  <a:pt x="415301" y="13208"/>
                </a:moveTo>
                <a:lnTo>
                  <a:pt x="408189" y="14350"/>
                </a:lnTo>
                <a:lnTo>
                  <a:pt x="399680" y="15366"/>
                </a:lnTo>
                <a:lnTo>
                  <a:pt x="397013" y="15747"/>
                </a:lnTo>
                <a:lnTo>
                  <a:pt x="391298" y="15747"/>
                </a:lnTo>
                <a:lnTo>
                  <a:pt x="388024" y="19021"/>
                </a:lnTo>
                <a:lnTo>
                  <a:pt x="387869" y="19021"/>
                </a:lnTo>
                <a:lnTo>
                  <a:pt x="387869" y="27685"/>
                </a:lnTo>
                <a:lnTo>
                  <a:pt x="391298" y="31241"/>
                </a:lnTo>
                <a:lnTo>
                  <a:pt x="398325" y="31241"/>
                </a:lnTo>
                <a:lnTo>
                  <a:pt x="401712" y="30733"/>
                </a:lnTo>
                <a:lnTo>
                  <a:pt x="410221" y="29717"/>
                </a:lnTo>
                <a:lnTo>
                  <a:pt x="410475" y="29717"/>
                </a:lnTo>
                <a:lnTo>
                  <a:pt x="416550" y="28741"/>
                </a:lnTo>
                <a:lnTo>
                  <a:pt x="425546" y="28066"/>
                </a:lnTo>
                <a:lnTo>
                  <a:pt x="430214" y="28066"/>
                </a:lnTo>
                <a:lnTo>
                  <a:pt x="434419" y="27147"/>
                </a:lnTo>
                <a:lnTo>
                  <a:pt x="431176" y="26288"/>
                </a:lnTo>
                <a:lnTo>
                  <a:pt x="419328" y="23748"/>
                </a:lnTo>
                <a:lnTo>
                  <a:pt x="418730" y="23748"/>
                </a:lnTo>
                <a:lnTo>
                  <a:pt x="414741" y="23119"/>
                </a:lnTo>
                <a:lnTo>
                  <a:pt x="388631" y="21335"/>
                </a:lnTo>
                <a:lnTo>
                  <a:pt x="442700" y="21335"/>
                </a:lnTo>
                <a:lnTo>
                  <a:pt x="443858" y="19341"/>
                </a:lnTo>
                <a:lnTo>
                  <a:pt x="443765" y="13461"/>
                </a:lnTo>
                <a:lnTo>
                  <a:pt x="414412" y="13461"/>
                </a:lnTo>
                <a:lnTo>
                  <a:pt x="415301" y="13208"/>
                </a:lnTo>
                <a:close/>
              </a:path>
              <a:path w="445134" h="38100">
                <a:moveTo>
                  <a:pt x="441717" y="22986"/>
                </a:moveTo>
                <a:lnTo>
                  <a:pt x="413904" y="22986"/>
                </a:lnTo>
                <a:lnTo>
                  <a:pt x="418730" y="23748"/>
                </a:lnTo>
                <a:lnTo>
                  <a:pt x="419328" y="23748"/>
                </a:lnTo>
                <a:lnTo>
                  <a:pt x="431176" y="26288"/>
                </a:lnTo>
                <a:lnTo>
                  <a:pt x="435494" y="27431"/>
                </a:lnTo>
                <a:lnTo>
                  <a:pt x="436196" y="27147"/>
                </a:lnTo>
                <a:lnTo>
                  <a:pt x="434628" y="27147"/>
                </a:lnTo>
                <a:lnTo>
                  <a:pt x="437907" y="25781"/>
                </a:lnTo>
                <a:lnTo>
                  <a:pt x="439890" y="24891"/>
                </a:lnTo>
                <a:lnTo>
                  <a:pt x="440574" y="24891"/>
                </a:lnTo>
                <a:lnTo>
                  <a:pt x="441638" y="23119"/>
                </a:lnTo>
                <a:lnTo>
                  <a:pt x="441717" y="22986"/>
                </a:lnTo>
                <a:close/>
              </a:path>
              <a:path w="445134" h="38100">
                <a:moveTo>
                  <a:pt x="440574" y="24891"/>
                </a:moveTo>
                <a:lnTo>
                  <a:pt x="439890" y="24891"/>
                </a:lnTo>
                <a:lnTo>
                  <a:pt x="437907" y="25781"/>
                </a:lnTo>
                <a:lnTo>
                  <a:pt x="434628" y="27147"/>
                </a:lnTo>
                <a:lnTo>
                  <a:pt x="436196" y="27147"/>
                </a:lnTo>
                <a:lnTo>
                  <a:pt x="440193" y="25526"/>
                </a:lnTo>
                <a:lnTo>
                  <a:pt x="440574" y="24891"/>
                </a:lnTo>
                <a:close/>
              </a:path>
              <a:path w="445134" h="38100">
                <a:moveTo>
                  <a:pt x="4006" y="21970"/>
                </a:moveTo>
                <a:lnTo>
                  <a:pt x="1821" y="21970"/>
                </a:lnTo>
                <a:lnTo>
                  <a:pt x="5472" y="24891"/>
                </a:lnTo>
                <a:lnTo>
                  <a:pt x="5078" y="24891"/>
                </a:lnTo>
                <a:lnTo>
                  <a:pt x="4837" y="23748"/>
                </a:lnTo>
                <a:lnTo>
                  <a:pt x="4750" y="23399"/>
                </a:lnTo>
                <a:lnTo>
                  <a:pt x="4620" y="23119"/>
                </a:lnTo>
                <a:lnTo>
                  <a:pt x="4325" y="22359"/>
                </a:lnTo>
                <a:lnTo>
                  <a:pt x="4006" y="21970"/>
                </a:lnTo>
                <a:close/>
              </a:path>
              <a:path w="445134" h="38100">
                <a:moveTo>
                  <a:pt x="4742" y="23119"/>
                </a:moveTo>
                <a:lnTo>
                  <a:pt x="4819" y="23748"/>
                </a:lnTo>
                <a:lnTo>
                  <a:pt x="5472" y="24891"/>
                </a:lnTo>
                <a:lnTo>
                  <a:pt x="4857" y="23399"/>
                </a:lnTo>
                <a:lnTo>
                  <a:pt x="4680" y="23119"/>
                </a:lnTo>
                <a:close/>
              </a:path>
              <a:path w="445134" h="38100">
                <a:moveTo>
                  <a:pt x="4851" y="23119"/>
                </a:moveTo>
                <a:lnTo>
                  <a:pt x="4857" y="23399"/>
                </a:lnTo>
                <a:lnTo>
                  <a:pt x="5472" y="24891"/>
                </a:lnTo>
                <a:lnTo>
                  <a:pt x="6132" y="24891"/>
                </a:lnTo>
                <a:lnTo>
                  <a:pt x="5218" y="23748"/>
                </a:lnTo>
                <a:lnTo>
                  <a:pt x="4851" y="23119"/>
                </a:lnTo>
                <a:close/>
              </a:path>
              <a:path w="445134" h="38100">
                <a:moveTo>
                  <a:pt x="425099" y="4275"/>
                </a:moveTo>
                <a:lnTo>
                  <a:pt x="40012" y="4275"/>
                </a:lnTo>
                <a:lnTo>
                  <a:pt x="34301" y="4698"/>
                </a:lnTo>
                <a:lnTo>
                  <a:pt x="33666" y="4698"/>
                </a:lnTo>
                <a:lnTo>
                  <a:pt x="27570" y="5460"/>
                </a:lnTo>
                <a:lnTo>
                  <a:pt x="20458" y="5460"/>
                </a:lnTo>
                <a:lnTo>
                  <a:pt x="4837" y="5841"/>
                </a:lnTo>
                <a:lnTo>
                  <a:pt x="9028" y="5841"/>
                </a:lnTo>
                <a:lnTo>
                  <a:pt x="6234" y="5968"/>
                </a:lnTo>
                <a:lnTo>
                  <a:pt x="3694" y="7365"/>
                </a:lnTo>
                <a:lnTo>
                  <a:pt x="2170" y="9651"/>
                </a:lnTo>
                <a:lnTo>
                  <a:pt x="519" y="11810"/>
                </a:lnTo>
                <a:lnTo>
                  <a:pt x="0" y="14096"/>
                </a:lnTo>
                <a:lnTo>
                  <a:pt x="65" y="15366"/>
                </a:lnTo>
                <a:lnTo>
                  <a:pt x="186" y="15875"/>
                </a:lnTo>
                <a:lnTo>
                  <a:pt x="307" y="16382"/>
                </a:lnTo>
                <a:lnTo>
                  <a:pt x="428" y="16890"/>
                </a:lnTo>
                <a:lnTo>
                  <a:pt x="519" y="17271"/>
                </a:lnTo>
                <a:lnTo>
                  <a:pt x="700" y="17873"/>
                </a:lnTo>
                <a:lnTo>
                  <a:pt x="1693" y="21970"/>
                </a:lnTo>
                <a:lnTo>
                  <a:pt x="4263" y="21970"/>
                </a:lnTo>
                <a:lnTo>
                  <a:pt x="4693" y="22732"/>
                </a:lnTo>
                <a:lnTo>
                  <a:pt x="4774" y="22986"/>
                </a:lnTo>
                <a:lnTo>
                  <a:pt x="5218" y="23748"/>
                </a:lnTo>
                <a:lnTo>
                  <a:pt x="6132" y="24891"/>
                </a:lnTo>
                <a:lnTo>
                  <a:pt x="5989" y="24891"/>
                </a:lnTo>
                <a:lnTo>
                  <a:pt x="4478" y="21970"/>
                </a:lnTo>
                <a:lnTo>
                  <a:pt x="3145" y="21335"/>
                </a:lnTo>
                <a:lnTo>
                  <a:pt x="3810" y="21335"/>
                </a:lnTo>
                <a:lnTo>
                  <a:pt x="3458" y="20731"/>
                </a:lnTo>
                <a:lnTo>
                  <a:pt x="3237" y="20192"/>
                </a:lnTo>
                <a:lnTo>
                  <a:pt x="14861" y="20192"/>
                </a:lnTo>
                <a:lnTo>
                  <a:pt x="16443" y="19021"/>
                </a:lnTo>
                <a:lnTo>
                  <a:pt x="14870" y="15875"/>
                </a:lnTo>
                <a:lnTo>
                  <a:pt x="18878" y="15875"/>
                </a:lnTo>
                <a:lnTo>
                  <a:pt x="18779" y="14985"/>
                </a:lnTo>
                <a:lnTo>
                  <a:pt x="18680" y="14096"/>
                </a:lnTo>
                <a:lnTo>
                  <a:pt x="409769" y="14096"/>
                </a:lnTo>
                <a:lnTo>
                  <a:pt x="415301" y="13208"/>
                </a:lnTo>
                <a:lnTo>
                  <a:pt x="423378" y="10900"/>
                </a:lnTo>
                <a:lnTo>
                  <a:pt x="428890" y="7873"/>
                </a:lnTo>
                <a:lnTo>
                  <a:pt x="432390" y="5841"/>
                </a:lnTo>
                <a:lnTo>
                  <a:pt x="425099" y="4275"/>
                </a:lnTo>
                <a:close/>
              </a:path>
              <a:path w="445134" h="38100">
                <a:moveTo>
                  <a:pt x="4520" y="21970"/>
                </a:moveTo>
                <a:lnTo>
                  <a:pt x="4679" y="22359"/>
                </a:lnTo>
                <a:lnTo>
                  <a:pt x="5989" y="24891"/>
                </a:lnTo>
                <a:lnTo>
                  <a:pt x="11107" y="24891"/>
                </a:lnTo>
                <a:lnTo>
                  <a:pt x="4520" y="21970"/>
                </a:lnTo>
                <a:close/>
              </a:path>
              <a:path w="445134" h="38100">
                <a:moveTo>
                  <a:pt x="14134" y="20731"/>
                </a:moveTo>
                <a:lnTo>
                  <a:pt x="3837" y="20731"/>
                </a:lnTo>
                <a:lnTo>
                  <a:pt x="4149" y="21335"/>
                </a:lnTo>
                <a:lnTo>
                  <a:pt x="4520" y="21970"/>
                </a:lnTo>
                <a:lnTo>
                  <a:pt x="11107" y="24891"/>
                </a:lnTo>
                <a:lnTo>
                  <a:pt x="8513" y="24891"/>
                </a:lnTo>
                <a:lnTo>
                  <a:pt x="14134" y="20731"/>
                </a:lnTo>
                <a:close/>
              </a:path>
              <a:path w="445134" h="38100">
                <a:moveTo>
                  <a:pt x="409769" y="14096"/>
                </a:moveTo>
                <a:lnTo>
                  <a:pt x="18680" y="14096"/>
                </a:lnTo>
                <a:lnTo>
                  <a:pt x="18753" y="14350"/>
                </a:lnTo>
                <a:lnTo>
                  <a:pt x="18825" y="14604"/>
                </a:lnTo>
                <a:lnTo>
                  <a:pt x="18934" y="14985"/>
                </a:lnTo>
                <a:lnTo>
                  <a:pt x="19061" y="15366"/>
                </a:lnTo>
                <a:lnTo>
                  <a:pt x="19126" y="17873"/>
                </a:lnTo>
                <a:lnTo>
                  <a:pt x="23252" y="19811"/>
                </a:lnTo>
                <a:lnTo>
                  <a:pt x="33412" y="24891"/>
                </a:lnTo>
                <a:lnTo>
                  <a:pt x="31306" y="24891"/>
                </a:lnTo>
                <a:lnTo>
                  <a:pt x="39369" y="23748"/>
                </a:lnTo>
                <a:lnTo>
                  <a:pt x="44493" y="23748"/>
                </a:lnTo>
                <a:lnTo>
                  <a:pt x="50178" y="23399"/>
                </a:lnTo>
                <a:lnTo>
                  <a:pt x="48474" y="23399"/>
                </a:lnTo>
                <a:lnTo>
                  <a:pt x="71004" y="22986"/>
                </a:lnTo>
                <a:lnTo>
                  <a:pt x="92213" y="22359"/>
                </a:lnTo>
                <a:lnTo>
                  <a:pt x="91687" y="22359"/>
                </a:lnTo>
                <a:lnTo>
                  <a:pt x="118883" y="21970"/>
                </a:lnTo>
                <a:lnTo>
                  <a:pt x="125064" y="21970"/>
                </a:lnTo>
                <a:lnTo>
                  <a:pt x="158507" y="21335"/>
                </a:lnTo>
                <a:lnTo>
                  <a:pt x="190003" y="21335"/>
                </a:lnTo>
                <a:lnTo>
                  <a:pt x="234767" y="20731"/>
                </a:lnTo>
                <a:lnTo>
                  <a:pt x="232777" y="20731"/>
                </a:lnTo>
                <a:lnTo>
                  <a:pt x="279411" y="20192"/>
                </a:lnTo>
                <a:lnTo>
                  <a:pt x="387869" y="20192"/>
                </a:lnTo>
                <a:lnTo>
                  <a:pt x="387869" y="19021"/>
                </a:lnTo>
                <a:lnTo>
                  <a:pt x="388024" y="19021"/>
                </a:lnTo>
                <a:lnTo>
                  <a:pt x="391171" y="15875"/>
                </a:lnTo>
                <a:lnTo>
                  <a:pt x="391298" y="15747"/>
                </a:lnTo>
                <a:lnTo>
                  <a:pt x="397013" y="15747"/>
                </a:lnTo>
                <a:lnTo>
                  <a:pt x="399680" y="15366"/>
                </a:lnTo>
                <a:lnTo>
                  <a:pt x="408189" y="14350"/>
                </a:lnTo>
                <a:lnTo>
                  <a:pt x="409769" y="14096"/>
                </a:lnTo>
                <a:close/>
              </a:path>
              <a:path w="445134" h="38100">
                <a:moveTo>
                  <a:pt x="40829" y="23748"/>
                </a:moveTo>
                <a:lnTo>
                  <a:pt x="39369" y="23748"/>
                </a:lnTo>
                <a:lnTo>
                  <a:pt x="31306" y="24891"/>
                </a:lnTo>
                <a:lnTo>
                  <a:pt x="29856" y="24891"/>
                </a:lnTo>
                <a:lnTo>
                  <a:pt x="40829" y="23748"/>
                </a:lnTo>
                <a:close/>
              </a:path>
              <a:path w="445134" h="38100">
                <a:moveTo>
                  <a:pt x="443858" y="19341"/>
                </a:moveTo>
                <a:lnTo>
                  <a:pt x="441717" y="22986"/>
                </a:lnTo>
                <a:lnTo>
                  <a:pt x="440574" y="24891"/>
                </a:lnTo>
                <a:lnTo>
                  <a:pt x="439890" y="24891"/>
                </a:lnTo>
                <a:lnTo>
                  <a:pt x="442440" y="23748"/>
                </a:lnTo>
                <a:lnTo>
                  <a:pt x="441827" y="23748"/>
                </a:lnTo>
                <a:lnTo>
                  <a:pt x="444034" y="20192"/>
                </a:lnTo>
                <a:lnTo>
                  <a:pt x="443872" y="20192"/>
                </a:lnTo>
                <a:lnTo>
                  <a:pt x="443858" y="19341"/>
                </a:lnTo>
                <a:close/>
              </a:path>
              <a:path w="445134" h="38100">
                <a:moveTo>
                  <a:pt x="18825" y="14604"/>
                </a:moveTo>
                <a:lnTo>
                  <a:pt x="18807" y="17873"/>
                </a:lnTo>
                <a:lnTo>
                  <a:pt x="17994" y="17873"/>
                </a:lnTo>
                <a:lnTo>
                  <a:pt x="16443" y="19021"/>
                </a:lnTo>
                <a:lnTo>
                  <a:pt x="18807" y="23748"/>
                </a:lnTo>
                <a:lnTo>
                  <a:pt x="18919" y="19021"/>
                </a:lnTo>
                <a:lnTo>
                  <a:pt x="18996" y="17873"/>
                </a:lnTo>
                <a:lnTo>
                  <a:pt x="18793" y="17873"/>
                </a:lnTo>
                <a:lnTo>
                  <a:pt x="18825" y="14604"/>
                </a:lnTo>
                <a:close/>
              </a:path>
              <a:path w="445134" h="38100">
                <a:moveTo>
                  <a:pt x="19126" y="17873"/>
                </a:moveTo>
                <a:lnTo>
                  <a:pt x="19092" y="19021"/>
                </a:lnTo>
                <a:lnTo>
                  <a:pt x="18998" y="22986"/>
                </a:lnTo>
                <a:lnTo>
                  <a:pt x="18895" y="23399"/>
                </a:lnTo>
                <a:lnTo>
                  <a:pt x="18807" y="23748"/>
                </a:lnTo>
                <a:lnTo>
                  <a:pt x="31126" y="23748"/>
                </a:lnTo>
                <a:lnTo>
                  <a:pt x="23252" y="19811"/>
                </a:lnTo>
                <a:lnTo>
                  <a:pt x="19126" y="17873"/>
                </a:lnTo>
                <a:close/>
              </a:path>
              <a:path w="445134" h="38100">
                <a:moveTo>
                  <a:pt x="442700" y="21335"/>
                </a:moveTo>
                <a:lnTo>
                  <a:pt x="388631" y="21335"/>
                </a:lnTo>
                <a:lnTo>
                  <a:pt x="414741" y="23119"/>
                </a:lnTo>
                <a:lnTo>
                  <a:pt x="413904" y="22986"/>
                </a:lnTo>
                <a:lnTo>
                  <a:pt x="441717" y="22986"/>
                </a:lnTo>
                <a:lnTo>
                  <a:pt x="442700" y="21335"/>
                </a:lnTo>
                <a:close/>
              </a:path>
              <a:path w="445134" h="38100">
                <a:moveTo>
                  <a:pt x="4408" y="22359"/>
                </a:moveTo>
                <a:lnTo>
                  <a:pt x="4470" y="22732"/>
                </a:lnTo>
                <a:lnTo>
                  <a:pt x="4625" y="22732"/>
                </a:lnTo>
                <a:lnTo>
                  <a:pt x="4408" y="22359"/>
                </a:lnTo>
                <a:close/>
              </a:path>
              <a:path w="445134" h="38100">
                <a:moveTo>
                  <a:pt x="4263" y="21970"/>
                </a:moveTo>
                <a:lnTo>
                  <a:pt x="4324" y="22359"/>
                </a:lnTo>
                <a:lnTo>
                  <a:pt x="4629" y="22732"/>
                </a:lnTo>
                <a:lnTo>
                  <a:pt x="4482" y="22359"/>
                </a:lnTo>
                <a:lnTo>
                  <a:pt x="4181" y="21970"/>
                </a:lnTo>
                <a:close/>
              </a:path>
              <a:path w="445134" h="38100">
                <a:moveTo>
                  <a:pt x="3810" y="21335"/>
                </a:moveTo>
                <a:lnTo>
                  <a:pt x="3486" y="21335"/>
                </a:lnTo>
                <a:lnTo>
                  <a:pt x="4324" y="22359"/>
                </a:lnTo>
                <a:lnTo>
                  <a:pt x="4174" y="21970"/>
                </a:lnTo>
                <a:lnTo>
                  <a:pt x="3810" y="21335"/>
                </a:lnTo>
                <a:close/>
              </a:path>
              <a:path w="445134" h="38100">
                <a:moveTo>
                  <a:pt x="14861" y="20192"/>
                </a:moveTo>
                <a:lnTo>
                  <a:pt x="3258" y="20192"/>
                </a:lnTo>
                <a:lnTo>
                  <a:pt x="3562" y="20731"/>
                </a:lnTo>
                <a:lnTo>
                  <a:pt x="3810" y="21335"/>
                </a:lnTo>
                <a:lnTo>
                  <a:pt x="4181" y="21970"/>
                </a:lnTo>
                <a:lnTo>
                  <a:pt x="3980" y="21335"/>
                </a:lnTo>
                <a:lnTo>
                  <a:pt x="3562" y="20731"/>
                </a:lnTo>
                <a:lnTo>
                  <a:pt x="14134" y="20731"/>
                </a:lnTo>
                <a:lnTo>
                  <a:pt x="14861" y="20192"/>
                </a:lnTo>
                <a:close/>
              </a:path>
              <a:path w="445134" h="38100">
                <a:moveTo>
                  <a:pt x="3837" y="20731"/>
                </a:moveTo>
                <a:lnTo>
                  <a:pt x="3904" y="21335"/>
                </a:lnTo>
                <a:lnTo>
                  <a:pt x="4263" y="21970"/>
                </a:lnTo>
                <a:lnTo>
                  <a:pt x="4478" y="21970"/>
                </a:lnTo>
                <a:lnTo>
                  <a:pt x="3837" y="20731"/>
                </a:lnTo>
                <a:close/>
              </a:path>
              <a:path w="445134" h="38100">
                <a:moveTo>
                  <a:pt x="19061" y="21335"/>
                </a:moveTo>
                <a:lnTo>
                  <a:pt x="18927" y="21970"/>
                </a:lnTo>
                <a:lnTo>
                  <a:pt x="19061" y="21970"/>
                </a:lnTo>
                <a:lnTo>
                  <a:pt x="19061" y="21335"/>
                </a:lnTo>
                <a:close/>
              </a:path>
              <a:path w="445134" h="38100">
                <a:moveTo>
                  <a:pt x="387869" y="20192"/>
                </a:moveTo>
                <a:lnTo>
                  <a:pt x="331142" y="20192"/>
                </a:lnTo>
                <a:lnTo>
                  <a:pt x="377239" y="20731"/>
                </a:lnTo>
                <a:lnTo>
                  <a:pt x="388501" y="21335"/>
                </a:lnTo>
                <a:lnTo>
                  <a:pt x="387869" y="21335"/>
                </a:lnTo>
                <a:lnTo>
                  <a:pt x="387869" y="20192"/>
                </a:lnTo>
                <a:close/>
              </a:path>
              <a:path w="445134" h="38100">
                <a:moveTo>
                  <a:pt x="18984" y="19811"/>
                </a:moveTo>
                <a:lnTo>
                  <a:pt x="18841" y="20192"/>
                </a:lnTo>
                <a:lnTo>
                  <a:pt x="18805" y="20731"/>
                </a:lnTo>
                <a:lnTo>
                  <a:pt x="19010" y="20192"/>
                </a:lnTo>
                <a:lnTo>
                  <a:pt x="18984" y="19811"/>
                </a:lnTo>
                <a:close/>
              </a:path>
              <a:path w="445134" h="38100">
                <a:moveTo>
                  <a:pt x="18974" y="20192"/>
                </a:moveTo>
                <a:lnTo>
                  <a:pt x="18795" y="20731"/>
                </a:lnTo>
                <a:lnTo>
                  <a:pt x="18960" y="20731"/>
                </a:lnTo>
                <a:lnTo>
                  <a:pt x="18974" y="20192"/>
                </a:lnTo>
                <a:close/>
              </a:path>
              <a:path w="445134" h="38100">
                <a:moveTo>
                  <a:pt x="443764" y="12445"/>
                </a:moveTo>
                <a:lnTo>
                  <a:pt x="443858" y="19341"/>
                </a:lnTo>
                <a:lnTo>
                  <a:pt x="444711" y="17873"/>
                </a:lnTo>
                <a:lnTo>
                  <a:pt x="444586" y="16382"/>
                </a:lnTo>
                <a:lnTo>
                  <a:pt x="444505" y="15747"/>
                </a:lnTo>
                <a:lnTo>
                  <a:pt x="444407" y="14985"/>
                </a:lnTo>
                <a:lnTo>
                  <a:pt x="444293" y="14096"/>
                </a:lnTo>
                <a:lnTo>
                  <a:pt x="444179" y="13208"/>
                </a:lnTo>
                <a:lnTo>
                  <a:pt x="444130" y="12826"/>
                </a:lnTo>
                <a:lnTo>
                  <a:pt x="443764" y="12445"/>
                </a:lnTo>
                <a:close/>
              </a:path>
              <a:path w="445134" h="38100">
                <a:moveTo>
                  <a:pt x="14870" y="15875"/>
                </a:moveTo>
                <a:lnTo>
                  <a:pt x="16443" y="19021"/>
                </a:lnTo>
                <a:lnTo>
                  <a:pt x="17994" y="17873"/>
                </a:lnTo>
                <a:lnTo>
                  <a:pt x="19126" y="17873"/>
                </a:lnTo>
                <a:lnTo>
                  <a:pt x="14870" y="15875"/>
                </a:lnTo>
                <a:close/>
              </a:path>
              <a:path w="445134" h="38100">
                <a:moveTo>
                  <a:pt x="18918" y="15875"/>
                </a:moveTo>
                <a:lnTo>
                  <a:pt x="14870" y="15875"/>
                </a:lnTo>
                <a:lnTo>
                  <a:pt x="19126" y="17873"/>
                </a:lnTo>
                <a:lnTo>
                  <a:pt x="17994" y="17873"/>
                </a:lnTo>
                <a:lnTo>
                  <a:pt x="18807" y="17271"/>
                </a:lnTo>
                <a:lnTo>
                  <a:pt x="18918" y="15875"/>
                </a:lnTo>
                <a:close/>
              </a:path>
              <a:path w="445134" h="38100">
                <a:moveTo>
                  <a:pt x="423378" y="10900"/>
                </a:moveTo>
                <a:lnTo>
                  <a:pt x="414412" y="13461"/>
                </a:lnTo>
                <a:lnTo>
                  <a:pt x="443765" y="13461"/>
                </a:lnTo>
                <a:lnTo>
                  <a:pt x="443749" y="12445"/>
                </a:lnTo>
                <a:lnTo>
                  <a:pt x="442787" y="11429"/>
                </a:lnTo>
                <a:lnTo>
                  <a:pt x="422413" y="11429"/>
                </a:lnTo>
                <a:lnTo>
                  <a:pt x="423378" y="10900"/>
                </a:lnTo>
                <a:close/>
              </a:path>
              <a:path w="445134" h="38100">
                <a:moveTo>
                  <a:pt x="439476" y="8045"/>
                </a:moveTo>
                <a:lnTo>
                  <a:pt x="441077" y="9651"/>
                </a:lnTo>
                <a:lnTo>
                  <a:pt x="443764" y="12445"/>
                </a:lnTo>
                <a:lnTo>
                  <a:pt x="441209" y="8762"/>
                </a:lnTo>
                <a:lnTo>
                  <a:pt x="439476" y="8045"/>
                </a:lnTo>
                <a:close/>
              </a:path>
              <a:path w="445134" h="38100">
                <a:moveTo>
                  <a:pt x="424191" y="10667"/>
                </a:moveTo>
                <a:lnTo>
                  <a:pt x="423378" y="10900"/>
                </a:lnTo>
                <a:lnTo>
                  <a:pt x="422413" y="11429"/>
                </a:lnTo>
                <a:lnTo>
                  <a:pt x="424191" y="10667"/>
                </a:lnTo>
                <a:close/>
              </a:path>
              <a:path w="445134" h="38100">
                <a:moveTo>
                  <a:pt x="442054" y="10667"/>
                </a:moveTo>
                <a:lnTo>
                  <a:pt x="424191" y="10667"/>
                </a:lnTo>
                <a:lnTo>
                  <a:pt x="422413" y="11429"/>
                </a:lnTo>
                <a:lnTo>
                  <a:pt x="442787" y="11429"/>
                </a:lnTo>
                <a:lnTo>
                  <a:pt x="442054" y="10667"/>
                </a:lnTo>
                <a:close/>
              </a:path>
              <a:path w="445134" h="38100">
                <a:moveTo>
                  <a:pt x="432468" y="5841"/>
                </a:moveTo>
                <a:lnTo>
                  <a:pt x="432171" y="5968"/>
                </a:lnTo>
                <a:lnTo>
                  <a:pt x="428890" y="7873"/>
                </a:lnTo>
                <a:lnTo>
                  <a:pt x="423378" y="10900"/>
                </a:lnTo>
                <a:lnTo>
                  <a:pt x="424191" y="10667"/>
                </a:lnTo>
                <a:lnTo>
                  <a:pt x="442054" y="10667"/>
                </a:lnTo>
                <a:lnTo>
                  <a:pt x="441077" y="9651"/>
                </a:lnTo>
                <a:lnTo>
                  <a:pt x="439476" y="8045"/>
                </a:lnTo>
                <a:lnTo>
                  <a:pt x="437833" y="7365"/>
                </a:lnTo>
                <a:lnTo>
                  <a:pt x="436510" y="6857"/>
                </a:lnTo>
                <a:lnTo>
                  <a:pt x="434859" y="6350"/>
                </a:lnTo>
                <a:lnTo>
                  <a:pt x="432468" y="5841"/>
                </a:lnTo>
                <a:close/>
              </a:path>
              <a:path w="445134" h="38100">
                <a:moveTo>
                  <a:pt x="434478" y="5841"/>
                </a:moveTo>
                <a:lnTo>
                  <a:pt x="432468" y="5841"/>
                </a:lnTo>
                <a:lnTo>
                  <a:pt x="434859" y="6350"/>
                </a:lnTo>
                <a:lnTo>
                  <a:pt x="436510" y="6857"/>
                </a:lnTo>
                <a:lnTo>
                  <a:pt x="437833" y="7365"/>
                </a:lnTo>
                <a:lnTo>
                  <a:pt x="439476" y="8045"/>
                </a:lnTo>
                <a:lnTo>
                  <a:pt x="437780" y="6350"/>
                </a:lnTo>
                <a:lnTo>
                  <a:pt x="434478" y="5841"/>
                </a:lnTo>
                <a:close/>
              </a:path>
              <a:path w="445134" h="38100">
                <a:moveTo>
                  <a:pt x="433046" y="5460"/>
                </a:moveTo>
                <a:lnTo>
                  <a:pt x="432002" y="5460"/>
                </a:lnTo>
                <a:lnTo>
                  <a:pt x="434478" y="5841"/>
                </a:lnTo>
                <a:lnTo>
                  <a:pt x="432390" y="5841"/>
                </a:lnTo>
                <a:lnTo>
                  <a:pt x="433046" y="5460"/>
                </a:lnTo>
                <a:close/>
              </a:path>
              <a:path w="445134" h="38100">
                <a:moveTo>
                  <a:pt x="416952" y="3047"/>
                </a:moveTo>
                <a:lnTo>
                  <a:pt x="65511" y="3047"/>
                </a:lnTo>
                <a:lnTo>
                  <a:pt x="49795" y="3428"/>
                </a:lnTo>
                <a:lnTo>
                  <a:pt x="49033" y="3428"/>
                </a:lnTo>
                <a:lnTo>
                  <a:pt x="41168" y="4275"/>
                </a:lnTo>
                <a:lnTo>
                  <a:pt x="425701" y="4275"/>
                </a:lnTo>
                <a:lnTo>
                  <a:pt x="416952" y="3047"/>
                </a:lnTo>
                <a:close/>
              </a:path>
              <a:path w="445134" h="38100">
                <a:moveTo>
                  <a:pt x="342022" y="0"/>
                </a:moveTo>
                <a:lnTo>
                  <a:pt x="279284" y="0"/>
                </a:lnTo>
                <a:lnTo>
                  <a:pt x="189876" y="1142"/>
                </a:lnTo>
                <a:lnTo>
                  <a:pt x="158380" y="1142"/>
                </a:lnTo>
                <a:lnTo>
                  <a:pt x="91959" y="2285"/>
                </a:lnTo>
                <a:lnTo>
                  <a:pt x="66203" y="3047"/>
                </a:lnTo>
                <a:lnTo>
                  <a:pt x="417941" y="3047"/>
                </a:lnTo>
                <a:lnTo>
                  <a:pt x="389774" y="1142"/>
                </a:lnTo>
                <a:lnTo>
                  <a:pt x="375296" y="381"/>
                </a:lnTo>
                <a:lnTo>
                  <a:pt x="342022" y="0"/>
                </a:lnTo>
                <a:close/>
              </a:path>
            </a:pathLst>
          </a:custGeom>
          <a:solidFill>
            <a:srgbClr val="E712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5782817" y="1603121"/>
            <a:ext cx="1411605" cy="2273935"/>
            <a:chOff x="5782817" y="1603121"/>
            <a:chExt cx="1411605" cy="2273935"/>
          </a:xfrm>
        </p:grpSpPr>
        <p:sp>
          <p:nvSpPr>
            <p:cNvPr id="52" name="object 52"/>
            <p:cNvSpPr/>
            <p:nvPr/>
          </p:nvSpPr>
          <p:spPr>
            <a:xfrm>
              <a:off x="6580504" y="2609088"/>
              <a:ext cx="380365" cy="46990"/>
            </a:xfrm>
            <a:custGeom>
              <a:avLst/>
              <a:gdLst/>
              <a:ahLst/>
              <a:cxnLst/>
              <a:rect l="l" t="t" r="r" b="b"/>
              <a:pathLst>
                <a:path w="380365" h="46989">
                  <a:moveTo>
                    <a:pt x="241604" y="45719"/>
                  </a:moveTo>
                  <a:lnTo>
                    <a:pt x="114300" y="45719"/>
                  </a:lnTo>
                  <a:lnTo>
                    <a:pt x="132206" y="46481"/>
                  </a:lnTo>
                  <a:lnTo>
                    <a:pt x="161840" y="46989"/>
                  </a:lnTo>
                  <a:lnTo>
                    <a:pt x="177292" y="46989"/>
                  </a:lnTo>
                  <a:lnTo>
                    <a:pt x="241604" y="45719"/>
                  </a:lnTo>
                  <a:close/>
                </a:path>
                <a:path w="380365" h="46989">
                  <a:moveTo>
                    <a:pt x="27050" y="0"/>
                  </a:moveTo>
                  <a:lnTo>
                    <a:pt x="1061" y="7112"/>
                  </a:lnTo>
                  <a:lnTo>
                    <a:pt x="960" y="7747"/>
                  </a:lnTo>
                  <a:lnTo>
                    <a:pt x="878" y="8255"/>
                  </a:lnTo>
                  <a:lnTo>
                    <a:pt x="797" y="8763"/>
                  </a:lnTo>
                  <a:lnTo>
                    <a:pt x="732" y="9169"/>
                  </a:lnTo>
                  <a:lnTo>
                    <a:pt x="607" y="9847"/>
                  </a:lnTo>
                  <a:lnTo>
                    <a:pt x="495" y="10032"/>
                  </a:lnTo>
                  <a:lnTo>
                    <a:pt x="317" y="10413"/>
                  </a:lnTo>
                  <a:lnTo>
                    <a:pt x="6" y="11303"/>
                  </a:lnTo>
                  <a:lnTo>
                    <a:pt x="0" y="14224"/>
                  </a:lnTo>
                  <a:lnTo>
                    <a:pt x="1143" y="16382"/>
                  </a:lnTo>
                  <a:lnTo>
                    <a:pt x="31115" y="33400"/>
                  </a:lnTo>
                  <a:lnTo>
                    <a:pt x="38933" y="35888"/>
                  </a:lnTo>
                  <a:lnTo>
                    <a:pt x="38779" y="35888"/>
                  </a:lnTo>
                  <a:lnTo>
                    <a:pt x="41021" y="36449"/>
                  </a:lnTo>
                  <a:lnTo>
                    <a:pt x="41175" y="36449"/>
                  </a:lnTo>
                  <a:lnTo>
                    <a:pt x="65024" y="41020"/>
                  </a:lnTo>
                  <a:lnTo>
                    <a:pt x="65404" y="41020"/>
                  </a:lnTo>
                  <a:lnTo>
                    <a:pt x="78359" y="43053"/>
                  </a:lnTo>
                  <a:lnTo>
                    <a:pt x="78994" y="43053"/>
                  </a:lnTo>
                  <a:lnTo>
                    <a:pt x="113919" y="45719"/>
                  </a:lnTo>
                  <a:lnTo>
                    <a:pt x="244404" y="45719"/>
                  </a:lnTo>
                  <a:lnTo>
                    <a:pt x="306704" y="42291"/>
                  </a:lnTo>
                  <a:lnTo>
                    <a:pt x="306959" y="42291"/>
                  </a:lnTo>
                  <a:lnTo>
                    <a:pt x="346391" y="39528"/>
                  </a:lnTo>
                  <a:lnTo>
                    <a:pt x="343535" y="38100"/>
                  </a:lnTo>
                  <a:lnTo>
                    <a:pt x="342392" y="34417"/>
                  </a:lnTo>
                  <a:lnTo>
                    <a:pt x="341122" y="30734"/>
                  </a:lnTo>
                  <a:lnTo>
                    <a:pt x="342760" y="27559"/>
                  </a:lnTo>
                  <a:lnTo>
                    <a:pt x="154813" y="27559"/>
                  </a:lnTo>
                  <a:lnTo>
                    <a:pt x="132842" y="27305"/>
                  </a:lnTo>
                  <a:lnTo>
                    <a:pt x="118618" y="26797"/>
                  </a:lnTo>
                  <a:lnTo>
                    <a:pt x="117062" y="26797"/>
                  </a:lnTo>
                  <a:lnTo>
                    <a:pt x="81237" y="24191"/>
                  </a:lnTo>
                  <a:lnTo>
                    <a:pt x="80385" y="24191"/>
                  </a:lnTo>
                  <a:lnTo>
                    <a:pt x="68440" y="22671"/>
                  </a:lnTo>
                  <a:lnTo>
                    <a:pt x="68134" y="22671"/>
                  </a:lnTo>
                  <a:lnTo>
                    <a:pt x="50005" y="19176"/>
                  </a:lnTo>
                  <a:lnTo>
                    <a:pt x="10460" y="19176"/>
                  </a:lnTo>
                  <a:lnTo>
                    <a:pt x="16222" y="10032"/>
                  </a:lnTo>
                  <a:lnTo>
                    <a:pt x="16136" y="9169"/>
                  </a:lnTo>
                  <a:lnTo>
                    <a:pt x="15814" y="8763"/>
                  </a:lnTo>
                  <a:lnTo>
                    <a:pt x="15319" y="7907"/>
                  </a:lnTo>
                  <a:lnTo>
                    <a:pt x="15113" y="7747"/>
                  </a:lnTo>
                  <a:lnTo>
                    <a:pt x="14859" y="7112"/>
                  </a:lnTo>
                  <a:lnTo>
                    <a:pt x="31673" y="7112"/>
                  </a:lnTo>
                  <a:lnTo>
                    <a:pt x="30734" y="2412"/>
                  </a:lnTo>
                  <a:lnTo>
                    <a:pt x="27050" y="0"/>
                  </a:lnTo>
                  <a:close/>
                </a:path>
                <a:path w="380365" h="46989">
                  <a:moveTo>
                    <a:pt x="350433" y="39154"/>
                  </a:moveTo>
                  <a:lnTo>
                    <a:pt x="346391" y="39528"/>
                  </a:lnTo>
                  <a:lnTo>
                    <a:pt x="347599" y="40131"/>
                  </a:lnTo>
                  <a:lnTo>
                    <a:pt x="350433" y="39154"/>
                  </a:lnTo>
                  <a:close/>
                </a:path>
                <a:path w="380365" h="46989">
                  <a:moveTo>
                    <a:pt x="349377" y="24891"/>
                  </a:moveTo>
                  <a:lnTo>
                    <a:pt x="347852" y="25145"/>
                  </a:lnTo>
                  <a:lnTo>
                    <a:pt x="346837" y="25526"/>
                  </a:lnTo>
                  <a:lnTo>
                    <a:pt x="343153" y="26797"/>
                  </a:lnTo>
                  <a:lnTo>
                    <a:pt x="341122" y="30734"/>
                  </a:lnTo>
                  <a:lnTo>
                    <a:pt x="342392" y="34417"/>
                  </a:lnTo>
                  <a:lnTo>
                    <a:pt x="343337" y="37464"/>
                  </a:lnTo>
                  <a:lnTo>
                    <a:pt x="343456" y="37845"/>
                  </a:lnTo>
                  <a:lnTo>
                    <a:pt x="343535" y="38100"/>
                  </a:lnTo>
                  <a:lnTo>
                    <a:pt x="346391" y="39528"/>
                  </a:lnTo>
                  <a:lnTo>
                    <a:pt x="350433" y="39154"/>
                  </a:lnTo>
                  <a:lnTo>
                    <a:pt x="351281" y="38862"/>
                  </a:lnTo>
                  <a:lnTo>
                    <a:pt x="350139" y="38862"/>
                  </a:lnTo>
                  <a:lnTo>
                    <a:pt x="352298" y="38481"/>
                  </a:lnTo>
                  <a:lnTo>
                    <a:pt x="353187" y="38481"/>
                  </a:lnTo>
                  <a:lnTo>
                    <a:pt x="358457" y="36449"/>
                  </a:lnTo>
                  <a:lnTo>
                    <a:pt x="357187" y="36449"/>
                  </a:lnTo>
                  <a:lnTo>
                    <a:pt x="359709" y="35888"/>
                  </a:lnTo>
                  <a:lnTo>
                    <a:pt x="360676" y="35888"/>
                  </a:lnTo>
                  <a:lnTo>
                    <a:pt x="359155" y="35179"/>
                  </a:lnTo>
                  <a:lnTo>
                    <a:pt x="375803" y="35179"/>
                  </a:lnTo>
                  <a:lnTo>
                    <a:pt x="377063" y="33400"/>
                  </a:lnTo>
                  <a:lnTo>
                    <a:pt x="377766" y="32502"/>
                  </a:lnTo>
                  <a:lnTo>
                    <a:pt x="379486" y="29062"/>
                  </a:lnTo>
                  <a:lnTo>
                    <a:pt x="379486" y="26057"/>
                  </a:lnTo>
                  <a:lnTo>
                    <a:pt x="379222" y="25526"/>
                  </a:lnTo>
                  <a:lnTo>
                    <a:pt x="379095" y="25273"/>
                  </a:lnTo>
                  <a:lnTo>
                    <a:pt x="348361" y="25273"/>
                  </a:lnTo>
                  <a:lnTo>
                    <a:pt x="349377" y="24891"/>
                  </a:lnTo>
                  <a:close/>
                </a:path>
                <a:path w="380365" h="46989">
                  <a:moveTo>
                    <a:pt x="359942" y="35888"/>
                  </a:moveTo>
                  <a:lnTo>
                    <a:pt x="353187" y="38481"/>
                  </a:lnTo>
                  <a:lnTo>
                    <a:pt x="350773" y="38862"/>
                  </a:lnTo>
                  <a:lnTo>
                    <a:pt x="351281" y="38862"/>
                  </a:lnTo>
                  <a:lnTo>
                    <a:pt x="350433" y="39154"/>
                  </a:lnTo>
                  <a:lnTo>
                    <a:pt x="364728" y="37845"/>
                  </a:lnTo>
                  <a:lnTo>
                    <a:pt x="365506" y="37845"/>
                  </a:lnTo>
                  <a:lnTo>
                    <a:pt x="367411" y="37464"/>
                  </a:lnTo>
                  <a:lnTo>
                    <a:pt x="373507" y="37464"/>
                  </a:lnTo>
                  <a:lnTo>
                    <a:pt x="361822" y="36956"/>
                  </a:lnTo>
                  <a:lnTo>
                    <a:pt x="364233" y="36956"/>
                  </a:lnTo>
                  <a:lnTo>
                    <a:pt x="359942" y="35888"/>
                  </a:lnTo>
                  <a:close/>
                </a:path>
                <a:path w="380365" h="46989">
                  <a:moveTo>
                    <a:pt x="352298" y="38481"/>
                  </a:moveTo>
                  <a:lnTo>
                    <a:pt x="350139" y="38862"/>
                  </a:lnTo>
                  <a:lnTo>
                    <a:pt x="351003" y="38862"/>
                  </a:lnTo>
                  <a:lnTo>
                    <a:pt x="352298" y="38481"/>
                  </a:lnTo>
                  <a:close/>
                </a:path>
                <a:path w="380365" h="46989">
                  <a:moveTo>
                    <a:pt x="353187" y="38481"/>
                  </a:moveTo>
                  <a:lnTo>
                    <a:pt x="352298" y="38481"/>
                  </a:lnTo>
                  <a:lnTo>
                    <a:pt x="351003" y="38862"/>
                  </a:lnTo>
                  <a:lnTo>
                    <a:pt x="350773" y="38862"/>
                  </a:lnTo>
                  <a:lnTo>
                    <a:pt x="353187" y="38481"/>
                  </a:lnTo>
                  <a:close/>
                </a:path>
                <a:path w="380365" h="46989">
                  <a:moveTo>
                    <a:pt x="367076" y="35888"/>
                  </a:moveTo>
                  <a:lnTo>
                    <a:pt x="359942" y="35888"/>
                  </a:lnTo>
                  <a:lnTo>
                    <a:pt x="364233" y="36956"/>
                  </a:lnTo>
                  <a:lnTo>
                    <a:pt x="366064" y="36956"/>
                  </a:lnTo>
                  <a:lnTo>
                    <a:pt x="371221" y="37845"/>
                  </a:lnTo>
                  <a:lnTo>
                    <a:pt x="373564" y="36956"/>
                  </a:lnTo>
                  <a:lnTo>
                    <a:pt x="374410" y="36449"/>
                  </a:lnTo>
                  <a:lnTo>
                    <a:pt x="355028" y="36449"/>
                  </a:lnTo>
                  <a:lnTo>
                    <a:pt x="367076" y="35888"/>
                  </a:lnTo>
                  <a:close/>
                </a:path>
                <a:path w="380365" h="46989">
                  <a:moveTo>
                    <a:pt x="365505" y="36956"/>
                  </a:moveTo>
                  <a:lnTo>
                    <a:pt x="361822" y="36956"/>
                  </a:lnTo>
                  <a:lnTo>
                    <a:pt x="373507" y="37464"/>
                  </a:lnTo>
                  <a:lnTo>
                    <a:pt x="369570" y="37464"/>
                  </a:lnTo>
                  <a:lnTo>
                    <a:pt x="365505" y="36956"/>
                  </a:lnTo>
                  <a:close/>
                </a:path>
                <a:path w="380365" h="46989">
                  <a:moveTo>
                    <a:pt x="365378" y="36956"/>
                  </a:moveTo>
                  <a:lnTo>
                    <a:pt x="369570" y="37464"/>
                  </a:lnTo>
                  <a:lnTo>
                    <a:pt x="369951" y="37464"/>
                  </a:lnTo>
                  <a:lnTo>
                    <a:pt x="365378" y="36956"/>
                  </a:lnTo>
                  <a:close/>
                </a:path>
                <a:path w="380365" h="46989">
                  <a:moveTo>
                    <a:pt x="366064" y="36956"/>
                  </a:moveTo>
                  <a:lnTo>
                    <a:pt x="365378" y="36956"/>
                  </a:lnTo>
                  <a:lnTo>
                    <a:pt x="369951" y="37464"/>
                  </a:lnTo>
                  <a:lnTo>
                    <a:pt x="369011" y="37464"/>
                  </a:lnTo>
                  <a:lnTo>
                    <a:pt x="366064" y="36956"/>
                  </a:lnTo>
                  <a:close/>
                </a:path>
                <a:path w="380365" h="46989">
                  <a:moveTo>
                    <a:pt x="373604" y="36956"/>
                  </a:moveTo>
                  <a:lnTo>
                    <a:pt x="372225" y="37464"/>
                  </a:lnTo>
                  <a:lnTo>
                    <a:pt x="372797" y="37464"/>
                  </a:lnTo>
                  <a:lnTo>
                    <a:pt x="373604" y="36956"/>
                  </a:lnTo>
                  <a:close/>
                </a:path>
                <a:path w="380365" h="46989">
                  <a:moveTo>
                    <a:pt x="375300" y="35888"/>
                  </a:moveTo>
                  <a:lnTo>
                    <a:pt x="373604" y="36956"/>
                  </a:lnTo>
                  <a:lnTo>
                    <a:pt x="374903" y="36449"/>
                  </a:lnTo>
                  <a:lnTo>
                    <a:pt x="375300" y="35888"/>
                  </a:lnTo>
                  <a:close/>
                </a:path>
                <a:path w="380365" h="46989">
                  <a:moveTo>
                    <a:pt x="359858" y="35888"/>
                  </a:moveTo>
                  <a:lnTo>
                    <a:pt x="359709" y="35888"/>
                  </a:lnTo>
                  <a:lnTo>
                    <a:pt x="357187" y="36449"/>
                  </a:lnTo>
                  <a:lnTo>
                    <a:pt x="358457" y="36449"/>
                  </a:lnTo>
                  <a:lnTo>
                    <a:pt x="359858" y="35888"/>
                  </a:lnTo>
                  <a:close/>
                </a:path>
                <a:path w="380365" h="46989">
                  <a:moveTo>
                    <a:pt x="375803" y="35179"/>
                  </a:moveTo>
                  <a:lnTo>
                    <a:pt x="359155" y="35179"/>
                  </a:lnTo>
                  <a:lnTo>
                    <a:pt x="362400" y="35888"/>
                  </a:lnTo>
                  <a:lnTo>
                    <a:pt x="367076" y="35888"/>
                  </a:lnTo>
                  <a:lnTo>
                    <a:pt x="355028" y="36449"/>
                  </a:lnTo>
                  <a:lnTo>
                    <a:pt x="374410" y="36449"/>
                  </a:lnTo>
                  <a:lnTo>
                    <a:pt x="375300" y="35888"/>
                  </a:lnTo>
                  <a:lnTo>
                    <a:pt x="375803" y="35179"/>
                  </a:lnTo>
                  <a:close/>
                </a:path>
                <a:path w="380365" h="46989">
                  <a:moveTo>
                    <a:pt x="359155" y="35179"/>
                  </a:moveTo>
                  <a:lnTo>
                    <a:pt x="360676" y="35888"/>
                  </a:lnTo>
                  <a:lnTo>
                    <a:pt x="362400" y="35888"/>
                  </a:lnTo>
                  <a:lnTo>
                    <a:pt x="359155" y="35179"/>
                  </a:lnTo>
                  <a:close/>
                </a:path>
                <a:path w="380365" h="46989">
                  <a:moveTo>
                    <a:pt x="377766" y="32502"/>
                  </a:moveTo>
                  <a:lnTo>
                    <a:pt x="377063" y="33400"/>
                  </a:lnTo>
                  <a:lnTo>
                    <a:pt x="375300" y="35888"/>
                  </a:lnTo>
                  <a:lnTo>
                    <a:pt x="376427" y="35179"/>
                  </a:lnTo>
                  <a:lnTo>
                    <a:pt x="377766" y="32502"/>
                  </a:lnTo>
                  <a:close/>
                </a:path>
                <a:path w="380365" h="46989">
                  <a:moveTo>
                    <a:pt x="379486" y="29062"/>
                  </a:moveTo>
                  <a:lnTo>
                    <a:pt x="377766" y="32502"/>
                  </a:lnTo>
                  <a:lnTo>
                    <a:pt x="379349" y="30480"/>
                  </a:lnTo>
                  <a:lnTo>
                    <a:pt x="379435" y="29591"/>
                  </a:lnTo>
                  <a:lnTo>
                    <a:pt x="379486" y="29062"/>
                  </a:lnTo>
                  <a:close/>
                </a:path>
                <a:path w="380365" h="46989">
                  <a:moveTo>
                    <a:pt x="379631" y="27559"/>
                  </a:moveTo>
                  <a:lnTo>
                    <a:pt x="379533" y="28575"/>
                  </a:lnTo>
                  <a:lnTo>
                    <a:pt x="379486" y="29062"/>
                  </a:lnTo>
                  <a:lnTo>
                    <a:pt x="379729" y="28575"/>
                  </a:lnTo>
                  <a:lnTo>
                    <a:pt x="379631" y="27559"/>
                  </a:lnTo>
                  <a:close/>
                </a:path>
                <a:path w="380365" h="46989">
                  <a:moveTo>
                    <a:pt x="362039" y="18258"/>
                  </a:moveTo>
                  <a:lnTo>
                    <a:pt x="344533" y="20002"/>
                  </a:lnTo>
                  <a:lnTo>
                    <a:pt x="318089" y="21843"/>
                  </a:lnTo>
                  <a:lnTo>
                    <a:pt x="318304" y="21843"/>
                  </a:lnTo>
                  <a:lnTo>
                    <a:pt x="303826" y="22987"/>
                  </a:lnTo>
                  <a:lnTo>
                    <a:pt x="303212" y="22987"/>
                  </a:lnTo>
                  <a:lnTo>
                    <a:pt x="263440" y="25145"/>
                  </a:lnTo>
                  <a:lnTo>
                    <a:pt x="263159" y="25145"/>
                  </a:lnTo>
                  <a:lnTo>
                    <a:pt x="245043" y="26057"/>
                  </a:lnTo>
                  <a:lnTo>
                    <a:pt x="221996" y="26797"/>
                  </a:lnTo>
                  <a:lnTo>
                    <a:pt x="190500" y="27305"/>
                  </a:lnTo>
                  <a:lnTo>
                    <a:pt x="191304" y="27305"/>
                  </a:lnTo>
                  <a:lnTo>
                    <a:pt x="177165" y="27559"/>
                  </a:lnTo>
                  <a:lnTo>
                    <a:pt x="342760" y="27559"/>
                  </a:lnTo>
                  <a:lnTo>
                    <a:pt x="343153" y="26797"/>
                  </a:lnTo>
                  <a:lnTo>
                    <a:pt x="346837" y="25526"/>
                  </a:lnTo>
                  <a:lnTo>
                    <a:pt x="347852" y="25145"/>
                  </a:lnTo>
                  <a:lnTo>
                    <a:pt x="349377" y="24891"/>
                  </a:lnTo>
                  <a:lnTo>
                    <a:pt x="352086" y="23875"/>
                  </a:lnTo>
                  <a:lnTo>
                    <a:pt x="352326" y="23875"/>
                  </a:lnTo>
                  <a:lnTo>
                    <a:pt x="354301" y="22987"/>
                  </a:lnTo>
                  <a:lnTo>
                    <a:pt x="354850" y="22671"/>
                  </a:lnTo>
                  <a:lnTo>
                    <a:pt x="358040" y="21117"/>
                  </a:lnTo>
                  <a:lnTo>
                    <a:pt x="360702" y="18668"/>
                  </a:lnTo>
                  <a:lnTo>
                    <a:pt x="361042" y="18668"/>
                  </a:lnTo>
                  <a:lnTo>
                    <a:pt x="362039" y="18258"/>
                  </a:lnTo>
                  <a:close/>
                </a:path>
                <a:path w="380365" h="46989">
                  <a:moveTo>
                    <a:pt x="379487" y="26057"/>
                  </a:moveTo>
                  <a:lnTo>
                    <a:pt x="379607" y="27305"/>
                  </a:lnTo>
                  <a:lnTo>
                    <a:pt x="379705" y="26797"/>
                  </a:lnTo>
                  <a:lnTo>
                    <a:pt x="379856" y="26797"/>
                  </a:lnTo>
                  <a:lnTo>
                    <a:pt x="379487" y="26057"/>
                  </a:lnTo>
                  <a:close/>
                </a:path>
                <a:path w="380365" h="46989">
                  <a:moveTo>
                    <a:pt x="377874" y="22671"/>
                  </a:moveTo>
                  <a:lnTo>
                    <a:pt x="377956" y="22987"/>
                  </a:lnTo>
                  <a:lnTo>
                    <a:pt x="379487" y="26057"/>
                  </a:lnTo>
                  <a:lnTo>
                    <a:pt x="379373" y="24891"/>
                  </a:lnTo>
                  <a:lnTo>
                    <a:pt x="379539" y="24891"/>
                  </a:lnTo>
                  <a:lnTo>
                    <a:pt x="377874" y="22671"/>
                  </a:lnTo>
                  <a:close/>
                </a:path>
                <a:path w="380365" h="46989">
                  <a:moveTo>
                    <a:pt x="358040" y="21117"/>
                  </a:moveTo>
                  <a:lnTo>
                    <a:pt x="354850" y="22671"/>
                  </a:lnTo>
                  <a:lnTo>
                    <a:pt x="354301" y="22987"/>
                  </a:lnTo>
                  <a:lnTo>
                    <a:pt x="352326" y="23875"/>
                  </a:lnTo>
                  <a:lnTo>
                    <a:pt x="352086" y="23875"/>
                  </a:lnTo>
                  <a:lnTo>
                    <a:pt x="348361" y="25273"/>
                  </a:lnTo>
                  <a:lnTo>
                    <a:pt x="350170" y="24891"/>
                  </a:lnTo>
                  <a:lnTo>
                    <a:pt x="378904" y="24891"/>
                  </a:lnTo>
                  <a:lnTo>
                    <a:pt x="377804" y="22671"/>
                  </a:lnTo>
                  <a:lnTo>
                    <a:pt x="377680" y="22413"/>
                  </a:lnTo>
                  <a:lnTo>
                    <a:pt x="377253" y="21843"/>
                  </a:lnTo>
                  <a:lnTo>
                    <a:pt x="357250" y="21843"/>
                  </a:lnTo>
                  <a:lnTo>
                    <a:pt x="358040" y="21117"/>
                  </a:lnTo>
                  <a:close/>
                </a:path>
                <a:path w="380365" h="46989">
                  <a:moveTo>
                    <a:pt x="378904" y="24891"/>
                  </a:moveTo>
                  <a:lnTo>
                    <a:pt x="350170" y="24891"/>
                  </a:lnTo>
                  <a:lnTo>
                    <a:pt x="348361" y="25273"/>
                  </a:lnTo>
                  <a:lnTo>
                    <a:pt x="379095" y="25273"/>
                  </a:lnTo>
                  <a:lnTo>
                    <a:pt x="379031" y="25145"/>
                  </a:lnTo>
                  <a:lnTo>
                    <a:pt x="378904" y="24891"/>
                  </a:lnTo>
                  <a:close/>
                </a:path>
                <a:path w="380365" h="46989">
                  <a:moveTo>
                    <a:pt x="375356" y="19176"/>
                  </a:moveTo>
                  <a:lnTo>
                    <a:pt x="375889" y="20002"/>
                  </a:lnTo>
                  <a:lnTo>
                    <a:pt x="377680" y="22413"/>
                  </a:lnTo>
                  <a:lnTo>
                    <a:pt x="376519" y="20002"/>
                  </a:lnTo>
                  <a:lnTo>
                    <a:pt x="376748" y="20002"/>
                  </a:lnTo>
                  <a:lnTo>
                    <a:pt x="375356" y="19176"/>
                  </a:lnTo>
                  <a:close/>
                </a:path>
                <a:path w="380365" h="46989">
                  <a:moveTo>
                    <a:pt x="376312" y="20574"/>
                  </a:moveTo>
                  <a:lnTo>
                    <a:pt x="359155" y="20574"/>
                  </a:lnTo>
                  <a:lnTo>
                    <a:pt x="357250" y="21843"/>
                  </a:lnTo>
                  <a:lnTo>
                    <a:pt x="377253" y="21843"/>
                  </a:lnTo>
                  <a:lnTo>
                    <a:pt x="376312" y="20574"/>
                  </a:lnTo>
                  <a:close/>
                </a:path>
                <a:path w="380365" h="46989">
                  <a:moveTo>
                    <a:pt x="359155" y="20574"/>
                  </a:moveTo>
                  <a:lnTo>
                    <a:pt x="358040" y="21117"/>
                  </a:lnTo>
                  <a:lnTo>
                    <a:pt x="357527" y="21589"/>
                  </a:lnTo>
                  <a:lnTo>
                    <a:pt x="358341" y="21117"/>
                  </a:lnTo>
                  <a:lnTo>
                    <a:pt x="359155" y="20574"/>
                  </a:lnTo>
                  <a:close/>
                </a:path>
                <a:path w="380365" h="46989">
                  <a:moveTo>
                    <a:pt x="361042" y="18668"/>
                  </a:moveTo>
                  <a:lnTo>
                    <a:pt x="360702" y="18668"/>
                  </a:lnTo>
                  <a:lnTo>
                    <a:pt x="358040" y="21117"/>
                  </a:lnTo>
                  <a:lnTo>
                    <a:pt x="359155" y="20574"/>
                  </a:lnTo>
                  <a:lnTo>
                    <a:pt x="376312" y="20574"/>
                  </a:lnTo>
                  <a:lnTo>
                    <a:pt x="375279" y="19176"/>
                  </a:lnTo>
                  <a:lnTo>
                    <a:pt x="359809" y="19176"/>
                  </a:lnTo>
                  <a:lnTo>
                    <a:pt x="361042" y="18668"/>
                  </a:lnTo>
                  <a:close/>
                </a:path>
                <a:path w="380365" h="46989">
                  <a:moveTo>
                    <a:pt x="16339" y="9847"/>
                  </a:moveTo>
                  <a:lnTo>
                    <a:pt x="10460" y="19176"/>
                  </a:lnTo>
                  <a:lnTo>
                    <a:pt x="10058" y="19176"/>
                  </a:lnTo>
                  <a:lnTo>
                    <a:pt x="17779" y="17144"/>
                  </a:lnTo>
                  <a:lnTo>
                    <a:pt x="29092" y="13958"/>
                  </a:lnTo>
                  <a:lnTo>
                    <a:pt x="25435" y="12954"/>
                  </a:lnTo>
                  <a:lnTo>
                    <a:pt x="25273" y="12954"/>
                  </a:lnTo>
                  <a:lnTo>
                    <a:pt x="24758" y="12782"/>
                  </a:lnTo>
                  <a:lnTo>
                    <a:pt x="22195" y="11811"/>
                  </a:lnTo>
                  <a:lnTo>
                    <a:pt x="21971" y="11811"/>
                  </a:lnTo>
                  <a:lnTo>
                    <a:pt x="20827" y="11303"/>
                  </a:lnTo>
                  <a:lnTo>
                    <a:pt x="21027" y="11303"/>
                  </a:lnTo>
                  <a:lnTo>
                    <a:pt x="19376" y="10413"/>
                  </a:lnTo>
                  <a:lnTo>
                    <a:pt x="16510" y="10413"/>
                  </a:lnTo>
                  <a:lnTo>
                    <a:pt x="16395" y="10032"/>
                  </a:lnTo>
                  <a:lnTo>
                    <a:pt x="16339" y="9847"/>
                  </a:lnTo>
                  <a:close/>
                </a:path>
                <a:path w="380365" h="46989">
                  <a:moveTo>
                    <a:pt x="29092" y="13958"/>
                  </a:moveTo>
                  <a:lnTo>
                    <a:pt x="17779" y="17144"/>
                  </a:lnTo>
                  <a:lnTo>
                    <a:pt x="10058" y="19176"/>
                  </a:lnTo>
                  <a:lnTo>
                    <a:pt x="50005" y="19176"/>
                  </a:lnTo>
                  <a:lnTo>
                    <a:pt x="45241" y="18258"/>
                  </a:lnTo>
                  <a:lnTo>
                    <a:pt x="45072" y="18258"/>
                  </a:lnTo>
                  <a:lnTo>
                    <a:pt x="36068" y="15875"/>
                  </a:lnTo>
                  <a:lnTo>
                    <a:pt x="29092" y="13958"/>
                  </a:lnTo>
                  <a:close/>
                </a:path>
                <a:path w="380365" h="46989">
                  <a:moveTo>
                    <a:pt x="371221" y="17144"/>
                  </a:moveTo>
                  <a:lnTo>
                    <a:pt x="364761" y="18258"/>
                  </a:lnTo>
                  <a:lnTo>
                    <a:pt x="362039" y="18258"/>
                  </a:lnTo>
                  <a:lnTo>
                    <a:pt x="359809" y="19176"/>
                  </a:lnTo>
                  <a:lnTo>
                    <a:pt x="375356" y="19176"/>
                  </a:lnTo>
                  <a:lnTo>
                    <a:pt x="373806" y="18258"/>
                  </a:lnTo>
                  <a:lnTo>
                    <a:pt x="371221" y="17144"/>
                  </a:lnTo>
                  <a:close/>
                </a:path>
                <a:path w="380365" h="46989">
                  <a:moveTo>
                    <a:pt x="373912" y="18258"/>
                  </a:moveTo>
                  <a:lnTo>
                    <a:pt x="374499" y="18668"/>
                  </a:lnTo>
                  <a:lnTo>
                    <a:pt x="375356" y="19176"/>
                  </a:lnTo>
                  <a:lnTo>
                    <a:pt x="374903" y="18668"/>
                  </a:lnTo>
                  <a:lnTo>
                    <a:pt x="373912" y="18258"/>
                  </a:lnTo>
                  <a:close/>
                </a:path>
                <a:path w="380365" h="46989">
                  <a:moveTo>
                    <a:pt x="31673" y="7112"/>
                  </a:moveTo>
                  <a:lnTo>
                    <a:pt x="14859" y="7112"/>
                  </a:lnTo>
                  <a:lnTo>
                    <a:pt x="15766" y="8255"/>
                  </a:lnTo>
                  <a:lnTo>
                    <a:pt x="16941" y="9169"/>
                  </a:lnTo>
                  <a:lnTo>
                    <a:pt x="18669" y="10032"/>
                  </a:lnTo>
                  <a:lnTo>
                    <a:pt x="21471" y="11541"/>
                  </a:lnTo>
                  <a:lnTo>
                    <a:pt x="24811" y="12782"/>
                  </a:lnTo>
                  <a:lnTo>
                    <a:pt x="29092" y="13958"/>
                  </a:lnTo>
                  <a:lnTo>
                    <a:pt x="29972" y="13716"/>
                  </a:lnTo>
                  <a:lnTo>
                    <a:pt x="32258" y="10032"/>
                  </a:lnTo>
                  <a:lnTo>
                    <a:pt x="31673" y="7112"/>
                  </a:lnTo>
                  <a:close/>
                </a:path>
                <a:path w="380365" h="46989">
                  <a:moveTo>
                    <a:pt x="24811" y="12782"/>
                  </a:moveTo>
                  <a:lnTo>
                    <a:pt x="25273" y="12954"/>
                  </a:lnTo>
                  <a:lnTo>
                    <a:pt x="25435" y="12954"/>
                  </a:lnTo>
                  <a:lnTo>
                    <a:pt x="24811" y="12782"/>
                  </a:lnTo>
                  <a:close/>
                </a:path>
                <a:path w="380365" h="46989">
                  <a:moveTo>
                    <a:pt x="21471" y="11541"/>
                  </a:moveTo>
                  <a:lnTo>
                    <a:pt x="21971" y="11811"/>
                  </a:lnTo>
                  <a:lnTo>
                    <a:pt x="22195" y="11811"/>
                  </a:lnTo>
                  <a:lnTo>
                    <a:pt x="21471" y="11541"/>
                  </a:lnTo>
                  <a:close/>
                </a:path>
                <a:path w="380365" h="46989">
                  <a:moveTo>
                    <a:pt x="21027" y="11303"/>
                  </a:moveTo>
                  <a:lnTo>
                    <a:pt x="20827" y="11303"/>
                  </a:lnTo>
                  <a:lnTo>
                    <a:pt x="21471" y="11541"/>
                  </a:lnTo>
                  <a:lnTo>
                    <a:pt x="21027" y="11303"/>
                  </a:lnTo>
                  <a:close/>
                </a:path>
                <a:path w="380365" h="46989">
                  <a:moveTo>
                    <a:pt x="15621" y="8255"/>
                  </a:moveTo>
                  <a:lnTo>
                    <a:pt x="15814" y="8763"/>
                  </a:lnTo>
                  <a:lnTo>
                    <a:pt x="16137" y="9169"/>
                  </a:lnTo>
                  <a:lnTo>
                    <a:pt x="16243" y="9525"/>
                  </a:lnTo>
                  <a:lnTo>
                    <a:pt x="16396" y="9847"/>
                  </a:lnTo>
                  <a:lnTo>
                    <a:pt x="16510" y="10413"/>
                  </a:lnTo>
                  <a:lnTo>
                    <a:pt x="19376" y="10413"/>
                  </a:lnTo>
                  <a:lnTo>
                    <a:pt x="18669" y="10032"/>
                  </a:lnTo>
                  <a:lnTo>
                    <a:pt x="17652" y="9525"/>
                  </a:lnTo>
                  <a:lnTo>
                    <a:pt x="17399" y="9525"/>
                  </a:lnTo>
                  <a:lnTo>
                    <a:pt x="16806" y="9169"/>
                  </a:lnTo>
                  <a:lnTo>
                    <a:pt x="16531" y="9169"/>
                  </a:lnTo>
                  <a:lnTo>
                    <a:pt x="16183" y="8763"/>
                  </a:lnTo>
                  <a:lnTo>
                    <a:pt x="15621" y="8255"/>
                  </a:lnTo>
                  <a:close/>
                </a:path>
                <a:path w="380365" h="46989">
                  <a:moveTo>
                    <a:pt x="16129" y="8763"/>
                  </a:moveTo>
                  <a:lnTo>
                    <a:pt x="17399" y="9525"/>
                  </a:lnTo>
                  <a:lnTo>
                    <a:pt x="16941" y="9169"/>
                  </a:lnTo>
                  <a:lnTo>
                    <a:pt x="16129" y="8763"/>
                  </a:lnTo>
                  <a:close/>
                </a:path>
                <a:path w="380365" h="46989">
                  <a:moveTo>
                    <a:pt x="16941" y="9169"/>
                  </a:moveTo>
                  <a:lnTo>
                    <a:pt x="17399" y="9525"/>
                  </a:lnTo>
                  <a:lnTo>
                    <a:pt x="17652" y="9525"/>
                  </a:lnTo>
                  <a:lnTo>
                    <a:pt x="16941" y="9169"/>
                  </a:lnTo>
                  <a:close/>
                </a:path>
                <a:path w="380365" h="46989">
                  <a:moveTo>
                    <a:pt x="16129" y="8763"/>
                  </a:moveTo>
                  <a:lnTo>
                    <a:pt x="16535" y="9169"/>
                  </a:lnTo>
                  <a:lnTo>
                    <a:pt x="16806" y="9169"/>
                  </a:lnTo>
                  <a:lnTo>
                    <a:pt x="16129" y="8763"/>
                  </a:lnTo>
                  <a:close/>
                </a:path>
                <a:path w="380365" h="46989">
                  <a:moveTo>
                    <a:pt x="15766" y="8255"/>
                  </a:moveTo>
                  <a:lnTo>
                    <a:pt x="16129" y="8763"/>
                  </a:lnTo>
                  <a:lnTo>
                    <a:pt x="16941" y="9169"/>
                  </a:lnTo>
                  <a:lnTo>
                    <a:pt x="15766" y="8255"/>
                  </a:lnTo>
                  <a:close/>
                </a:path>
                <a:path w="380365" h="46989">
                  <a:moveTo>
                    <a:pt x="15319" y="7907"/>
                  </a:moveTo>
                  <a:lnTo>
                    <a:pt x="15621" y="8255"/>
                  </a:lnTo>
                  <a:lnTo>
                    <a:pt x="15766" y="8255"/>
                  </a:lnTo>
                  <a:lnTo>
                    <a:pt x="15319" y="7907"/>
                  </a:lnTo>
                  <a:close/>
                </a:path>
                <a:path w="380365" h="46989">
                  <a:moveTo>
                    <a:pt x="15352" y="7747"/>
                  </a:moveTo>
                  <a:lnTo>
                    <a:pt x="15319" y="7907"/>
                  </a:lnTo>
                  <a:lnTo>
                    <a:pt x="15766" y="8255"/>
                  </a:lnTo>
                  <a:lnTo>
                    <a:pt x="15477" y="7907"/>
                  </a:lnTo>
                  <a:lnTo>
                    <a:pt x="15352" y="7747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782817" y="1603121"/>
              <a:ext cx="1411478" cy="2273706"/>
            </a:xfrm>
            <a:prstGeom prst="rect">
              <a:avLst/>
            </a:prstGeom>
          </p:spPr>
        </p:pic>
      </p:grpSp>
      <p:pic>
        <p:nvPicPr>
          <p:cNvPr id="54" name="object 5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295329" y="3606931"/>
            <a:ext cx="151570" cy="10858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552690" y="3398646"/>
            <a:ext cx="1010792" cy="381507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752475"/>
            <a:ext cx="6400800" cy="3505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90055" y="3669347"/>
            <a:ext cx="16446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53689" y="3904932"/>
            <a:ext cx="2159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6480" y="2540761"/>
            <a:ext cx="604520" cy="238760"/>
          </a:xfrm>
          <a:custGeom>
            <a:avLst/>
            <a:gdLst/>
            <a:ahLst/>
            <a:cxnLst/>
            <a:rect l="l" t="t" r="r" b="b"/>
            <a:pathLst>
              <a:path w="604519" h="238760">
                <a:moveTo>
                  <a:pt x="528485" y="0"/>
                </a:moveTo>
                <a:lnTo>
                  <a:pt x="525094" y="9651"/>
                </a:lnTo>
                <a:lnTo>
                  <a:pt x="538882" y="15652"/>
                </a:lnTo>
                <a:lnTo>
                  <a:pt x="550738" y="23939"/>
                </a:lnTo>
                <a:lnTo>
                  <a:pt x="574818" y="62351"/>
                </a:lnTo>
                <a:lnTo>
                  <a:pt x="582726" y="117982"/>
                </a:lnTo>
                <a:lnTo>
                  <a:pt x="581843" y="138955"/>
                </a:lnTo>
                <a:lnTo>
                  <a:pt x="568604" y="190373"/>
                </a:lnTo>
                <a:lnTo>
                  <a:pt x="539038" y="222573"/>
                </a:lnTo>
                <a:lnTo>
                  <a:pt x="525462" y="228600"/>
                </a:lnTo>
                <a:lnTo>
                  <a:pt x="528485" y="238251"/>
                </a:lnTo>
                <a:lnTo>
                  <a:pt x="573992" y="211195"/>
                </a:lnTo>
                <a:lnTo>
                  <a:pt x="599559" y="161258"/>
                </a:lnTo>
                <a:lnTo>
                  <a:pt x="604456" y="119252"/>
                </a:lnTo>
                <a:lnTo>
                  <a:pt x="603241" y="97645"/>
                </a:lnTo>
                <a:lnTo>
                  <a:pt x="603227" y="97397"/>
                </a:lnTo>
                <a:lnTo>
                  <a:pt x="593397" y="58638"/>
                </a:lnTo>
                <a:lnTo>
                  <a:pt x="560898" y="15319"/>
                </a:lnTo>
                <a:lnTo>
                  <a:pt x="545756" y="6260"/>
                </a:lnTo>
                <a:lnTo>
                  <a:pt x="528485" y="0"/>
                </a:lnTo>
                <a:close/>
              </a:path>
              <a:path w="604519" h="238760">
                <a:moveTo>
                  <a:pt x="75971" y="0"/>
                </a:moveTo>
                <a:lnTo>
                  <a:pt x="30538" y="27164"/>
                </a:lnTo>
                <a:lnTo>
                  <a:pt x="4913" y="77184"/>
                </a:lnTo>
                <a:lnTo>
                  <a:pt x="71" y="117982"/>
                </a:lnTo>
                <a:lnTo>
                  <a:pt x="0" y="119252"/>
                </a:lnTo>
                <a:lnTo>
                  <a:pt x="1104" y="138955"/>
                </a:lnTo>
                <a:lnTo>
                  <a:pt x="1223" y="141089"/>
                </a:lnTo>
                <a:lnTo>
                  <a:pt x="4895" y="161258"/>
                </a:lnTo>
                <a:lnTo>
                  <a:pt x="19583" y="196595"/>
                </a:lnTo>
                <a:lnTo>
                  <a:pt x="58647" y="232011"/>
                </a:lnTo>
                <a:lnTo>
                  <a:pt x="75971" y="238251"/>
                </a:lnTo>
                <a:lnTo>
                  <a:pt x="78981" y="228600"/>
                </a:lnTo>
                <a:lnTo>
                  <a:pt x="65405" y="222573"/>
                </a:lnTo>
                <a:lnTo>
                  <a:pt x="53692" y="214201"/>
                </a:lnTo>
                <a:lnTo>
                  <a:pt x="29667" y="175186"/>
                </a:lnTo>
                <a:lnTo>
                  <a:pt x="21770" y="119252"/>
                </a:lnTo>
                <a:lnTo>
                  <a:pt x="21717" y="117982"/>
                </a:lnTo>
                <a:lnTo>
                  <a:pt x="25250" y="79105"/>
                </a:lnTo>
                <a:lnTo>
                  <a:pt x="43865" y="34512"/>
                </a:lnTo>
                <a:lnTo>
                  <a:pt x="79362" y="9651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6717" y="2466657"/>
            <a:ext cx="6604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55" dirty="0">
                <a:latin typeface="Cambria Math"/>
                <a:cs typeface="Cambria Math"/>
              </a:rPr>
              <a:t>J</a:t>
            </a:r>
            <a:r>
              <a:rPr sz="2000" spc="445" dirty="0">
                <a:latin typeface="Cambria Math"/>
                <a:cs typeface="Cambria Math"/>
              </a:rPr>
              <a:t> </a:t>
            </a:r>
            <a:r>
              <a:rPr sz="2000" spc="-40" dirty="0">
                <a:latin typeface="Cambria Math"/>
                <a:cs typeface="Cambria Math"/>
              </a:rPr>
              <a:t>w,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81463" y="1962213"/>
            <a:ext cx="3333750" cy="2302510"/>
            <a:chOff x="3581463" y="1962213"/>
            <a:chExt cx="3333750" cy="2302510"/>
          </a:xfrm>
        </p:grpSpPr>
        <p:sp>
          <p:nvSpPr>
            <p:cNvPr id="8" name="object 8"/>
            <p:cNvSpPr/>
            <p:nvPr/>
          </p:nvSpPr>
          <p:spPr>
            <a:xfrm>
              <a:off x="6553200" y="3152775"/>
              <a:ext cx="361950" cy="384810"/>
            </a:xfrm>
            <a:custGeom>
              <a:avLst/>
              <a:gdLst/>
              <a:ahLst/>
              <a:cxnLst/>
              <a:rect l="l" t="t" r="r" b="b"/>
              <a:pathLst>
                <a:path w="361950" h="384810">
                  <a:moveTo>
                    <a:pt x="40681" y="43479"/>
                  </a:moveTo>
                  <a:lnTo>
                    <a:pt x="42383" y="73194"/>
                  </a:lnTo>
                  <a:lnTo>
                    <a:pt x="333501" y="384428"/>
                  </a:lnTo>
                  <a:lnTo>
                    <a:pt x="361442" y="358520"/>
                  </a:lnTo>
                  <a:lnTo>
                    <a:pt x="70197" y="47159"/>
                  </a:lnTo>
                  <a:lnTo>
                    <a:pt x="40681" y="43479"/>
                  </a:lnTo>
                  <a:close/>
                </a:path>
                <a:path w="361950" h="384810">
                  <a:moveTo>
                    <a:pt x="0" y="0"/>
                  </a:moveTo>
                  <a:lnTo>
                    <a:pt x="9655" y="169163"/>
                  </a:lnTo>
                  <a:lnTo>
                    <a:pt x="9778" y="171323"/>
                  </a:lnTo>
                  <a:lnTo>
                    <a:pt x="11719" y="178657"/>
                  </a:lnTo>
                  <a:lnTo>
                    <a:pt x="16160" y="184467"/>
                  </a:lnTo>
                  <a:lnTo>
                    <a:pt x="22459" y="188182"/>
                  </a:lnTo>
                  <a:lnTo>
                    <a:pt x="29972" y="189230"/>
                  </a:lnTo>
                  <a:lnTo>
                    <a:pt x="37234" y="187362"/>
                  </a:lnTo>
                  <a:lnTo>
                    <a:pt x="43021" y="182959"/>
                  </a:lnTo>
                  <a:lnTo>
                    <a:pt x="46759" y="176674"/>
                  </a:lnTo>
                  <a:lnTo>
                    <a:pt x="47878" y="169163"/>
                  </a:lnTo>
                  <a:lnTo>
                    <a:pt x="42383" y="73194"/>
                  </a:lnTo>
                  <a:lnTo>
                    <a:pt x="6350" y="34670"/>
                  </a:lnTo>
                  <a:lnTo>
                    <a:pt x="34163" y="8636"/>
                  </a:lnTo>
                  <a:lnTo>
                    <a:pt x="69346" y="8636"/>
                  </a:lnTo>
                  <a:lnTo>
                    <a:pt x="0" y="0"/>
                  </a:lnTo>
                  <a:close/>
                </a:path>
                <a:path w="361950" h="384810">
                  <a:moveTo>
                    <a:pt x="34163" y="8636"/>
                  </a:moveTo>
                  <a:lnTo>
                    <a:pt x="6350" y="34670"/>
                  </a:lnTo>
                  <a:lnTo>
                    <a:pt x="42383" y="73194"/>
                  </a:lnTo>
                  <a:lnTo>
                    <a:pt x="40681" y="43479"/>
                  </a:lnTo>
                  <a:lnTo>
                    <a:pt x="17906" y="40639"/>
                  </a:lnTo>
                  <a:lnTo>
                    <a:pt x="39370" y="20574"/>
                  </a:lnTo>
                  <a:lnTo>
                    <a:pt x="45329" y="20574"/>
                  </a:lnTo>
                  <a:lnTo>
                    <a:pt x="34163" y="8636"/>
                  </a:lnTo>
                  <a:close/>
                </a:path>
                <a:path w="361950" h="384810">
                  <a:moveTo>
                    <a:pt x="69346" y="8636"/>
                  </a:moveTo>
                  <a:lnTo>
                    <a:pt x="34163" y="8636"/>
                  </a:lnTo>
                  <a:lnTo>
                    <a:pt x="70197" y="47159"/>
                  </a:lnTo>
                  <a:lnTo>
                    <a:pt x="165607" y="59055"/>
                  </a:lnTo>
                  <a:lnTo>
                    <a:pt x="173136" y="58473"/>
                  </a:lnTo>
                  <a:lnTo>
                    <a:pt x="179641" y="55165"/>
                  </a:lnTo>
                  <a:lnTo>
                    <a:pt x="184431" y="49643"/>
                  </a:lnTo>
                  <a:lnTo>
                    <a:pt x="186817" y="42418"/>
                  </a:lnTo>
                  <a:lnTo>
                    <a:pt x="186237" y="34889"/>
                  </a:lnTo>
                  <a:lnTo>
                    <a:pt x="182943" y="28384"/>
                  </a:lnTo>
                  <a:lnTo>
                    <a:pt x="177458" y="23594"/>
                  </a:lnTo>
                  <a:lnTo>
                    <a:pt x="170306" y="21208"/>
                  </a:lnTo>
                  <a:lnTo>
                    <a:pt x="69346" y="8636"/>
                  </a:lnTo>
                  <a:close/>
                </a:path>
                <a:path w="361950" h="384810">
                  <a:moveTo>
                    <a:pt x="45329" y="20574"/>
                  </a:moveTo>
                  <a:lnTo>
                    <a:pt x="39370" y="20574"/>
                  </a:lnTo>
                  <a:lnTo>
                    <a:pt x="40519" y="40639"/>
                  </a:lnTo>
                  <a:lnTo>
                    <a:pt x="40620" y="42418"/>
                  </a:lnTo>
                  <a:lnTo>
                    <a:pt x="40681" y="43479"/>
                  </a:lnTo>
                  <a:lnTo>
                    <a:pt x="70197" y="47159"/>
                  </a:lnTo>
                  <a:lnTo>
                    <a:pt x="45329" y="20574"/>
                  </a:lnTo>
                  <a:close/>
                </a:path>
                <a:path w="361950" h="384810">
                  <a:moveTo>
                    <a:pt x="39370" y="20574"/>
                  </a:moveTo>
                  <a:lnTo>
                    <a:pt x="17906" y="40639"/>
                  </a:lnTo>
                  <a:lnTo>
                    <a:pt x="40681" y="43479"/>
                  </a:lnTo>
                  <a:lnTo>
                    <a:pt x="39406" y="21208"/>
                  </a:lnTo>
                  <a:lnTo>
                    <a:pt x="39370" y="2057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62400" y="2819400"/>
              <a:ext cx="2619375" cy="914400"/>
            </a:xfrm>
            <a:custGeom>
              <a:avLst/>
              <a:gdLst/>
              <a:ahLst/>
              <a:cxnLst/>
              <a:rect l="l" t="t" r="r" b="b"/>
              <a:pathLst>
                <a:path w="2619375" h="914400">
                  <a:moveTo>
                    <a:pt x="0" y="738251"/>
                  </a:moveTo>
                  <a:lnTo>
                    <a:pt x="4035" y="690674"/>
                  </a:lnTo>
                  <a:lnTo>
                    <a:pt x="19793" y="648890"/>
                  </a:lnTo>
                  <a:lnTo>
                    <a:pt x="46085" y="614013"/>
                  </a:lnTo>
                  <a:lnTo>
                    <a:pt x="81722" y="587158"/>
                  </a:lnTo>
                  <a:lnTo>
                    <a:pt x="125515" y="569440"/>
                  </a:lnTo>
                  <a:lnTo>
                    <a:pt x="176275" y="561975"/>
                  </a:lnTo>
                  <a:lnTo>
                    <a:pt x="232398" y="570358"/>
                  </a:lnTo>
                  <a:lnTo>
                    <a:pt x="276215" y="588739"/>
                  </a:lnTo>
                  <a:lnTo>
                    <a:pt x="308927" y="615918"/>
                  </a:lnTo>
                  <a:lnTo>
                    <a:pt x="331733" y="650696"/>
                  </a:lnTo>
                  <a:lnTo>
                    <a:pt x="345832" y="691873"/>
                  </a:lnTo>
                  <a:lnTo>
                    <a:pt x="352425" y="738251"/>
                  </a:lnTo>
                  <a:lnTo>
                    <a:pt x="339482" y="791700"/>
                  </a:lnTo>
                  <a:lnTo>
                    <a:pt x="319795" y="835989"/>
                  </a:lnTo>
                  <a:lnTo>
                    <a:pt x="293497" y="870759"/>
                  </a:lnTo>
                  <a:lnTo>
                    <a:pt x="260721" y="895655"/>
                  </a:lnTo>
                  <a:lnTo>
                    <a:pt x="221603" y="910321"/>
                  </a:lnTo>
                  <a:lnTo>
                    <a:pt x="176275" y="914400"/>
                  </a:lnTo>
                  <a:lnTo>
                    <a:pt x="126688" y="906564"/>
                  </a:lnTo>
                  <a:lnTo>
                    <a:pt x="84883" y="888882"/>
                  </a:lnTo>
                  <a:lnTo>
                    <a:pt x="51085" y="862282"/>
                  </a:lnTo>
                  <a:lnTo>
                    <a:pt x="25522" y="827691"/>
                  </a:lnTo>
                  <a:lnTo>
                    <a:pt x="8418" y="786038"/>
                  </a:lnTo>
                  <a:lnTo>
                    <a:pt x="0" y="738251"/>
                  </a:lnTo>
                  <a:close/>
                </a:path>
                <a:path w="2619375" h="914400">
                  <a:moveTo>
                    <a:pt x="2257425" y="180975"/>
                  </a:moveTo>
                  <a:lnTo>
                    <a:pt x="2261561" y="132168"/>
                  </a:lnTo>
                  <a:lnTo>
                    <a:pt x="2277730" y="89266"/>
                  </a:lnTo>
                  <a:lnTo>
                    <a:pt x="2304716" y="53435"/>
                  </a:lnTo>
                  <a:lnTo>
                    <a:pt x="2341301" y="25837"/>
                  </a:lnTo>
                  <a:lnTo>
                    <a:pt x="2386268" y="7637"/>
                  </a:lnTo>
                  <a:lnTo>
                    <a:pt x="2438400" y="0"/>
                  </a:lnTo>
                  <a:lnTo>
                    <a:pt x="2496061" y="8598"/>
                  </a:lnTo>
                  <a:lnTo>
                    <a:pt x="2541086" y="27474"/>
                  </a:lnTo>
                  <a:lnTo>
                    <a:pt x="2574702" y="55387"/>
                  </a:lnTo>
                  <a:lnTo>
                    <a:pt x="2598137" y="91101"/>
                  </a:lnTo>
                  <a:lnTo>
                    <a:pt x="2612619" y="133376"/>
                  </a:lnTo>
                  <a:lnTo>
                    <a:pt x="2619375" y="180975"/>
                  </a:lnTo>
                  <a:lnTo>
                    <a:pt x="2606084" y="235937"/>
                  </a:lnTo>
                  <a:lnTo>
                    <a:pt x="2585861" y="281460"/>
                  </a:lnTo>
                  <a:lnTo>
                    <a:pt x="2558843" y="317182"/>
                  </a:lnTo>
                  <a:lnTo>
                    <a:pt x="2525169" y="342744"/>
                  </a:lnTo>
                  <a:lnTo>
                    <a:pt x="2484975" y="357787"/>
                  </a:lnTo>
                  <a:lnTo>
                    <a:pt x="2438400" y="361950"/>
                  </a:lnTo>
                  <a:lnTo>
                    <a:pt x="2387502" y="353906"/>
                  </a:lnTo>
                  <a:lnTo>
                    <a:pt x="2344575" y="335745"/>
                  </a:lnTo>
                  <a:lnTo>
                    <a:pt x="2309860" y="308419"/>
                  </a:lnTo>
                  <a:lnTo>
                    <a:pt x="2283601" y="272880"/>
                  </a:lnTo>
                  <a:lnTo>
                    <a:pt x="2266041" y="230081"/>
                  </a:lnTo>
                  <a:lnTo>
                    <a:pt x="2257425" y="180975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63" y="1962213"/>
              <a:ext cx="247650" cy="4095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81679" y="2286381"/>
              <a:ext cx="139700" cy="229235"/>
            </a:xfrm>
            <a:custGeom>
              <a:avLst/>
              <a:gdLst/>
              <a:ahLst/>
              <a:cxnLst/>
              <a:rect l="l" t="t" r="r" b="b"/>
              <a:pathLst>
                <a:path w="139700" h="229235">
                  <a:moveTo>
                    <a:pt x="0" y="0"/>
                  </a:moveTo>
                  <a:lnTo>
                    <a:pt x="139446" y="22910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63" y="2467038"/>
              <a:ext cx="238125" cy="1809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700526" y="255752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228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1463" y="2695638"/>
              <a:ext cx="238125" cy="1809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00526" y="2786126"/>
              <a:ext cx="76200" cy="228600"/>
            </a:xfrm>
            <a:custGeom>
              <a:avLst/>
              <a:gdLst/>
              <a:ahLst/>
              <a:cxnLst/>
              <a:rect l="l" t="t" r="r" b="b"/>
              <a:pathLst>
                <a:path w="76200" h="228600">
                  <a:moveTo>
                    <a:pt x="0" y="0"/>
                  </a:moveTo>
                  <a:lnTo>
                    <a:pt x="76200" y="228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57663" y="2924238"/>
              <a:ext cx="238125" cy="1809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776726" y="3014726"/>
              <a:ext cx="304800" cy="57150"/>
            </a:xfrm>
            <a:custGeom>
              <a:avLst/>
              <a:gdLst/>
              <a:ahLst/>
              <a:cxnLst/>
              <a:rect l="l" t="t" r="r" b="b"/>
              <a:pathLst>
                <a:path w="304800" h="57150">
                  <a:moveTo>
                    <a:pt x="0" y="0"/>
                  </a:moveTo>
                  <a:lnTo>
                    <a:pt x="304800" y="5715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2463" y="2981388"/>
              <a:ext cx="390525" cy="3524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148201" y="3243326"/>
              <a:ext cx="76200" cy="228600"/>
            </a:xfrm>
            <a:custGeom>
              <a:avLst/>
              <a:gdLst/>
              <a:ahLst/>
              <a:cxnLst/>
              <a:rect l="l" t="t" r="r" b="b"/>
              <a:pathLst>
                <a:path w="76200" h="228600">
                  <a:moveTo>
                    <a:pt x="76200" y="0"/>
                  </a:moveTo>
                  <a:lnTo>
                    <a:pt x="0" y="228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8663" y="3381438"/>
              <a:ext cx="238125" cy="1809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3888" y="1962213"/>
              <a:ext cx="238125" cy="18097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091051" y="2081276"/>
              <a:ext cx="264795" cy="165100"/>
            </a:xfrm>
            <a:custGeom>
              <a:avLst/>
              <a:gdLst/>
              <a:ahLst/>
              <a:cxnLst/>
              <a:rect l="l" t="t" r="r" b="b"/>
              <a:pathLst>
                <a:path w="264795" h="165100">
                  <a:moveTo>
                    <a:pt x="0" y="0"/>
                  </a:moveTo>
                  <a:lnTo>
                    <a:pt x="264287" y="164846"/>
                  </a:lnTo>
                </a:path>
              </a:pathLst>
            </a:custGeom>
            <a:ln w="28574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213" y="2152713"/>
              <a:ext cx="238125" cy="1809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357751" y="2243201"/>
              <a:ext cx="290830" cy="100330"/>
            </a:xfrm>
            <a:custGeom>
              <a:avLst/>
              <a:gdLst/>
              <a:ahLst/>
              <a:cxnLst/>
              <a:rect l="l" t="t" r="r" b="b"/>
              <a:pathLst>
                <a:path w="290829" h="100330">
                  <a:moveTo>
                    <a:pt x="0" y="0"/>
                  </a:moveTo>
                  <a:lnTo>
                    <a:pt x="290449" y="99949"/>
                  </a:lnTo>
                </a:path>
              </a:pathLst>
            </a:custGeom>
            <a:ln w="28575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3963" y="2247963"/>
              <a:ext cx="238125" cy="18097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653026" y="2347976"/>
              <a:ext cx="333375" cy="196850"/>
            </a:xfrm>
            <a:custGeom>
              <a:avLst/>
              <a:gdLst/>
              <a:ahLst/>
              <a:cxnLst/>
              <a:rect l="l" t="t" r="r" b="b"/>
              <a:pathLst>
                <a:path w="333375" h="196850">
                  <a:moveTo>
                    <a:pt x="0" y="0"/>
                  </a:moveTo>
                  <a:lnTo>
                    <a:pt x="333375" y="196342"/>
                  </a:lnTo>
                </a:path>
              </a:pathLst>
            </a:custGeom>
            <a:ln w="28575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863" y="2457513"/>
              <a:ext cx="238125" cy="18097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986401" y="2548001"/>
              <a:ext cx="381000" cy="171450"/>
            </a:xfrm>
            <a:custGeom>
              <a:avLst/>
              <a:gdLst/>
              <a:ahLst/>
              <a:cxnLst/>
              <a:rect l="l" t="t" r="r" b="b"/>
              <a:pathLst>
                <a:path w="381000" h="171450">
                  <a:moveTo>
                    <a:pt x="0" y="0"/>
                  </a:moveTo>
                  <a:lnTo>
                    <a:pt x="381000" y="171450"/>
                  </a:lnTo>
                </a:path>
              </a:pathLst>
            </a:custGeom>
            <a:ln w="28575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7863" y="2628963"/>
              <a:ext cx="238125" cy="1809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376926" y="2719451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381000" y="114300"/>
                  </a:lnTo>
                </a:path>
              </a:pathLst>
            </a:custGeom>
            <a:ln w="28575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8863" y="2743263"/>
              <a:ext cx="238125" cy="1809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757926" y="2833751"/>
              <a:ext cx="585470" cy="206375"/>
            </a:xfrm>
            <a:custGeom>
              <a:avLst/>
              <a:gdLst/>
              <a:ahLst/>
              <a:cxnLst/>
              <a:rect l="l" t="t" r="r" b="b"/>
              <a:pathLst>
                <a:path w="585470" h="206375">
                  <a:moveTo>
                    <a:pt x="0" y="0"/>
                  </a:moveTo>
                  <a:lnTo>
                    <a:pt x="585215" y="205867"/>
                  </a:lnTo>
                </a:path>
              </a:pathLst>
            </a:custGeom>
            <a:ln w="28574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7988" y="2971863"/>
              <a:ext cx="238125" cy="18097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727196" y="3781425"/>
              <a:ext cx="339090" cy="483234"/>
            </a:xfrm>
            <a:custGeom>
              <a:avLst/>
              <a:gdLst/>
              <a:ahLst/>
              <a:cxnLst/>
              <a:rect l="l" t="t" r="r" b="b"/>
              <a:pathLst>
                <a:path w="339089" h="483235">
                  <a:moveTo>
                    <a:pt x="285090" y="50135"/>
                  </a:moveTo>
                  <a:lnTo>
                    <a:pt x="256746" y="59201"/>
                  </a:lnTo>
                  <a:lnTo>
                    <a:pt x="0" y="462330"/>
                  </a:lnTo>
                  <a:lnTo>
                    <a:pt x="32257" y="482790"/>
                  </a:lnTo>
                  <a:lnTo>
                    <a:pt x="288878" y="79668"/>
                  </a:lnTo>
                  <a:lnTo>
                    <a:pt x="285090" y="50135"/>
                  </a:lnTo>
                  <a:close/>
                </a:path>
                <a:path w="339089" h="483235">
                  <a:moveTo>
                    <a:pt x="318898" y="14859"/>
                  </a:moveTo>
                  <a:lnTo>
                    <a:pt x="284988" y="14859"/>
                  </a:lnTo>
                  <a:lnTo>
                    <a:pt x="317118" y="35306"/>
                  </a:lnTo>
                  <a:lnTo>
                    <a:pt x="288878" y="79668"/>
                  </a:lnTo>
                  <a:lnTo>
                    <a:pt x="301116" y="175069"/>
                  </a:lnTo>
                  <a:lnTo>
                    <a:pt x="322452" y="191541"/>
                  </a:lnTo>
                  <a:lnTo>
                    <a:pt x="329602" y="189107"/>
                  </a:lnTo>
                  <a:lnTo>
                    <a:pt x="335073" y="184284"/>
                  </a:lnTo>
                  <a:lnTo>
                    <a:pt x="338329" y="177759"/>
                  </a:lnTo>
                  <a:lnTo>
                    <a:pt x="338836" y="170218"/>
                  </a:lnTo>
                  <a:lnTo>
                    <a:pt x="318898" y="14859"/>
                  </a:lnTo>
                  <a:close/>
                </a:path>
                <a:path w="339089" h="483235">
                  <a:moveTo>
                    <a:pt x="316991" y="0"/>
                  </a:moveTo>
                  <a:lnTo>
                    <a:pt x="153542" y="52196"/>
                  </a:lnTo>
                  <a:lnTo>
                    <a:pt x="146919" y="55874"/>
                  </a:lnTo>
                  <a:lnTo>
                    <a:pt x="142366" y="61610"/>
                  </a:lnTo>
                  <a:lnTo>
                    <a:pt x="140291" y="68609"/>
                  </a:lnTo>
                  <a:lnTo>
                    <a:pt x="141096" y="76072"/>
                  </a:lnTo>
                  <a:lnTo>
                    <a:pt x="144829" y="82696"/>
                  </a:lnTo>
                  <a:lnTo>
                    <a:pt x="150574" y="87249"/>
                  </a:lnTo>
                  <a:lnTo>
                    <a:pt x="157581" y="89324"/>
                  </a:lnTo>
                  <a:lnTo>
                    <a:pt x="165100" y="88518"/>
                  </a:lnTo>
                  <a:lnTo>
                    <a:pt x="256746" y="59201"/>
                  </a:lnTo>
                  <a:lnTo>
                    <a:pt x="284988" y="14859"/>
                  </a:lnTo>
                  <a:lnTo>
                    <a:pt x="318898" y="14859"/>
                  </a:lnTo>
                  <a:lnTo>
                    <a:pt x="316991" y="0"/>
                  </a:lnTo>
                  <a:close/>
                </a:path>
                <a:path w="339089" h="483235">
                  <a:moveTo>
                    <a:pt x="304945" y="27559"/>
                  </a:moveTo>
                  <a:lnTo>
                    <a:pt x="282193" y="27559"/>
                  </a:lnTo>
                  <a:lnTo>
                    <a:pt x="306831" y="43180"/>
                  </a:lnTo>
                  <a:lnTo>
                    <a:pt x="285090" y="50135"/>
                  </a:lnTo>
                  <a:lnTo>
                    <a:pt x="288878" y="79668"/>
                  </a:lnTo>
                  <a:lnTo>
                    <a:pt x="317118" y="35306"/>
                  </a:lnTo>
                  <a:lnTo>
                    <a:pt x="304945" y="27559"/>
                  </a:lnTo>
                  <a:close/>
                </a:path>
                <a:path w="339089" h="483235">
                  <a:moveTo>
                    <a:pt x="284988" y="14859"/>
                  </a:moveTo>
                  <a:lnTo>
                    <a:pt x="256746" y="59201"/>
                  </a:lnTo>
                  <a:lnTo>
                    <a:pt x="285090" y="50135"/>
                  </a:lnTo>
                  <a:lnTo>
                    <a:pt x="282193" y="27559"/>
                  </a:lnTo>
                  <a:lnTo>
                    <a:pt x="304945" y="27559"/>
                  </a:lnTo>
                  <a:lnTo>
                    <a:pt x="284988" y="14859"/>
                  </a:lnTo>
                  <a:close/>
                </a:path>
                <a:path w="339089" h="483235">
                  <a:moveTo>
                    <a:pt x="282193" y="27559"/>
                  </a:moveTo>
                  <a:lnTo>
                    <a:pt x="285090" y="50135"/>
                  </a:lnTo>
                  <a:lnTo>
                    <a:pt x="306831" y="43180"/>
                  </a:lnTo>
                  <a:lnTo>
                    <a:pt x="282193" y="2755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xfrm>
            <a:off x="2499360" y="198755"/>
            <a:ext cx="383476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/>
              <a:t>More</a:t>
            </a:r>
            <a:r>
              <a:rPr sz="2000" spc="-105" dirty="0"/>
              <a:t> </a:t>
            </a:r>
            <a:r>
              <a:rPr sz="2000" dirty="0"/>
              <a:t>than</a:t>
            </a:r>
            <a:r>
              <a:rPr sz="2000" spc="-25" dirty="0"/>
              <a:t> </a:t>
            </a:r>
            <a:r>
              <a:rPr sz="2000" dirty="0"/>
              <a:t>one</a:t>
            </a:r>
            <a:r>
              <a:rPr sz="2000" spc="-20" dirty="0"/>
              <a:t> </a:t>
            </a:r>
            <a:r>
              <a:rPr sz="2000" dirty="0"/>
              <a:t>local</a:t>
            </a:r>
            <a:r>
              <a:rPr sz="2000" spc="25" dirty="0"/>
              <a:t> </a:t>
            </a:r>
            <a:r>
              <a:rPr sz="2000" spc="-10" dirty="0"/>
              <a:t>minimum</a:t>
            </a:r>
            <a:endParaRPr sz="2000"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79" y="473276"/>
            <a:ext cx="6952711" cy="391763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952868" y="785749"/>
            <a:ext cx="20593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0096FF"/>
                </a:solidFill>
                <a:latin typeface="Verdana"/>
                <a:cs typeface="Verdana"/>
              </a:rPr>
              <a:t>convex</a:t>
            </a:r>
            <a:r>
              <a:rPr sz="2000" spc="-10" dirty="0">
                <a:solidFill>
                  <a:srgbClr val="0096FF"/>
                </a:solidFill>
                <a:latin typeface="Verdana"/>
                <a:cs typeface="Verdana"/>
              </a:rPr>
              <a:t> function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63264" y="3624897"/>
            <a:ext cx="207708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0096FF"/>
                </a:solidFill>
                <a:latin typeface="Verdana"/>
                <a:cs typeface="Verdana"/>
              </a:rPr>
              <a:t>global</a:t>
            </a:r>
            <a:r>
              <a:rPr sz="2000" spc="-80" dirty="0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96FF"/>
                </a:solidFill>
                <a:latin typeface="Verdana"/>
                <a:cs typeface="Verdana"/>
              </a:rPr>
              <a:t>minimum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77265">
              <a:lnSpc>
                <a:spcPct val="100000"/>
              </a:lnSpc>
              <a:spcBef>
                <a:spcPts val="130"/>
              </a:spcBef>
            </a:pPr>
            <a:r>
              <a:rPr sz="2000" dirty="0"/>
              <a:t>squared</a:t>
            </a:r>
            <a:r>
              <a:rPr sz="2000" spc="-105" dirty="0"/>
              <a:t> </a:t>
            </a:r>
            <a:r>
              <a:rPr sz="2000" dirty="0"/>
              <a:t>error</a:t>
            </a:r>
            <a:r>
              <a:rPr sz="2000" spc="10" dirty="0"/>
              <a:t> </a:t>
            </a:r>
            <a:r>
              <a:rPr sz="2000" spc="-20" dirty="0"/>
              <a:t>cost</a:t>
            </a:r>
            <a:endParaRPr sz="2000"/>
          </a:p>
        </p:txBody>
      </p:sp>
      <p:grpSp>
        <p:nvGrpSpPr>
          <p:cNvPr id="6" name="object 6"/>
          <p:cNvGrpSpPr/>
          <p:nvPr/>
        </p:nvGrpSpPr>
        <p:grpSpPr>
          <a:xfrm>
            <a:off x="4335373" y="386334"/>
            <a:ext cx="4566285" cy="3928745"/>
            <a:chOff x="4335373" y="386334"/>
            <a:chExt cx="4566285" cy="39287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119" y="407797"/>
              <a:ext cx="140334" cy="2159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2351" y="386334"/>
              <a:ext cx="405638" cy="23850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16927" y="397891"/>
              <a:ext cx="1484454" cy="3003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35373" y="2769509"/>
              <a:ext cx="573684" cy="9357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72175" y="4010024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24765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47650" y="304800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11290" y="3972877"/>
            <a:ext cx="1644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b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12670" y="3560508"/>
            <a:ext cx="2159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Cambria Math"/>
                <a:cs typeface="Cambria Math"/>
              </a:rPr>
              <a:t>w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061085" marR="5080" indent="-619760">
              <a:lnSpc>
                <a:spcPts val="5710"/>
              </a:lnSpc>
              <a:spcBef>
                <a:spcPts val="259"/>
              </a:spcBef>
            </a:pPr>
            <a:r>
              <a:rPr sz="4800" dirty="0">
                <a:solidFill>
                  <a:srgbClr val="0070EA"/>
                </a:solidFill>
              </a:rPr>
              <a:t>Training</a:t>
            </a:r>
            <a:r>
              <a:rPr sz="4800" spc="-90" dirty="0">
                <a:solidFill>
                  <a:srgbClr val="0070EA"/>
                </a:solidFill>
              </a:rPr>
              <a:t> </a:t>
            </a:r>
            <a:r>
              <a:rPr sz="4800" spc="-10" dirty="0">
                <a:solidFill>
                  <a:srgbClr val="0070EA"/>
                </a:solidFill>
              </a:rPr>
              <a:t>Linear Regression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441446" y="2892624"/>
            <a:ext cx="4901565" cy="1572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87145">
              <a:lnSpc>
                <a:spcPct val="115300"/>
              </a:lnSpc>
              <a:spcBef>
                <a:spcPts val="95"/>
              </a:spcBef>
            </a:pPr>
            <a:r>
              <a:rPr sz="4400" spc="-10" dirty="0">
                <a:latin typeface="Verdana"/>
                <a:cs typeface="Verdana"/>
              </a:rPr>
              <a:t>Running </a:t>
            </a:r>
            <a:r>
              <a:rPr sz="4400" dirty="0">
                <a:latin typeface="Verdana"/>
                <a:cs typeface="Verdana"/>
              </a:rPr>
              <a:t>Gradient</a:t>
            </a:r>
            <a:r>
              <a:rPr sz="4400" spc="-165" dirty="0">
                <a:latin typeface="Verdana"/>
                <a:cs typeface="Verdana"/>
              </a:rPr>
              <a:t> </a:t>
            </a:r>
            <a:r>
              <a:rPr sz="4400" spc="-10" dirty="0">
                <a:latin typeface="Verdana"/>
                <a:cs typeface="Verdana"/>
              </a:rPr>
              <a:t>Descent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7122" y="441579"/>
            <a:ext cx="5512435" cy="3968750"/>
            <a:chOff x="2297122" y="441579"/>
            <a:chExt cx="5512435" cy="3968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7122" y="441579"/>
              <a:ext cx="4770427" cy="39684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7942" y="516128"/>
              <a:ext cx="376935" cy="22288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8505" y="594614"/>
              <a:ext cx="113919" cy="689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99993" y="524764"/>
              <a:ext cx="329311" cy="1826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09441" y="507746"/>
              <a:ext cx="280162" cy="1929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4119" y="524129"/>
              <a:ext cx="332247" cy="190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33675" y="923925"/>
              <a:ext cx="171450" cy="1809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95925" y="885825"/>
              <a:ext cx="171450" cy="1809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29100" y="3286124"/>
              <a:ext cx="171450" cy="190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79516" y="2014728"/>
              <a:ext cx="351789" cy="1587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07379" y="2012315"/>
              <a:ext cx="383873" cy="1524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667245" y="1977009"/>
              <a:ext cx="42545" cy="198120"/>
            </a:xfrm>
            <a:custGeom>
              <a:avLst/>
              <a:gdLst/>
              <a:ahLst/>
              <a:cxnLst/>
              <a:rect l="l" t="t" r="r" b="b"/>
              <a:pathLst>
                <a:path w="42545" h="198119">
                  <a:moveTo>
                    <a:pt x="18923" y="178752"/>
                  </a:moveTo>
                  <a:lnTo>
                    <a:pt x="16382" y="181610"/>
                  </a:lnTo>
                  <a:lnTo>
                    <a:pt x="16479" y="186942"/>
                  </a:lnTo>
                  <a:lnTo>
                    <a:pt x="17018" y="188214"/>
                  </a:lnTo>
                  <a:lnTo>
                    <a:pt x="19233" y="191398"/>
                  </a:lnTo>
                  <a:lnTo>
                    <a:pt x="20827" y="193040"/>
                  </a:lnTo>
                  <a:lnTo>
                    <a:pt x="24000" y="196404"/>
                  </a:lnTo>
                  <a:lnTo>
                    <a:pt x="29242" y="197715"/>
                  </a:lnTo>
                  <a:lnTo>
                    <a:pt x="32003" y="197866"/>
                  </a:lnTo>
                  <a:lnTo>
                    <a:pt x="32183" y="197715"/>
                  </a:lnTo>
                  <a:lnTo>
                    <a:pt x="28569" y="197715"/>
                  </a:lnTo>
                  <a:lnTo>
                    <a:pt x="34975" y="195376"/>
                  </a:lnTo>
                  <a:lnTo>
                    <a:pt x="36702" y="193929"/>
                  </a:lnTo>
                  <a:lnTo>
                    <a:pt x="39908" y="191398"/>
                  </a:lnTo>
                  <a:lnTo>
                    <a:pt x="40894" y="190119"/>
                  </a:lnTo>
                  <a:lnTo>
                    <a:pt x="40952" y="183134"/>
                  </a:lnTo>
                  <a:lnTo>
                    <a:pt x="18923" y="183134"/>
                  </a:lnTo>
                  <a:lnTo>
                    <a:pt x="18923" y="178752"/>
                  </a:lnTo>
                  <a:close/>
                </a:path>
                <a:path w="42545" h="198119">
                  <a:moveTo>
                    <a:pt x="24000" y="196404"/>
                  </a:moveTo>
                  <a:lnTo>
                    <a:pt x="25019" y="197485"/>
                  </a:lnTo>
                  <a:lnTo>
                    <a:pt x="29242" y="197715"/>
                  </a:lnTo>
                  <a:lnTo>
                    <a:pt x="24000" y="196404"/>
                  </a:lnTo>
                  <a:close/>
                </a:path>
                <a:path w="42545" h="198119">
                  <a:moveTo>
                    <a:pt x="34975" y="195376"/>
                  </a:moveTo>
                  <a:lnTo>
                    <a:pt x="28569" y="197715"/>
                  </a:lnTo>
                  <a:lnTo>
                    <a:pt x="32183" y="197715"/>
                  </a:lnTo>
                  <a:lnTo>
                    <a:pt x="34975" y="195376"/>
                  </a:lnTo>
                  <a:close/>
                </a:path>
                <a:path w="42545" h="198119">
                  <a:moveTo>
                    <a:pt x="22025" y="194310"/>
                  </a:moveTo>
                  <a:lnTo>
                    <a:pt x="22886" y="195376"/>
                  </a:lnTo>
                  <a:lnTo>
                    <a:pt x="23805" y="196404"/>
                  </a:lnTo>
                  <a:lnTo>
                    <a:pt x="24000" y="196404"/>
                  </a:lnTo>
                  <a:lnTo>
                    <a:pt x="22025" y="194310"/>
                  </a:lnTo>
                  <a:close/>
                </a:path>
                <a:path w="42545" h="198119">
                  <a:moveTo>
                    <a:pt x="39963" y="191398"/>
                  </a:moveTo>
                  <a:lnTo>
                    <a:pt x="38150" y="192786"/>
                  </a:lnTo>
                  <a:lnTo>
                    <a:pt x="36702" y="193929"/>
                  </a:lnTo>
                  <a:lnTo>
                    <a:pt x="34975" y="195376"/>
                  </a:lnTo>
                  <a:lnTo>
                    <a:pt x="37846" y="194310"/>
                  </a:lnTo>
                  <a:lnTo>
                    <a:pt x="39963" y="191398"/>
                  </a:lnTo>
                  <a:close/>
                </a:path>
                <a:path w="42545" h="198119">
                  <a:moveTo>
                    <a:pt x="16479" y="186942"/>
                  </a:moveTo>
                  <a:lnTo>
                    <a:pt x="16509" y="188595"/>
                  </a:lnTo>
                  <a:lnTo>
                    <a:pt x="19233" y="191398"/>
                  </a:lnTo>
                  <a:lnTo>
                    <a:pt x="17018" y="188214"/>
                  </a:lnTo>
                  <a:lnTo>
                    <a:pt x="16479" y="186942"/>
                  </a:lnTo>
                  <a:close/>
                </a:path>
                <a:path w="42545" h="198119">
                  <a:moveTo>
                    <a:pt x="40969" y="181116"/>
                  </a:moveTo>
                  <a:lnTo>
                    <a:pt x="40894" y="190119"/>
                  </a:lnTo>
                  <a:lnTo>
                    <a:pt x="39963" y="191398"/>
                  </a:lnTo>
                  <a:lnTo>
                    <a:pt x="41528" y="190119"/>
                  </a:lnTo>
                  <a:lnTo>
                    <a:pt x="42418" y="183134"/>
                  </a:lnTo>
                  <a:lnTo>
                    <a:pt x="40969" y="181116"/>
                  </a:lnTo>
                  <a:close/>
                </a:path>
                <a:path w="42545" h="198119">
                  <a:moveTo>
                    <a:pt x="761" y="14414"/>
                  </a:moveTo>
                  <a:lnTo>
                    <a:pt x="804" y="34524"/>
                  </a:lnTo>
                  <a:lnTo>
                    <a:pt x="987" y="41021"/>
                  </a:lnTo>
                  <a:lnTo>
                    <a:pt x="1024" y="42332"/>
                  </a:lnTo>
                  <a:lnTo>
                    <a:pt x="1391" y="66548"/>
                  </a:lnTo>
                  <a:lnTo>
                    <a:pt x="1742" y="79469"/>
                  </a:lnTo>
                  <a:lnTo>
                    <a:pt x="1777" y="81407"/>
                  </a:lnTo>
                  <a:lnTo>
                    <a:pt x="2794" y="96139"/>
                  </a:lnTo>
                  <a:lnTo>
                    <a:pt x="5046" y="121168"/>
                  </a:lnTo>
                  <a:lnTo>
                    <a:pt x="5079" y="121920"/>
                  </a:lnTo>
                  <a:lnTo>
                    <a:pt x="6857" y="136652"/>
                  </a:lnTo>
                  <a:lnTo>
                    <a:pt x="6984" y="137160"/>
                  </a:lnTo>
                  <a:lnTo>
                    <a:pt x="9989" y="156145"/>
                  </a:lnTo>
                  <a:lnTo>
                    <a:pt x="10795" y="162687"/>
                  </a:lnTo>
                  <a:lnTo>
                    <a:pt x="12161" y="170307"/>
                  </a:lnTo>
                  <a:lnTo>
                    <a:pt x="12475" y="171958"/>
                  </a:lnTo>
                  <a:lnTo>
                    <a:pt x="13013" y="175006"/>
                  </a:lnTo>
                  <a:lnTo>
                    <a:pt x="13125" y="175641"/>
                  </a:lnTo>
                  <a:lnTo>
                    <a:pt x="13237" y="176276"/>
                  </a:lnTo>
                  <a:lnTo>
                    <a:pt x="13327" y="176784"/>
                  </a:lnTo>
                  <a:lnTo>
                    <a:pt x="16479" y="186942"/>
                  </a:lnTo>
                  <a:lnTo>
                    <a:pt x="16382" y="181610"/>
                  </a:lnTo>
                  <a:lnTo>
                    <a:pt x="18923" y="178752"/>
                  </a:lnTo>
                  <a:lnTo>
                    <a:pt x="18828" y="175641"/>
                  </a:lnTo>
                  <a:lnTo>
                    <a:pt x="18128" y="167132"/>
                  </a:lnTo>
                  <a:lnTo>
                    <a:pt x="18033" y="165989"/>
                  </a:lnTo>
                  <a:lnTo>
                    <a:pt x="22605" y="160655"/>
                  </a:lnTo>
                  <a:lnTo>
                    <a:pt x="34785" y="159650"/>
                  </a:lnTo>
                  <a:lnTo>
                    <a:pt x="34726" y="158996"/>
                  </a:lnTo>
                  <a:lnTo>
                    <a:pt x="33654" y="151257"/>
                  </a:lnTo>
                  <a:lnTo>
                    <a:pt x="33654" y="150876"/>
                  </a:lnTo>
                  <a:lnTo>
                    <a:pt x="31014" y="134918"/>
                  </a:lnTo>
                  <a:lnTo>
                    <a:pt x="29327" y="121920"/>
                  </a:lnTo>
                  <a:lnTo>
                    <a:pt x="29236" y="121168"/>
                  </a:lnTo>
                  <a:lnTo>
                    <a:pt x="29083" y="119389"/>
                  </a:lnTo>
                  <a:lnTo>
                    <a:pt x="29040" y="119071"/>
                  </a:lnTo>
                  <a:lnTo>
                    <a:pt x="26924" y="94234"/>
                  </a:lnTo>
                  <a:lnTo>
                    <a:pt x="25920" y="81407"/>
                  </a:lnTo>
                  <a:lnTo>
                    <a:pt x="25820" y="80133"/>
                  </a:lnTo>
                  <a:lnTo>
                    <a:pt x="25768" y="79469"/>
                  </a:lnTo>
                  <a:lnTo>
                    <a:pt x="25534" y="66929"/>
                  </a:lnTo>
                  <a:lnTo>
                    <a:pt x="25160" y="42332"/>
                  </a:lnTo>
                  <a:lnTo>
                    <a:pt x="25146" y="41021"/>
                  </a:lnTo>
                  <a:lnTo>
                    <a:pt x="24774" y="34524"/>
                  </a:lnTo>
                  <a:lnTo>
                    <a:pt x="24673" y="27178"/>
                  </a:lnTo>
                  <a:lnTo>
                    <a:pt x="13843" y="27178"/>
                  </a:lnTo>
                  <a:lnTo>
                    <a:pt x="6730" y="26162"/>
                  </a:lnTo>
                  <a:lnTo>
                    <a:pt x="3809" y="23749"/>
                  </a:lnTo>
                  <a:lnTo>
                    <a:pt x="1777" y="18288"/>
                  </a:lnTo>
                  <a:lnTo>
                    <a:pt x="1554" y="17507"/>
                  </a:lnTo>
                  <a:lnTo>
                    <a:pt x="761" y="14414"/>
                  </a:lnTo>
                  <a:close/>
                </a:path>
                <a:path w="42545" h="198119">
                  <a:moveTo>
                    <a:pt x="21717" y="175641"/>
                  </a:moveTo>
                  <a:lnTo>
                    <a:pt x="18923" y="178752"/>
                  </a:lnTo>
                  <a:lnTo>
                    <a:pt x="18923" y="183134"/>
                  </a:lnTo>
                  <a:lnTo>
                    <a:pt x="21622" y="175895"/>
                  </a:lnTo>
                  <a:lnTo>
                    <a:pt x="21717" y="175641"/>
                  </a:lnTo>
                  <a:close/>
                </a:path>
                <a:path w="42545" h="198119">
                  <a:moveTo>
                    <a:pt x="38001" y="175641"/>
                  </a:moveTo>
                  <a:lnTo>
                    <a:pt x="21717" y="175641"/>
                  </a:lnTo>
                  <a:lnTo>
                    <a:pt x="18923" y="183134"/>
                  </a:lnTo>
                  <a:lnTo>
                    <a:pt x="40952" y="183134"/>
                  </a:lnTo>
                  <a:lnTo>
                    <a:pt x="40969" y="181116"/>
                  </a:lnTo>
                  <a:lnTo>
                    <a:pt x="39682" y="179324"/>
                  </a:lnTo>
                  <a:lnTo>
                    <a:pt x="39115" y="179324"/>
                  </a:lnTo>
                  <a:lnTo>
                    <a:pt x="37592" y="176276"/>
                  </a:lnTo>
                  <a:lnTo>
                    <a:pt x="38203" y="176276"/>
                  </a:lnTo>
                  <a:lnTo>
                    <a:pt x="38082" y="175895"/>
                  </a:lnTo>
                  <a:lnTo>
                    <a:pt x="38001" y="175641"/>
                  </a:lnTo>
                  <a:close/>
                </a:path>
                <a:path w="42545" h="198119">
                  <a:moveTo>
                    <a:pt x="34938" y="159650"/>
                  </a:moveTo>
                  <a:lnTo>
                    <a:pt x="34963" y="160655"/>
                  </a:lnTo>
                  <a:lnTo>
                    <a:pt x="36068" y="166878"/>
                  </a:lnTo>
                  <a:lnTo>
                    <a:pt x="36068" y="167132"/>
                  </a:lnTo>
                  <a:lnTo>
                    <a:pt x="36919" y="171958"/>
                  </a:lnTo>
                  <a:lnTo>
                    <a:pt x="37031" y="172590"/>
                  </a:lnTo>
                  <a:lnTo>
                    <a:pt x="38607" y="177546"/>
                  </a:lnTo>
                  <a:lnTo>
                    <a:pt x="38741" y="178013"/>
                  </a:lnTo>
                  <a:lnTo>
                    <a:pt x="40969" y="181116"/>
                  </a:lnTo>
                  <a:lnTo>
                    <a:pt x="40856" y="171958"/>
                  </a:lnTo>
                  <a:lnTo>
                    <a:pt x="40767" y="170307"/>
                  </a:lnTo>
                  <a:lnTo>
                    <a:pt x="40258" y="164211"/>
                  </a:lnTo>
                  <a:lnTo>
                    <a:pt x="34938" y="159650"/>
                  </a:lnTo>
                  <a:close/>
                </a:path>
                <a:path w="42545" h="198119">
                  <a:moveTo>
                    <a:pt x="38875" y="178200"/>
                  </a:moveTo>
                  <a:lnTo>
                    <a:pt x="38952" y="178752"/>
                  </a:lnTo>
                  <a:lnTo>
                    <a:pt x="39043" y="179070"/>
                  </a:lnTo>
                  <a:lnTo>
                    <a:pt x="39115" y="179324"/>
                  </a:lnTo>
                  <a:lnTo>
                    <a:pt x="39682" y="179324"/>
                  </a:lnTo>
                  <a:lnTo>
                    <a:pt x="38875" y="178200"/>
                  </a:lnTo>
                  <a:close/>
                </a:path>
                <a:path w="42545" h="198119">
                  <a:moveTo>
                    <a:pt x="34785" y="159650"/>
                  </a:moveTo>
                  <a:lnTo>
                    <a:pt x="22605" y="160655"/>
                  </a:lnTo>
                  <a:lnTo>
                    <a:pt x="18033" y="165989"/>
                  </a:lnTo>
                  <a:lnTo>
                    <a:pt x="18389" y="170307"/>
                  </a:lnTo>
                  <a:lnTo>
                    <a:pt x="18452" y="171069"/>
                  </a:lnTo>
                  <a:lnTo>
                    <a:pt x="18577" y="172590"/>
                  </a:lnTo>
                  <a:lnTo>
                    <a:pt x="18661" y="173609"/>
                  </a:lnTo>
                  <a:lnTo>
                    <a:pt x="18776" y="175006"/>
                  </a:lnTo>
                  <a:lnTo>
                    <a:pt x="18828" y="175641"/>
                  </a:lnTo>
                  <a:lnTo>
                    <a:pt x="18923" y="178752"/>
                  </a:lnTo>
                  <a:lnTo>
                    <a:pt x="21717" y="175641"/>
                  </a:lnTo>
                  <a:lnTo>
                    <a:pt x="38001" y="175641"/>
                  </a:lnTo>
                  <a:lnTo>
                    <a:pt x="37355" y="173609"/>
                  </a:lnTo>
                  <a:lnTo>
                    <a:pt x="37210" y="173609"/>
                  </a:lnTo>
                  <a:lnTo>
                    <a:pt x="36829" y="171958"/>
                  </a:lnTo>
                  <a:lnTo>
                    <a:pt x="36762" y="171069"/>
                  </a:lnTo>
                  <a:lnTo>
                    <a:pt x="36068" y="167132"/>
                  </a:lnTo>
                  <a:lnTo>
                    <a:pt x="36068" y="166878"/>
                  </a:lnTo>
                  <a:lnTo>
                    <a:pt x="34785" y="159650"/>
                  </a:lnTo>
                  <a:close/>
                </a:path>
                <a:path w="42545" h="198119">
                  <a:moveTo>
                    <a:pt x="38068" y="177038"/>
                  </a:moveTo>
                  <a:lnTo>
                    <a:pt x="38226" y="177546"/>
                  </a:lnTo>
                  <a:lnTo>
                    <a:pt x="38830" y="178752"/>
                  </a:lnTo>
                  <a:lnTo>
                    <a:pt x="38741" y="178013"/>
                  </a:lnTo>
                  <a:lnTo>
                    <a:pt x="38385" y="177546"/>
                  </a:lnTo>
                  <a:lnTo>
                    <a:pt x="38068" y="177038"/>
                  </a:lnTo>
                  <a:close/>
                </a:path>
                <a:path w="42545" h="198119">
                  <a:moveTo>
                    <a:pt x="38203" y="176276"/>
                  </a:moveTo>
                  <a:lnTo>
                    <a:pt x="37592" y="176276"/>
                  </a:lnTo>
                  <a:lnTo>
                    <a:pt x="38677" y="178013"/>
                  </a:lnTo>
                  <a:lnTo>
                    <a:pt x="38607" y="177546"/>
                  </a:lnTo>
                  <a:lnTo>
                    <a:pt x="38203" y="176276"/>
                  </a:lnTo>
                  <a:close/>
                </a:path>
                <a:path w="42545" h="198119">
                  <a:moveTo>
                    <a:pt x="37031" y="172590"/>
                  </a:moveTo>
                  <a:lnTo>
                    <a:pt x="37210" y="173609"/>
                  </a:lnTo>
                  <a:lnTo>
                    <a:pt x="37355" y="173609"/>
                  </a:lnTo>
                  <a:lnTo>
                    <a:pt x="37031" y="172590"/>
                  </a:lnTo>
                  <a:close/>
                </a:path>
                <a:path w="42545" h="198119">
                  <a:moveTo>
                    <a:pt x="14304" y="346"/>
                  </a:moveTo>
                  <a:lnTo>
                    <a:pt x="10540" y="1016"/>
                  </a:lnTo>
                  <a:lnTo>
                    <a:pt x="7455" y="1647"/>
                  </a:lnTo>
                  <a:lnTo>
                    <a:pt x="5079" y="3683"/>
                  </a:lnTo>
                  <a:lnTo>
                    <a:pt x="1524" y="6604"/>
                  </a:lnTo>
                  <a:lnTo>
                    <a:pt x="761" y="9017"/>
                  </a:lnTo>
                  <a:lnTo>
                    <a:pt x="761" y="14414"/>
                  </a:lnTo>
                  <a:lnTo>
                    <a:pt x="13843" y="27178"/>
                  </a:lnTo>
                  <a:lnTo>
                    <a:pt x="17272" y="25654"/>
                  </a:lnTo>
                  <a:lnTo>
                    <a:pt x="18643" y="23749"/>
                  </a:lnTo>
                  <a:lnTo>
                    <a:pt x="17652" y="23749"/>
                  </a:lnTo>
                  <a:lnTo>
                    <a:pt x="20700" y="20955"/>
                  </a:lnTo>
                  <a:lnTo>
                    <a:pt x="22225" y="20955"/>
                  </a:lnTo>
                  <a:lnTo>
                    <a:pt x="23875" y="19939"/>
                  </a:lnTo>
                  <a:lnTo>
                    <a:pt x="24686" y="17507"/>
                  </a:lnTo>
                  <a:lnTo>
                    <a:pt x="24650" y="10542"/>
                  </a:lnTo>
                  <a:lnTo>
                    <a:pt x="22377" y="4576"/>
                  </a:lnTo>
                  <a:lnTo>
                    <a:pt x="21971" y="3937"/>
                  </a:lnTo>
                  <a:lnTo>
                    <a:pt x="18059" y="2159"/>
                  </a:lnTo>
                  <a:lnTo>
                    <a:pt x="14304" y="346"/>
                  </a:lnTo>
                  <a:close/>
                </a:path>
                <a:path w="42545" h="198119">
                  <a:moveTo>
                    <a:pt x="24686" y="17507"/>
                  </a:moveTo>
                  <a:lnTo>
                    <a:pt x="23875" y="19939"/>
                  </a:lnTo>
                  <a:lnTo>
                    <a:pt x="19374" y="22733"/>
                  </a:lnTo>
                  <a:lnTo>
                    <a:pt x="17272" y="25654"/>
                  </a:lnTo>
                  <a:lnTo>
                    <a:pt x="13843" y="27178"/>
                  </a:lnTo>
                  <a:lnTo>
                    <a:pt x="24673" y="27178"/>
                  </a:lnTo>
                  <a:lnTo>
                    <a:pt x="24686" y="17507"/>
                  </a:lnTo>
                  <a:close/>
                </a:path>
                <a:path w="42545" h="198119">
                  <a:moveTo>
                    <a:pt x="20700" y="20955"/>
                  </a:moveTo>
                  <a:lnTo>
                    <a:pt x="17652" y="23749"/>
                  </a:lnTo>
                  <a:lnTo>
                    <a:pt x="19335" y="22733"/>
                  </a:lnTo>
                  <a:lnTo>
                    <a:pt x="20700" y="20955"/>
                  </a:lnTo>
                  <a:close/>
                </a:path>
                <a:path w="42545" h="198119">
                  <a:moveTo>
                    <a:pt x="19374" y="22733"/>
                  </a:moveTo>
                  <a:lnTo>
                    <a:pt x="17652" y="23749"/>
                  </a:lnTo>
                  <a:lnTo>
                    <a:pt x="18643" y="23749"/>
                  </a:lnTo>
                  <a:lnTo>
                    <a:pt x="19374" y="22733"/>
                  </a:lnTo>
                  <a:close/>
                </a:path>
                <a:path w="42545" h="198119">
                  <a:moveTo>
                    <a:pt x="22225" y="20955"/>
                  </a:moveTo>
                  <a:lnTo>
                    <a:pt x="20700" y="20955"/>
                  </a:lnTo>
                  <a:lnTo>
                    <a:pt x="19430" y="22733"/>
                  </a:lnTo>
                  <a:lnTo>
                    <a:pt x="22225" y="20955"/>
                  </a:lnTo>
                  <a:close/>
                </a:path>
                <a:path w="42545" h="198119">
                  <a:moveTo>
                    <a:pt x="24650" y="10542"/>
                  </a:moveTo>
                  <a:lnTo>
                    <a:pt x="24686" y="17507"/>
                  </a:lnTo>
                  <a:lnTo>
                    <a:pt x="25907" y="13843"/>
                  </a:lnTo>
                  <a:lnTo>
                    <a:pt x="24650" y="10542"/>
                  </a:lnTo>
                  <a:close/>
                </a:path>
                <a:path w="42545" h="198119">
                  <a:moveTo>
                    <a:pt x="761" y="9017"/>
                  </a:moveTo>
                  <a:lnTo>
                    <a:pt x="0" y="11430"/>
                  </a:lnTo>
                  <a:lnTo>
                    <a:pt x="761" y="14414"/>
                  </a:lnTo>
                  <a:lnTo>
                    <a:pt x="761" y="9017"/>
                  </a:lnTo>
                  <a:close/>
                </a:path>
                <a:path w="42545" h="198119">
                  <a:moveTo>
                    <a:pt x="22377" y="4576"/>
                  </a:moveTo>
                  <a:lnTo>
                    <a:pt x="24650" y="10542"/>
                  </a:lnTo>
                  <a:lnTo>
                    <a:pt x="24637" y="8128"/>
                  </a:lnTo>
                  <a:lnTo>
                    <a:pt x="22377" y="4576"/>
                  </a:lnTo>
                  <a:close/>
                </a:path>
                <a:path w="42545" h="198119">
                  <a:moveTo>
                    <a:pt x="7455" y="1647"/>
                  </a:moveTo>
                  <a:lnTo>
                    <a:pt x="4952" y="2159"/>
                  </a:lnTo>
                  <a:lnTo>
                    <a:pt x="761" y="6985"/>
                  </a:lnTo>
                  <a:lnTo>
                    <a:pt x="761" y="9017"/>
                  </a:lnTo>
                  <a:lnTo>
                    <a:pt x="1403" y="6985"/>
                  </a:lnTo>
                  <a:lnTo>
                    <a:pt x="1524" y="6604"/>
                  </a:lnTo>
                  <a:lnTo>
                    <a:pt x="5079" y="3683"/>
                  </a:lnTo>
                  <a:lnTo>
                    <a:pt x="7455" y="1647"/>
                  </a:lnTo>
                  <a:close/>
                </a:path>
                <a:path w="42545" h="198119">
                  <a:moveTo>
                    <a:pt x="16255" y="0"/>
                  </a:moveTo>
                  <a:lnTo>
                    <a:pt x="14304" y="346"/>
                  </a:lnTo>
                  <a:lnTo>
                    <a:pt x="18059" y="2159"/>
                  </a:lnTo>
                  <a:lnTo>
                    <a:pt x="21971" y="3937"/>
                  </a:lnTo>
                  <a:lnTo>
                    <a:pt x="22377" y="4576"/>
                  </a:lnTo>
                  <a:lnTo>
                    <a:pt x="21844" y="3175"/>
                  </a:lnTo>
                  <a:lnTo>
                    <a:pt x="16255" y="0"/>
                  </a:lnTo>
                  <a:close/>
                </a:path>
                <a:path w="42545" h="198119">
                  <a:moveTo>
                    <a:pt x="13588" y="0"/>
                  </a:moveTo>
                  <a:lnTo>
                    <a:pt x="8635" y="635"/>
                  </a:lnTo>
                  <a:lnTo>
                    <a:pt x="7455" y="1647"/>
                  </a:lnTo>
                  <a:lnTo>
                    <a:pt x="10540" y="1016"/>
                  </a:lnTo>
                  <a:lnTo>
                    <a:pt x="14304" y="346"/>
                  </a:lnTo>
                  <a:lnTo>
                    <a:pt x="1358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48735" y="550672"/>
              <a:ext cx="760638" cy="20739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883154" y="2465641"/>
            <a:ext cx="829944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size</a:t>
            </a:r>
            <a:r>
              <a:rPr sz="950" spc="5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in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10" dirty="0">
                <a:latin typeface="Verdana"/>
                <a:cs typeface="Verdana"/>
              </a:rPr>
              <a:t>feet</a:t>
            </a:r>
            <a:r>
              <a:rPr sz="975" spc="-15" baseline="25641" dirty="0">
                <a:latin typeface="Cambria Math"/>
                <a:cs typeface="Cambria Math"/>
              </a:rPr>
              <a:t>2</a:t>
            </a:r>
            <a:endParaRPr sz="975" baseline="25641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3980" y="1257300"/>
            <a:ext cx="48450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Verdana"/>
                <a:cs typeface="Verdana"/>
              </a:rPr>
              <a:t>pric</a:t>
            </a:r>
            <a:r>
              <a:rPr sz="950" spc="-235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33927" y="208788"/>
            <a:ext cx="434340" cy="167640"/>
          </a:xfrm>
          <a:custGeom>
            <a:avLst/>
            <a:gdLst/>
            <a:ahLst/>
            <a:cxnLst/>
            <a:rect l="l" t="t" r="r" b="b"/>
            <a:pathLst>
              <a:path w="434339" h="167640">
                <a:moveTo>
                  <a:pt x="380364" y="0"/>
                </a:moveTo>
                <a:lnTo>
                  <a:pt x="378079" y="6858"/>
                </a:lnTo>
                <a:lnTo>
                  <a:pt x="387772" y="11076"/>
                </a:lnTo>
                <a:lnTo>
                  <a:pt x="396097" y="16890"/>
                </a:lnTo>
                <a:lnTo>
                  <a:pt x="416115" y="55705"/>
                </a:lnTo>
                <a:lnTo>
                  <a:pt x="417943" y="68540"/>
                </a:lnTo>
                <a:lnTo>
                  <a:pt x="417972" y="68744"/>
                </a:lnTo>
                <a:lnTo>
                  <a:pt x="418592" y="83058"/>
                </a:lnTo>
                <a:lnTo>
                  <a:pt x="417972" y="97819"/>
                </a:lnTo>
                <a:lnTo>
                  <a:pt x="416115" y="111236"/>
                </a:lnTo>
                <a:lnTo>
                  <a:pt x="396081" y="150780"/>
                </a:lnTo>
                <a:lnTo>
                  <a:pt x="378333" y="160909"/>
                </a:lnTo>
                <a:lnTo>
                  <a:pt x="380364" y="167639"/>
                </a:lnTo>
                <a:lnTo>
                  <a:pt x="420116" y="138429"/>
                </a:lnTo>
                <a:lnTo>
                  <a:pt x="432974" y="99353"/>
                </a:lnTo>
                <a:lnTo>
                  <a:pt x="433832" y="83947"/>
                </a:lnTo>
                <a:lnTo>
                  <a:pt x="432984" y="68744"/>
                </a:lnTo>
                <a:lnTo>
                  <a:pt x="432972" y="68540"/>
                </a:lnTo>
                <a:lnTo>
                  <a:pt x="419988" y="29463"/>
                </a:lnTo>
                <a:lnTo>
                  <a:pt x="392557" y="4407"/>
                </a:lnTo>
                <a:lnTo>
                  <a:pt x="380364" y="0"/>
                </a:lnTo>
                <a:close/>
              </a:path>
              <a:path w="434339" h="167640">
                <a:moveTo>
                  <a:pt x="53467" y="0"/>
                </a:moveTo>
                <a:lnTo>
                  <a:pt x="13843" y="29463"/>
                </a:lnTo>
                <a:lnTo>
                  <a:pt x="877" y="68540"/>
                </a:lnTo>
                <a:lnTo>
                  <a:pt x="50" y="83058"/>
                </a:lnTo>
                <a:lnTo>
                  <a:pt x="0" y="83947"/>
                </a:lnTo>
                <a:lnTo>
                  <a:pt x="7822" y="126595"/>
                </a:lnTo>
                <a:lnTo>
                  <a:pt x="41275" y="163308"/>
                </a:lnTo>
                <a:lnTo>
                  <a:pt x="53467" y="167639"/>
                </a:lnTo>
                <a:lnTo>
                  <a:pt x="55625" y="160909"/>
                </a:lnTo>
                <a:lnTo>
                  <a:pt x="46079" y="156666"/>
                </a:lnTo>
                <a:lnTo>
                  <a:pt x="37830" y="150780"/>
                </a:lnTo>
                <a:lnTo>
                  <a:pt x="17843" y="111236"/>
                </a:lnTo>
                <a:lnTo>
                  <a:pt x="15404" y="83947"/>
                </a:lnTo>
                <a:lnTo>
                  <a:pt x="15367" y="83058"/>
                </a:lnTo>
                <a:lnTo>
                  <a:pt x="20939" y="43928"/>
                </a:lnTo>
                <a:lnTo>
                  <a:pt x="46239" y="11076"/>
                </a:lnTo>
                <a:lnTo>
                  <a:pt x="55880" y="6858"/>
                </a:lnTo>
                <a:lnTo>
                  <a:pt x="53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887726" y="152717"/>
            <a:ext cx="7677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94858" y="209550"/>
            <a:ext cx="415290" cy="167640"/>
          </a:xfrm>
          <a:custGeom>
            <a:avLst/>
            <a:gdLst/>
            <a:ahLst/>
            <a:cxnLst/>
            <a:rect l="l" t="t" r="r" b="b"/>
            <a:pathLst>
              <a:path w="415289" h="167640">
                <a:moveTo>
                  <a:pt x="361314" y="0"/>
                </a:moveTo>
                <a:lnTo>
                  <a:pt x="358901" y="6858"/>
                </a:lnTo>
                <a:lnTo>
                  <a:pt x="368615" y="11023"/>
                </a:lnTo>
                <a:lnTo>
                  <a:pt x="376983" y="16843"/>
                </a:lnTo>
                <a:lnTo>
                  <a:pt x="397065" y="55641"/>
                </a:lnTo>
                <a:lnTo>
                  <a:pt x="399541" y="82930"/>
                </a:lnTo>
                <a:lnTo>
                  <a:pt x="398920" y="97766"/>
                </a:lnTo>
                <a:lnTo>
                  <a:pt x="383909" y="143172"/>
                </a:lnTo>
                <a:lnTo>
                  <a:pt x="359155" y="160782"/>
                </a:lnTo>
                <a:lnTo>
                  <a:pt x="361314" y="167639"/>
                </a:lnTo>
                <a:lnTo>
                  <a:pt x="401065" y="138302"/>
                </a:lnTo>
                <a:lnTo>
                  <a:pt x="413924" y="99226"/>
                </a:lnTo>
                <a:lnTo>
                  <a:pt x="414781" y="83820"/>
                </a:lnTo>
                <a:lnTo>
                  <a:pt x="413933" y="68673"/>
                </a:lnTo>
                <a:lnTo>
                  <a:pt x="413922" y="68484"/>
                </a:lnTo>
                <a:lnTo>
                  <a:pt x="400938" y="29337"/>
                </a:lnTo>
                <a:lnTo>
                  <a:pt x="373506" y="4405"/>
                </a:lnTo>
                <a:lnTo>
                  <a:pt x="361314" y="0"/>
                </a:lnTo>
                <a:close/>
              </a:path>
              <a:path w="415289" h="167640">
                <a:moveTo>
                  <a:pt x="53466" y="0"/>
                </a:moveTo>
                <a:lnTo>
                  <a:pt x="13842" y="29337"/>
                </a:lnTo>
                <a:lnTo>
                  <a:pt x="859" y="68484"/>
                </a:lnTo>
                <a:lnTo>
                  <a:pt x="49" y="82930"/>
                </a:lnTo>
                <a:lnTo>
                  <a:pt x="0" y="83820"/>
                </a:lnTo>
                <a:lnTo>
                  <a:pt x="777" y="97766"/>
                </a:lnTo>
                <a:lnTo>
                  <a:pt x="859" y="99226"/>
                </a:lnTo>
                <a:lnTo>
                  <a:pt x="3444" y="113442"/>
                </a:lnTo>
                <a:lnTo>
                  <a:pt x="21463" y="148566"/>
                </a:lnTo>
                <a:lnTo>
                  <a:pt x="53466" y="167639"/>
                </a:lnTo>
                <a:lnTo>
                  <a:pt x="55625" y="160782"/>
                </a:lnTo>
                <a:lnTo>
                  <a:pt x="46079" y="156594"/>
                </a:lnTo>
                <a:lnTo>
                  <a:pt x="37830" y="150717"/>
                </a:lnTo>
                <a:lnTo>
                  <a:pt x="17843" y="111220"/>
                </a:lnTo>
                <a:lnTo>
                  <a:pt x="15366" y="82930"/>
                </a:lnTo>
                <a:lnTo>
                  <a:pt x="15986" y="68673"/>
                </a:lnTo>
                <a:lnTo>
                  <a:pt x="30894" y="24306"/>
                </a:lnTo>
                <a:lnTo>
                  <a:pt x="55879" y="6858"/>
                </a:lnTo>
                <a:lnTo>
                  <a:pt x="53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495925" y="153352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347083" y="2507360"/>
            <a:ext cx="415290" cy="167640"/>
          </a:xfrm>
          <a:custGeom>
            <a:avLst/>
            <a:gdLst/>
            <a:ahLst/>
            <a:cxnLst/>
            <a:rect l="l" t="t" r="r" b="b"/>
            <a:pathLst>
              <a:path w="415289" h="167639">
                <a:moveTo>
                  <a:pt x="361314" y="0"/>
                </a:moveTo>
                <a:lnTo>
                  <a:pt x="359028" y="6731"/>
                </a:lnTo>
                <a:lnTo>
                  <a:pt x="368722" y="10967"/>
                </a:lnTo>
                <a:lnTo>
                  <a:pt x="377047" y="16811"/>
                </a:lnTo>
                <a:lnTo>
                  <a:pt x="397065" y="55578"/>
                </a:lnTo>
                <a:lnTo>
                  <a:pt x="399541" y="82931"/>
                </a:lnTo>
                <a:lnTo>
                  <a:pt x="398922" y="97692"/>
                </a:lnTo>
                <a:lnTo>
                  <a:pt x="383964" y="143101"/>
                </a:lnTo>
                <a:lnTo>
                  <a:pt x="359282" y="160781"/>
                </a:lnTo>
                <a:lnTo>
                  <a:pt x="361314" y="167512"/>
                </a:lnTo>
                <a:lnTo>
                  <a:pt x="401065" y="138302"/>
                </a:lnTo>
                <a:lnTo>
                  <a:pt x="413924" y="99226"/>
                </a:lnTo>
                <a:lnTo>
                  <a:pt x="414781" y="83819"/>
                </a:lnTo>
                <a:lnTo>
                  <a:pt x="413934" y="68617"/>
                </a:lnTo>
                <a:lnTo>
                  <a:pt x="413922" y="68413"/>
                </a:lnTo>
                <a:lnTo>
                  <a:pt x="400938" y="29337"/>
                </a:lnTo>
                <a:lnTo>
                  <a:pt x="373506" y="4333"/>
                </a:lnTo>
                <a:lnTo>
                  <a:pt x="361314" y="0"/>
                </a:lnTo>
                <a:close/>
              </a:path>
              <a:path w="415289" h="167639">
                <a:moveTo>
                  <a:pt x="53466" y="0"/>
                </a:moveTo>
                <a:lnTo>
                  <a:pt x="13842" y="29337"/>
                </a:lnTo>
                <a:lnTo>
                  <a:pt x="877" y="68413"/>
                </a:lnTo>
                <a:lnTo>
                  <a:pt x="0" y="83819"/>
                </a:lnTo>
                <a:lnTo>
                  <a:pt x="773" y="97692"/>
                </a:lnTo>
                <a:lnTo>
                  <a:pt x="13842" y="138302"/>
                </a:lnTo>
                <a:lnTo>
                  <a:pt x="53466" y="167512"/>
                </a:lnTo>
                <a:lnTo>
                  <a:pt x="55625" y="160781"/>
                </a:lnTo>
                <a:lnTo>
                  <a:pt x="46079" y="156539"/>
                </a:lnTo>
                <a:lnTo>
                  <a:pt x="37830" y="150653"/>
                </a:lnTo>
                <a:lnTo>
                  <a:pt x="17843" y="111109"/>
                </a:lnTo>
                <a:lnTo>
                  <a:pt x="15404" y="83819"/>
                </a:lnTo>
                <a:lnTo>
                  <a:pt x="15366" y="82931"/>
                </a:lnTo>
                <a:lnTo>
                  <a:pt x="20939" y="43801"/>
                </a:lnTo>
                <a:lnTo>
                  <a:pt x="46239" y="10967"/>
                </a:lnTo>
                <a:lnTo>
                  <a:pt x="55879" y="6731"/>
                </a:lnTo>
                <a:lnTo>
                  <a:pt x="53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246879" y="2455481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5475" y="113619"/>
            <a:ext cx="45085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97122" y="116967"/>
            <a:ext cx="4770755" cy="4293235"/>
            <a:chOff x="2297122" y="116967"/>
            <a:chExt cx="4770755" cy="4293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7122" y="441578"/>
              <a:ext cx="4770427" cy="39684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6875" y="476250"/>
              <a:ext cx="180975" cy="1809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7925" y="781050"/>
              <a:ext cx="180975" cy="190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791707" y="116967"/>
              <a:ext cx="415290" cy="167640"/>
            </a:xfrm>
            <a:custGeom>
              <a:avLst/>
              <a:gdLst/>
              <a:ahLst/>
              <a:cxnLst/>
              <a:rect l="l" t="t" r="r" b="b"/>
              <a:pathLst>
                <a:path w="415289" h="167640">
                  <a:moveTo>
                    <a:pt x="361314" y="0"/>
                  </a:moveTo>
                  <a:lnTo>
                    <a:pt x="358901" y="6731"/>
                  </a:lnTo>
                  <a:lnTo>
                    <a:pt x="368595" y="10969"/>
                  </a:lnTo>
                  <a:lnTo>
                    <a:pt x="376920" y="16827"/>
                  </a:lnTo>
                  <a:lnTo>
                    <a:pt x="396938" y="55594"/>
                  </a:lnTo>
                  <a:lnTo>
                    <a:pt x="399414" y="82931"/>
                  </a:lnTo>
                  <a:lnTo>
                    <a:pt x="398795" y="97748"/>
                  </a:lnTo>
                  <a:lnTo>
                    <a:pt x="383891" y="143172"/>
                  </a:lnTo>
                  <a:lnTo>
                    <a:pt x="359155" y="160782"/>
                  </a:lnTo>
                  <a:lnTo>
                    <a:pt x="361314" y="167640"/>
                  </a:lnTo>
                  <a:lnTo>
                    <a:pt x="400938" y="138303"/>
                  </a:lnTo>
                  <a:lnTo>
                    <a:pt x="413904" y="99226"/>
                  </a:lnTo>
                  <a:lnTo>
                    <a:pt x="414781" y="83820"/>
                  </a:lnTo>
                  <a:lnTo>
                    <a:pt x="413912" y="68619"/>
                  </a:lnTo>
                  <a:lnTo>
                    <a:pt x="413904" y="68484"/>
                  </a:lnTo>
                  <a:lnTo>
                    <a:pt x="400938" y="29337"/>
                  </a:lnTo>
                  <a:lnTo>
                    <a:pt x="373435" y="4405"/>
                  </a:lnTo>
                  <a:lnTo>
                    <a:pt x="361314" y="0"/>
                  </a:lnTo>
                  <a:close/>
                </a:path>
                <a:path w="415289" h="167640">
                  <a:moveTo>
                    <a:pt x="53466" y="0"/>
                  </a:moveTo>
                  <a:lnTo>
                    <a:pt x="13715" y="29337"/>
                  </a:lnTo>
                  <a:lnTo>
                    <a:pt x="857" y="68484"/>
                  </a:lnTo>
                  <a:lnTo>
                    <a:pt x="0" y="83820"/>
                  </a:lnTo>
                  <a:lnTo>
                    <a:pt x="774" y="97748"/>
                  </a:lnTo>
                  <a:lnTo>
                    <a:pt x="857" y="99226"/>
                  </a:lnTo>
                  <a:lnTo>
                    <a:pt x="13715" y="138303"/>
                  </a:lnTo>
                  <a:lnTo>
                    <a:pt x="53466" y="167640"/>
                  </a:lnTo>
                  <a:lnTo>
                    <a:pt x="55499" y="160782"/>
                  </a:lnTo>
                  <a:lnTo>
                    <a:pt x="45952" y="156594"/>
                  </a:lnTo>
                  <a:lnTo>
                    <a:pt x="37703" y="150717"/>
                  </a:lnTo>
                  <a:lnTo>
                    <a:pt x="17716" y="111172"/>
                  </a:lnTo>
                  <a:lnTo>
                    <a:pt x="15277" y="83820"/>
                  </a:lnTo>
                  <a:lnTo>
                    <a:pt x="15239" y="82931"/>
                  </a:lnTo>
                  <a:lnTo>
                    <a:pt x="20812" y="43854"/>
                  </a:lnTo>
                  <a:lnTo>
                    <a:pt x="46112" y="10969"/>
                  </a:lnTo>
                  <a:lnTo>
                    <a:pt x="55752" y="6731"/>
                  </a:lnTo>
                  <a:lnTo>
                    <a:pt x="534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67608" y="2477674"/>
            <a:ext cx="753745" cy="15113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950" dirty="0">
                <a:latin typeface="Verdana"/>
                <a:cs typeface="Verdana"/>
              </a:rPr>
              <a:t>size</a:t>
            </a:r>
            <a:r>
              <a:rPr sz="950" spc="45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in</a:t>
            </a:r>
            <a:r>
              <a:rPr sz="950" spc="90" dirty="0">
                <a:latin typeface="Verdana"/>
                <a:cs typeface="Verdana"/>
              </a:rPr>
              <a:t> </a:t>
            </a:r>
            <a:r>
              <a:rPr sz="950" spc="-10" dirty="0">
                <a:latin typeface="Verdana"/>
                <a:cs typeface="Verdana"/>
              </a:rPr>
              <a:t>feet</a:t>
            </a:r>
            <a:r>
              <a:rPr sz="975" spc="-15" baseline="25641" dirty="0">
                <a:latin typeface="Cambria Math"/>
                <a:cs typeface="Cambria Math"/>
              </a:rPr>
              <a:t>2</a:t>
            </a:r>
            <a:endParaRPr sz="975" baseline="25641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48050" y="2609850"/>
            <a:ext cx="2790825" cy="180975"/>
          </a:xfrm>
          <a:custGeom>
            <a:avLst/>
            <a:gdLst/>
            <a:ahLst/>
            <a:cxnLst/>
            <a:rect l="l" t="t" r="r" b="b"/>
            <a:pathLst>
              <a:path w="2790825" h="180975">
                <a:moveTo>
                  <a:pt x="2790825" y="0"/>
                </a:moveTo>
                <a:lnTo>
                  <a:pt x="0" y="0"/>
                </a:lnTo>
                <a:lnTo>
                  <a:pt x="0" y="180975"/>
                </a:lnTo>
                <a:lnTo>
                  <a:pt x="2790825" y="180975"/>
                </a:lnTo>
                <a:lnTo>
                  <a:pt x="27908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25826" y="205694"/>
            <a:ext cx="691515" cy="208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08625" y="206329"/>
            <a:ext cx="45085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59579" y="2508458"/>
            <a:ext cx="45085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28925" y="2428875"/>
            <a:ext cx="1000125" cy="247650"/>
          </a:xfrm>
          <a:custGeom>
            <a:avLst/>
            <a:gdLst/>
            <a:ahLst/>
            <a:cxnLst/>
            <a:rect l="l" t="t" r="r" b="b"/>
            <a:pathLst>
              <a:path w="1000125" h="247650">
                <a:moveTo>
                  <a:pt x="1000125" y="0"/>
                </a:moveTo>
                <a:lnTo>
                  <a:pt x="0" y="0"/>
                </a:lnTo>
                <a:lnTo>
                  <a:pt x="0" y="247650"/>
                </a:lnTo>
                <a:lnTo>
                  <a:pt x="1000125" y="247650"/>
                </a:lnTo>
                <a:lnTo>
                  <a:pt x="10001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28925" y="2428875"/>
            <a:ext cx="1000125" cy="1809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2705" rIns="0" bIns="0" rtlCol="0">
            <a:spAutoFit/>
          </a:bodyPr>
          <a:lstStyle/>
          <a:p>
            <a:pPr marL="92075">
              <a:lnSpc>
                <a:spcPts val="1010"/>
              </a:lnSpc>
              <a:spcBef>
                <a:spcPts val="415"/>
              </a:spcBef>
            </a:pPr>
            <a:r>
              <a:rPr sz="950" dirty="0">
                <a:latin typeface="Verdana"/>
                <a:cs typeface="Verdana"/>
              </a:rPr>
              <a:t>size</a:t>
            </a:r>
            <a:r>
              <a:rPr sz="950" spc="5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in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10" dirty="0">
                <a:latin typeface="Verdana"/>
                <a:cs typeface="Verdana"/>
              </a:rPr>
              <a:t>feet</a:t>
            </a:r>
            <a:r>
              <a:rPr sz="975" spc="-15" baseline="25641" dirty="0">
                <a:latin typeface="Cambria Math"/>
                <a:cs typeface="Cambria Math"/>
              </a:rPr>
              <a:t>2</a:t>
            </a:r>
            <a:endParaRPr sz="975" baseline="25641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3980" y="1257300"/>
            <a:ext cx="48450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Verdana"/>
                <a:cs typeface="Verdana"/>
              </a:rPr>
              <a:t>pric</a:t>
            </a:r>
            <a:r>
              <a:rPr sz="950" spc="-235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752725" y="133350"/>
            <a:ext cx="1085850" cy="314325"/>
            <a:chOff x="2752725" y="133350"/>
            <a:chExt cx="1085850" cy="314325"/>
          </a:xfrm>
        </p:grpSpPr>
        <p:sp>
          <p:nvSpPr>
            <p:cNvPr id="17" name="object 17"/>
            <p:cNvSpPr/>
            <p:nvPr/>
          </p:nvSpPr>
          <p:spPr>
            <a:xfrm>
              <a:off x="2752725" y="133350"/>
              <a:ext cx="1085850" cy="314325"/>
            </a:xfrm>
            <a:custGeom>
              <a:avLst/>
              <a:gdLst/>
              <a:ahLst/>
              <a:cxnLst/>
              <a:rect l="l" t="t" r="r" b="b"/>
              <a:pathLst>
                <a:path w="1085850" h="314325">
                  <a:moveTo>
                    <a:pt x="10858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085850" y="3143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33927" y="208788"/>
              <a:ext cx="434340" cy="167640"/>
            </a:xfrm>
            <a:custGeom>
              <a:avLst/>
              <a:gdLst/>
              <a:ahLst/>
              <a:cxnLst/>
              <a:rect l="l" t="t" r="r" b="b"/>
              <a:pathLst>
                <a:path w="434339" h="167640">
                  <a:moveTo>
                    <a:pt x="380364" y="0"/>
                  </a:moveTo>
                  <a:lnTo>
                    <a:pt x="378079" y="6858"/>
                  </a:lnTo>
                  <a:lnTo>
                    <a:pt x="387772" y="11076"/>
                  </a:lnTo>
                  <a:lnTo>
                    <a:pt x="396097" y="16890"/>
                  </a:lnTo>
                  <a:lnTo>
                    <a:pt x="416115" y="55705"/>
                  </a:lnTo>
                  <a:lnTo>
                    <a:pt x="417943" y="68540"/>
                  </a:lnTo>
                  <a:lnTo>
                    <a:pt x="417972" y="68744"/>
                  </a:lnTo>
                  <a:lnTo>
                    <a:pt x="418592" y="83058"/>
                  </a:lnTo>
                  <a:lnTo>
                    <a:pt x="417972" y="97819"/>
                  </a:lnTo>
                  <a:lnTo>
                    <a:pt x="416115" y="111236"/>
                  </a:lnTo>
                  <a:lnTo>
                    <a:pt x="396081" y="150780"/>
                  </a:lnTo>
                  <a:lnTo>
                    <a:pt x="378333" y="160909"/>
                  </a:lnTo>
                  <a:lnTo>
                    <a:pt x="380364" y="167639"/>
                  </a:lnTo>
                  <a:lnTo>
                    <a:pt x="420116" y="138429"/>
                  </a:lnTo>
                  <a:lnTo>
                    <a:pt x="432974" y="99353"/>
                  </a:lnTo>
                  <a:lnTo>
                    <a:pt x="433832" y="83947"/>
                  </a:lnTo>
                  <a:lnTo>
                    <a:pt x="432984" y="68744"/>
                  </a:lnTo>
                  <a:lnTo>
                    <a:pt x="432972" y="68540"/>
                  </a:lnTo>
                  <a:lnTo>
                    <a:pt x="419988" y="29463"/>
                  </a:lnTo>
                  <a:lnTo>
                    <a:pt x="392557" y="4407"/>
                  </a:lnTo>
                  <a:lnTo>
                    <a:pt x="380364" y="0"/>
                  </a:lnTo>
                  <a:close/>
                </a:path>
                <a:path w="434339" h="167640">
                  <a:moveTo>
                    <a:pt x="53467" y="0"/>
                  </a:moveTo>
                  <a:lnTo>
                    <a:pt x="13843" y="29463"/>
                  </a:lnTo>
                  <a:lnTo>
                    <a:pt x="877" y="68540"/>
                  </a:lnTo>
                  <a:lnTo>
                    <a:pt x="50" y="83058"/>
                  </a:lnTo>
                  <a:lnTo>
                    <a:pt x="0" y="83947"/>
                  </a:lnTo>
                  <a:lnTo>
                    <a:pt x="7822" y="126595"/>
                  </a:lnTo>
                  <a:lnTo>
                    <a:pt x="41275" y="163308"/>
                  </a:lnTo>
                  <a:lnTo>
                    <a:pt x="53467" y="167639"/>
                  </a:lnTo>
                  <a:lnTo>
                    <a:pt x="55625" y="160909"/>
                  </a:lnTo>
                  <a:lnTo>
                    <a:pt x="46079" y="156666"/>
                  </a:lnTo>
                  <a:lnTo>
                    <a:pt x="37830" y="150780"/>
                  </a:lnTo>
                  <a:lnTo>
                    <a:pt x="17843" y="111236"/>
                  </a:lnTo>
                  <a:lnTo>
                    <a:pt x="15404" y="83947"/>
                  </a:lnTo>
                  <a:lnTo>
                    <a:pt x="15367" y="83058"/>
                  </a:lnTo>
                  <a:lnTo>
                    <a:pt x="20939" y="43928"/>
                  </a:lnTo>
                  <a:lnTo>
                    <a:pt x="46239" y="11076"/>
                  </a:lnTo>
                  <a:lnTo>
                    <a:pt x="55880" y="6858"/>
                  </a:lnTo>
                  <a:lnTo>
                    <a:pt x="53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887726" y="152717"/>
            <a:ext cx="7677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19700" y="133350"/>
            <a:ext cx="1085850" cy="314325"/>
            <a:chOff x="5219700" y="133350"/>
            <a:chExt cx="1085850" cy="314325"/>
          </a:xfrm>
        </p:grpSpPr>
        <p:sp>
          <p:nvSpPr>
            <p:cNvPr id="21" name="object 21"/>
            <p:cNvSpPr/>
            <p:nvPr/>
          </p:nvSpPr>
          <p:spPr>
            <a:xfrm>
              <a:off x="5219700" y="133350"/>
              <a:ext cx="1085850" cy="314325"/>
            </a:xfrm>
            <a:custGeom>
              <a:avLst/>
              <a:gdLst/>
              <a:ahLst/>
              <a:cxnLst/>
              <a:rect l="l" t="t" r="r" b="b"/>
              <a:pathLst>
                <a:path w="1085850" h="314325">
                  <a:moveTo>
                    <a:pt x="10858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085850" y="3143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94858" y="209550"/>
              <a:ext cx="415290" cy="167640"/>
            </a:xfrm>
            <a:custGeom>
              <a:avLst/>
              <a:gdLst/>
              <a:ahLst/>
              <a:cxnLst/>
              <a:rect l="l" t="t" r="r" b="b"/>
              <a:pathLst>
                <a:path w="415289" h="167640">
                  <a:moveTo>
                    <a:pt x="361314" y="0"/>
                  </a:moveTo>
                  <a:lnTo>
                    <a:pt x="358901" y="6858"/>
                  </a:lnTo>
                  <a:lnTo>
                    <a:pt x="368615" y="11023"/>
                  </a:lnTo>
                  <a:lnTo>
                    <a:pt x="376983" y="16843"/>
                  </a:lnTo>
                  <a:lnTo>
                    <a:pt x="397065" y="55641"/>
                  </a:lnTo>
                  <a:lnTo>
                    <a:pt x="399541" y="82930"/>
                  </a:lnTo>
                  <a:lnTo>
                    <a:pt x="398920" y="97766"/>
                  </a:lnTo>
                  <a:lnTo>
                    <a:pt x="383909" y="143172"/>
                  </a:lnTo>
                  <a:lnTo>
                    <a:pt x="359155" y="160782"/>
                  </a:lnTo>
                  <a:lnTo>
                    <a:pt x="361314" y="167639"/>
                  </a:lnTo>
                  <a:lnTo>
                    <a:pt x="401065" y="138302"/>
                  </a:lnTo>
                  <a:lnTo>
                    <a:pt x="413924" y="99226"/>
                  </a:lnTo>
                  <a:lnTo>
                    <a:pt x="414781" y="83820"/>
                  </a:lnTo>
                  <a:lnTo>
                    <a:pt x="413933" y="68673"/>
                  </a:lnTo>
                  <a:lnTo>
                    <a:pt x="413922" y="68484"/>
                  </a:lnTo>
                  <a:lnTo>
                    <a:pt x="400938" y="29337"/>
                  </a:lnTo>
                  <a:lnTo>
                    <a:pt x="373506" y="4405"/>
                  </a:lnTo>
                  <a:lnTo>
                    <a:pt x="361314" y="0"/>
                  </a:lnTo>
                  <a:close/>
                </a:path>
                <a:path w="415289" h="167640">
                  <a:moveTo>
                    <a:pt x="53466" y="0"/>
                  </a:moveTo>
                  <a:lnTo>
                    <a:pt x="13842" y="29337"/>
                  </a:lnTo>
                  <a:lnTo>
                    <a:pt x="859" y="68484"/>
                  </a:lnTo>
                  <a:lnTo>
                    <a:pt x="49" y="82930"/>
                  </a:lnTo>
                  <a:lnTo>
                    <a:pt x="0" y="83820"/>
                  </a:lnTo>
                  <a:lnTo>
                    <a:pt x="777" y="97766"/>
                  </a:lnTo>
                  <a:lnTo>
                    <a:pt x="859" y="99226"/>
                  </a:lnTo>
                  <a:lnTo>
                    <a:pt x="3444" y="113442"/>
                  </a:lnTo>
                  <a:lnTo>
                    <a:pt x="21463" y="148566"/>
                  </a:lnTo>
                  <a:lnTo>
                    <a:pt x="53466" y="167639"/>
                  </a:lnTo>
                  <a:lnTo>
                    <a:pt x="55625" y="160782"/>
                  </a:lnTo>
                  <a:lnTo>
                    <a:pt x="46079" y="156594"/>
                  </a:lnTo>
                  <a:lnTo>
                    <a:pt x="37830" y="150717"/>
                  </a:lnTo>
                  <a:lnTo>
                    <a:pt x="17843" y="111220"/>
                  </a:lnTo>
                  <a:lnTo>
                    <a:pt x="15366" y="82930"/>
                  </a:lnTo>
                  <a:lnTo>
                    <a:pt x="15986" y="68673"/>
                  </a:lnTo>
                  <a:lnTo>
                    <a:pt x="30894" y="24306"/>
                  </a:lnTo>
                  <a:lnTo>
                    <a:pt x="55879" y="6858"/>
                  </a:lnTo>
                  <a:lnTo>
                    <a:pt x="534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495925" y="153352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71925" y="2428875"/>
            <a:ext cx="1085850" cy="314325"/>
            <a:chOff x="3971925" y="2428875"/>
            <a:chExt cx="1085850" cy="314325"/>
          </a:xfrm>
        </p:grpSpPr>
        <p:sp>
          <p:nvSpPr>
            <p:cNvPr id="25" name="object 25"/>
            <p:cNvSpPr/>
            <p:nvPr/>
          </p:nvSpPr>
          <p:spPr>
            <a:xfrm>
              <a:off x="3971925" y="2428875"/>
              <a:ext cx="1085850" cy="314325"/>
            </a:xfrm>
            <a:custGeom>
              <a:avLst/>
              <a:gdLst/>
              <a:ahLst/>
              <a:cxnLst/>
              <a:rect l="l" t="t" r="r" b="b"/>
              <a:pathLst>
                <a:path w="1085850" h="314325">
                  <a:moveTo>
                    <a:pt x="10858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085850" y="3143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47083" y="2507360"/>
              <a:ext cx="415290" cy="167640"/>
            </a:xfrm>
            <a:custGeom>
              <a:avLst/>
              <a:gdLst/>
              <a:ahLst/>
              <a:cxnLst/>
              <a:rect l="l" t="t" r="r" b="b"/>
              <a:pathLst>
                <a:path w="415289" h="167639">
                  <a:moveTo>
                    <a:pt x="361314" y="0"/>
                  </a:moveTo>
                  <a:lnTo>
                    <a:pt x="359028" y="6731"/>
                  </a:lnTo>
                  <a:lnTo>
                    <a:pt x="368722" y="10967"/>
                  </a:lnTo>
                  <a:lnTo>
                    <a:pt x="377047" y="16811"/>
                  </a:lnTo>
                  <a:lnTo>
                    <a:pt x="397065" y="55578"/>
                  </a:lnTo>
                  <a:lnTo>
                    <a:pt x="399541" y="82931"/>
                  </a:lnTo>
                  <a:lnTo>
                    <a:pt x="398922" y="97692"/>
                  </a:lnTo>
                  <a:lnTo>
                    <a:pt x="383964" y="143101"/>
                  </a:lnTo>
                  <a:lnTo>
                    <a:pt x="359282" y="160781"/>
                  </a:lnTo>
                  <a:lnTo>
                    <a:pt x="361314" y="167512"/>
                  </a:lnTo>
                  <a:lnTo>
                    <a:pt x="401065" y="138302"/>
                  </a:lnTo>
                  <a:lnTo>
                    <a:pt x="413924" y="99226"/>
                  </a:lnTo>
                  <a:lnTo>
                    <a:pt x="414781" y="83819"/>
                  </a:lnTo>
                  <a:lnTo>
                    <a:pt x="413934" y="68617"/>
                  </a:lnTo>
                  <a:lnTo>
                    <a:pt x="413922" y="68413"/>
                  </a:lnTo>
                  <a:lnTo>
                    <a:pt x="400938" y="29337"/>
                  </a:lnTo>
                  <a:lnTo>
                    <a:pt x="373506" y="4333"/>
                  </a:lnTo>
                  <a:lnTo>
                    <a:pt x="361314" y="0"/>
                  </a:lnTo>
                  <a:close/>
                </a:path>
                <a:path w="415289" h="167639">
                  <a:moveTo>
                    <a:pt x="53466" y="0"/>
                  </a:moveTo>
                  <a:lnTo>
                    <a:pt x="13842" y="29337"/>
                  </a:lnTo>
                  <a:lnTo>
                    <a:pt x="877" y="68413"/>
                  </a:lnTo>
                  <a:lnTo>
                    <a:pt x="0" y="83819"/>
                  </a:lnTo>
                  <a:lnTo>
                    <a:pt x="773" y="97692"/>
                  </a:lnTo>
                  <a:lnTo>
                    <a:pt x="13842" y="138302"/>
                  </a:lnTo>
                  <a:lnTo>
                    <a:pt x="53466" y="167512"/>
                  </a:lnTo>
                  <a:lnTo>
                    <a:pt x="55625" y="160781"/>
                  </a:lnTo>
                  <a:lnTo>
                    <a:pt x="46079" y="156539"/>
                  </a:lnTo>
                  <a:lnTo>
                    <a:pt x="37830" y="150653"/>
                  </a:lnTo>
                  <a:lnTo>
                    <a:pt x="17843" y="111109"/>
                  </a:lnTo>
                  <a:lnTo>
                    <a:pt x="15404" y="83819"/>
                  </a:lnTo>
                  <a:lnTo>
                    <a:pt x="15366" y="82931"/>
                  </a:lnTo>
                  <a:lnTo>
                    <a:pt x="20939" y="43801"/>
                  </a:lnTo>
                  <a:lnTo>
                    <a:pt x="46239" y="10967"/>
                  </a:lnTo>
                  <a:lnTo>
                    <a:pt x="55879" y="6731"/>
                  </a:lnTo>
                  <a:lnTo>
                    <a:pt x="534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971925" y="2455481"/>
            <a:ext cx="10858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7122" y="441579"/>
            <a:ext cx="4770755" cy="3968750"/>
            <a:chOff x="2297122" y="441579"/>
            <a:chExt cx="4770755" cy="3968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7122" y="441579"/>
              <a:ext cx="4770427" cy="39684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4500" y="619125"/>
              <a:ext cx="180975" cy="1809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5550" y="933450"/>
              <a:ext cx="180975" cy="1809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47083" y="2507361"/>
              <a:ext cx="415290" cy="167640"/>
            </a:xfrm>
            <a:custGeom>
              <a:avLst/>
              <a:gdLst/>
              <a:ahLst/>
              <a:cxnLst/>
              <a:rect l="l" t="t" r="r" b="b"/>
              <a:pathLst>
                <a:path w="415289" h="167639">
                  <a:moveTo>
                    <a:pt x="361314" y="0"/>
                  </a:moveTo>
                  <a:lnTo>
                    <a:pt x="359028" y="6731"/>
                  </a:lnTo>
                  <a:lnTo>
                    <a:pt x="368722" y="10967"/>
                  </a:lnTo>
                  <a:lnTo>
                    <a:pt x="377047" y="16811"/>
                  </a:lnTo>
                  <a:lnTo>
                    <a:pt x="397065" y="55578"/>
                  </a:lnTo>
                  <a:lnTo>
                    <a:pt x="399541" y="82931"/>
                  </a:lnTo>
                  <a:lnTo>
                    <a:pt x="398922" y="97692"/>
                  </a:lnTo>
                  <a:lnTo>
                    <a:pt x="383964" y="143101"/>
                  </a:lnTo>
                  <a:lnTo>
                    <a:pt x="359282" y="160781"/>
                  </a:lnTo>
                  <a:lnTo>
                    <a:pt x="361314" y="167512"/>
                  </a:lnTo>
                  <a:lnTo>
                    <a:pt x="401065" y="138302"/>
                  </a:lnTo>
                  <a:lnTo>
                    <a:pt x="413924" y="99226"/>
                  </a:lnTo>
                  <a:lnTo>
                    <a:pt x="414781" y="83819"/>
                  </a:lnTo>
                  <a:lnTo>
                    <a:pt x="413934" y="68617"/>
                  </a:lnTo>
                  <a:lnTo>
                    <a:pt x="413922" y="68413"/>
                  </a:lnTo>
                  <a:lnTo>
                    <a:pt x="400938" y="29337"/>
                  </a:lnTo>
                  <a:lnTo>
                    <a:pt x="373506" y="4333"/>
                  </a:lnTo>
                  <a:lnTo>
                    <a:pt x="361314" y="0"/>
                  </a:lnTo>
                  <a:close/>
                </a:path>
                <a:path w="415289" h="167639">
                  <a:moveTo>
                    <a:pt x="53466" y="0"/>
                  </a:moveTo>
                  <a:lnTo>
                    <a:pt x="13842" y="29337"/>
                  </a:lnTo>
                  <a:lnTo>
                    <a:pt x="877" y="68413"/>
                  </a:lnTo>
                  <a:lnTo>
                    <a:pt x="0" y="83819"/>
                  </a:lnTo>
                  <a:lnTo>
                    <a:pt x="773" y="97692"/>
                  </a:lnTo>
                  <a:lnTo>
                    <a:pt x="13842" y="138302"/>
                  </a:lnTo>
                  <a:lnTo>
                    <a:pt x="53466" y="167512"/>
                  </a:lnTo>
                  <a:lnTo>
                    <a:pt x="55625" y="160781"/>
                  </a:lnTo>
                  <a:lnTo>
                    <a:pt x="46079" y="156539"/>
                  </a:lnTo>
                  <a:lnTo>
                    <a:pt x="37830" y="150653"/>
                  </a:lnTo>
                  <a:lnTo>
                    <a:pt x="17843" y="111109"/>
                  </a:lnTo>
                  <a:lnTo>
                    <a:pt x="15404" y="83819"/>
                  </a:lnTo>
                  <a:lnTo>
                    <a:pt x="15366" y="82931"/>
                  </a:lnTo>
                  <a:lnTo>
                    <a:pt x="20939" y="43801"/>
                  </a:lnTo>
                  <a:lnTo>
                    <a:pt x="46239" y="10967"/>
                  </a:lnTo>
                  <a:lnTo>
                    <a:pt x="55879" y="6731"/>
                  </a:lnTo>
                  <a:lnTo>
                    <a:pt x="534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233927" y="208788"/>
            <a:ext cx="434340" cy="167640"/>
          </a:xfrm>
          <a:custGeom>
            <a:avLst/>
            <a:gdLst/>
            <a:ahLst/>
            <a:cxnLst/>
            <a:rect l="l" t="t" r="r" b="b"/>
            <a:pathLst>
              <a:path w="434339" h="167640">
                <a:moveTo>
                  <a:pt x="380364" y="0"/>
                </a:moveTo>
                <a:lnTo>
                  <a:pt x="378079" y="6858"/>
                </a:lnTo>
                <a:lnTo>
                  <a:pt x="387772" y="11076"/>
                </a:lnTo>
                <a:lnTo>
                  <a:pt x="396097" y="16890"/>
                </a:lnTo>
                <a:lnTo>
                  <a:pt x="416115" y="55705"/>
                </a:lnTo>
                <a:lnTo>
                  <a:pt x="417943" y="68540"/>
                </a:lnTo>
                <a:lnTo>
                  <a:pt x="417972" y="68744"/>
                </a:lnTo>
                <a:lnTo>
                  <a:pt x="418592" y="83058"/>
                </a:lnTo>
                <a:lnTo>
                  <a:pt x="417972" y="97819"/>
                </a:lnTo>
                <a:lnTo>
                  <a:pt x="416115" y="111236"/>
                </a:lnTo>
                <a:lnTo>
                  <a:pt x="396081" y="150780"/>
                </a:lnTo>
                <a:lnTo>
                  <a:pt x="378333" y="160909"/>
                </a:lnTo>
                <a:lnTo>
                  <a:pt x="380364" y="167639"/>
                </a:lnTo>
                <a:lnTo>
                  <a:pt x="420116" y="138429"/>
                </a:lnTo>
                <a:lnTo>
                  <a:pt x="432974" y="99353"/>
                </a:lnTo>
                <a:lnTo>
                  <a:pt x="433832" y="83947"/>
                </a:lnTo>
                <a:lnTo>
                  <a:pt x="432984" y="68744"/>
                </a:lnTo>
                <a:lnTo>
                  <a:pt x="432972" y="68540"/>
                </a:lnTo>
                <a:lnTo>
                  <a:pt x="419988" y="29463"/>
                </a:lnTo>
                <a:lnTo>
                  <a:pt x="392557" y="4407"/>
                </a:lnTo>
                <a:lnTo>
                  <a:pt x="380364" y="0"/>
                </a:lnTo>
                <a:close/>
              </a:path>
              <a:path w="434339" h="167640">
                <a:moveTo>
                  <a:pt x="53467" y="0"/>
                </a:moveTo>
                <a:lnTo>
                  <a:pt x="13843" y="29463"/>
                </a:lnTo>
                <a:lnTo>
                  <a:pt x="877" y="68540"/>
                </a:lnTo>
                <a:lnTo>
                  <a:pt x="50" y="83058"/>
                </a:lnTo>
                <a:lnTo>
                  <a:pt x="0" y="83947"/>
                </a:lnTo>
                <a:lnTo>
                  <a:pt x="7822" y="126595"/>
                </a:lnTo>
                <a:lnTo>
                  <a:pt x="41275" y="163308"/>
                </a:lnTo>
                <a:lnTo>
                  <a:pt x="53467" y="167639"/>
                </a:lnTo>
                <a:lnTo>
                  <a:pt x="55625" y="160909"/>
                </a:lnTo>
                <a:lnTo>
                  <a:pt x="46079" y="156666"/>
                </a:lnTo>
                <a:lnTo>
                  <a:pt x="37830" y="150780"/>
                </a:lnTo>
                <a:lnTo>
                  <a:pt x="17843" y="111236"/>
                </a:lnTo>
                <a:lnTo>
                  <a:pt x="15404" y="83947"/>
                </a:lnTo>
                <a:lnTo>
                  <a:pt x="15367" y="83058"/>
                </a:lnTo>
                <a:lnTo>
                  <a:pt x="20939" y="43928"/>
                </a:lnTo>
                <a:lnTo>
                  <a:pt x="46239" y="11076"/>
                </a:lnTo>
                <a:lnTo>
                  <a:pt x="55880" y="6858"/>
                </a:lnTo>
                <a:lnTo>
                  <a:pt x="53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87726" y="152717"/>
            <a:ext cx="7677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4858" y="209550"/>
            <a:ext cx="415290" cy="167640"/>
          </a:xfrm>
          <a:custGeom>
            <a:avLst/>
            <a:gdLst/>
            <a:ahLst/>
            <a:cxnLst/>
            <a:rect l="l" t="t" r="r" b="b"/>
            <a:pathLst>
              <a:path w="415289" h="167640">
                <a:moveTo>
                  <a:pt x="361314" y="0"/>
                </a:moveTo>
                <a:lnTo>
                  <a:pt x="358901" y="6858"/>
                </a:lnTo>
                <a:lnTo>
                  <a:pt x="368615" y="11023"/>
                </a:lnTo>
                <a:lnTo>
                  <a:pt x="376983" y="16843"/>
                </a:lnTo>
                <a:lnTo>
                  <a:pt x="397065" y="55641"/>
                </a:lnTo>
                <a:lnTo>
                  <a:pt x="399541" y="82930"/>
                </a:lnTo>
                <a:lnTo>
                  <a:pt x="398920" y="97766"/>
                </a:lnTo>
                <a:lnTo>
                  <a:pt x="383909" y="143172"/>
                </a:lnTo>
                <a:lnTo>
                  <a:pt x="359155" y="160782"/>
                </a:lnTo>
                <a:lnTo>
                  <a:pt x="361314" y="167639"/>
                </a:lnTo>
                <a:lnTo>
                  <a:pt x="401065" y="138302"/>
                </a:lnTo>
                <a:lnTo>
                  <a:pt x="413924" y="99226"/>
                </a:lnTo>
                <a:lnTo>
                  <a:pt x="414781" y="83820"/>
                </a:lnTo>
                <a:lnTo>
                  <a:pt x="413933" y="68673"/>
                </a:lnTo>
                <a:lnTo>
                  <a:pt x="413922" y="68484"/>
                </a:lnTo>
                <a:lnTo>
                  <a:pt x="400938" y="29337"/>
                </a:lnTo>
                <a:lnTo>
                  <a:pt x="373506" y="4405"/>
                </a:lnTo>
                <a:lnTo>
                  <a:pt x="361314" y="0"/>
                </a:lnTo>
                <a:close/>
              </a:path>
              <a:path w="415289" h="167640">
                <a:moveTo>
                  <a:pt x="53466" y="0"/>
                </a:moveTo>
                <a:lnTo>
                  <a:pt x="13842" y="29337"/>
                </a:lnTo>
                <a:lnTo>
                  <a:pt x="859" y="68484"/>
                </a:lnTo>
                <a:lnTo>
                  <a:pt x="49" y="82930"/>
                </a:lnTo>
                <a:lnTo>
                  <a:pt x="0" y="83820"/>
                </a:lnTo>
                <a:lnTo>
                  <a:pt x="777" y="97766"/>
                </a:lnTo>
                <a:lnTo>
                  <a:pt x="859" y="99226"/>
                </a:lnTo>
                <a:lnTo>
                  <a:pt x="3444" y="113442"/>
                </a:lnTo>
                <a:lnTo>
                  <a:pt x="21463" y="148566"/>
                </a:lnTo>
                <a:lnTo>
                  <a:pt x="53466" y="167639"/>
                </a:lnTo>
                <a:lnTo>
                  <a:pt x="55625" y="160782"/>
                </a:lnTo>
                <a:lnTo>
                  <a:pt x="46079" y="156594"/>
                </a:lnTo>
                <a:lnTo>
                  <a:pt x="37830" y="150717"/>
                </a:lnTo>
                <a:lnTo>
                  <a:pt x="17843" y="111220"/>
                </a:lnTo>
                <a:lnTo>
                  <a:pt x="15366" y="82930"/>
                </a:lnTo>
                <a:lnTo>
                  <a:pt x="15986" y="68673"/>
                </a:lnTo>
                <a:lnTo>
                  <a:pt x="30894" y="24306"/>
                </a:lnTo>
                <a:lnTo>
                  <a:pt x="55879" y="6858"/>
                </a:lnTo>
                <a:lnTo>
                  <a:pt x="53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495925" y="153352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246879" y="2455481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7122" y="441579"/>
            <a:ext cx="4770427" cy="39684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25826" y="205694"/>
            <a:ext cx="691515" cy="208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8625" y="206329"/>
            <a:ext cx="45085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9579" y="2508458"/>
            <a:ext cx="45085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3154" y="2465641"/>
            <a:ext cx="829944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size</a:t>
            </a:r>
            <a:r>
              <a:rPr sz="950" spc="5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in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10" dirty="0">
                <a:latin typeface="Verdana"/>
                <a:cs typeface="Verdana"/>
              </a:rPr>
              <a:t>feet</a:t>
            </a:r>
            <a:r>
              <a:rPr sz="975" spc="-15" baseline="25641" dirty="0">
                <a:latin typeface="Cambria Math"/>
                <a:cs typeface="Cambria Math"/>
              </a:rPr>
              <a:t>2</a:t>
            </a:r>
            <a:endParaRPr sz="975" baseline="25641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980" y="1257300"/>
            <a:ext cx="48450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Verdana"/>
                <a:cs typeface="Verdana"/>
              </a:rPr>
              <a:t>pric</a:t>
            </a:r>
            <a:r>
              <a:rPr sz="950" spc="-235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52725" y="133350"/>
            <a:ext cx="1085850" cy="314325"/>
            <a:chOff x="2752725" y="133350"/>
            <a:chExt cx="1085850" cy="314325"/>
          </a:xfrm>
        </p:grpSpPr>
        <p:sp>
          <p:nvSpPr>
            <p:cNvPr id="9" name="object 9"/>
            <p:cNvSpPr/>
            <p:nvPr/>
          </p:nvSpPr>
          <p:spPr>
            <a:xfrm>
              <a:off x="2752725" y="133350"/>
              <a:ext cx="1085850" cy="314325"/>
            </a:xfrm>
            <a:custGeom>
              <a:avLst/>
              <a:gdLst/>
              <a:ahLst/>
              <a:cxnLst/>
              <a:rect l="l" t="t" r="r" b="b"/>
              <a:pathLst>
                <a:path w="1085850" h="314325">
                  <a:moveTo>
                    <a:pt x="10858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085850" y="3143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33927" y="208788"/>
              <a:ext cx="434340" cy="167640"/>
            </a:xfrm>
            <a:custGeom>
              <a:avLst/>
              <a:gdLst/>
              <a:ahLst/>
              <a:cxnLst/>
              <a:rect l="l" t="t" r="r" b="b"/>
              <a:pathLst>
                <a:path w="434339" h="167640">
                  <a:moveTo>
                    <a:pt x="380364" y="0"/>
                  </a:moveTo>
                  <a:lnTo>
                    <a:pt x="378079" y="6858"/>
                  </a:lnTo>
                  <a:lnTo>
                    <a:pt x="387772" y="11076"/>
                  </a:lnTo>
                  <a:lnTo>
                    <a:pt x="396097" y="16890"/>
                  </a:lnTo>
                  <a:lnTo>
                    <a:pt x="416115" y="55705"/>
                  </a:lnTo>
                  <a:lnTo>
                    <a:pt x="417943" y="68540"/>
                  </a:lnTo>
                  <a:lnTo>
                    <a:pt x="417972" y="68744"/>
                  </a:lnTo>
                  <a:lnTo>
                    <a:pt x="418592" y="83058"/>
                  </a:lnTo>
                  <a:lnTo>
                    <a:pt x="417972" y="97819"/>
                  </a:lnTo>
                  <a:lnTo>
                    <a:pt x="416115" y="111236"/>
                  </a:lnTo>
                  <a:lnTo>
                    <a:pt x="396081" y="150780"/>
                  </a:lnTo>
                  <a:lnTo>
                    <a:pt x="378333" y="160909"/>
                  </a:lnTo>
                  <a:lnTo>
                    <a:pt x="380364" y="167639"/>
                  </a:lnTo>
                  <a:lnTo>
                    <a:pt x="420116" y="138429"/>
                  </a:lnTo>
                  <a:lnTo>
                    <a:pt x="432974" y="99353"/>
                  </a:lnTo>
                  <a:lnTo>
                    <a:pt x="433832" y="83947"/>
                  </a:lnTo>
                  <a:lnTo>
                    <a:pt x="432984" y="68744"/>
                  </a:lnTo>
                  <a:lnTo>
                    <a:pt x="432972" y="68540"/>
                  </a:lnTo>
                  <a:lnTo>
                    <a:pt x="419988" y="29463"/>
                  </a:lnTo>
                  <a:lnTo>
                    <a:pt x="392557" y="4407"/>
                  </a:lnTo>
                  <a:lnTo>
                    <a:pt x="380364" y="0"/>
                  </a:lnTo>
                  <a:close/>
                </a:path>
                <a:path w="434339" h="167640">
                  <a:moveTo>
                    <a:pt x="53467" y="0"/>
                  </a:moveTo>
                  <a:lnTo>
                    <a:pt x="13843" y="29463"/>
                  </a:lnTo>
                  <a:lnTo>
                    <a:pt x="877" y="68540"/>
                  </a:lnTo>
                  <a:lnTo>
                    <a:pt x="50" y="83058"/>
                  </a:lnTo>
                  <a:lnTo>
                    <a:pt x="0" y="83947"/>
                  </a:lnTo>
                  <a:lnTo>
                    <a:pt x="7822" y="126595"/>
                  </a:lnTo>
                  <a:lnTo>
                    <a:pt x="41275" y="163308"/>
                  </a:lnTo>
                  <a:lnTo>
                    <a:pt x="53467" y="167639"/>
                  </a:lnTo>
                  <a:lnTo>
                    <a:pt x="55625" y="160909"/>
                  </a:lnTo>
                  <a:lnTo>
                    <a:pt x="46079" y="156666"/>
                  </a:lnTo>
                  <a:lnTo>
                    <a:pt x="37830" y="150780"/>
                  </a:lnTo>
                  <a:lnTo>
                    <a:pt x="17843" y="111236"/>
                  </a:lnTo>
                  <a:lnTo>
                    <a:pt x="15404" y="83947"/>
                  </a:lnTo>
                  <a:lnTo>
                    <a:pt x="15367" y="83058"/>
                  </a:lnTo>
                  <a:lnTo>
                    <a:pt x="20939" y="43928"/>
                  </a:lnTo>
                  <a:lnTo>
                    <a:pt x="46239" y="11076"/>
                  </a:lnTo>
                  <a:lnTo>
                    <a:pt x="55880" y="6858"/>
                  </a:lnTo>
                  <a:lnTo>
                    <a:pt x="53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87726" y="152717"/>
            <a:ext cx="7677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19700" y="133350"/>
            <a:ext cx="1085850" cy="314325"/>
            <a:chOff x="5219700" y="133350"/>
            <a:chExt cx="1085850" cy="314325"/>
          </a:xfrm>
        </p:grpSpPr>
        <p:sp>
          <p:nvSpPr>
            <p:cNvPr id="13" name="object 13"/>
            <p:cNvSpPr/>
            <p:nvPr/>
          </p:nvSpPr>
          <p:spPr>
            <a:xfrm>
              <a:off x="5219700" y="133350"/>
              <a:ext cx="1085850" cy="314325"/>
            </a:xfrm>
            <a:custGeom>
              <a:avLst/>
              <a:gdLst/>
              <a:ahLst/>
              <a:cxnLst/>
              <a:rect l="l" t="t" r="r" b="b"/>
              <a:pathLst>
                <a:path w="1085850" h="314325">
                  <a:moveTo>
                    <a:pt x="10858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085850" y="3143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94858" y="209550"/>
              <a:ext cx="415290" cy="167640"/>
            </a:xfrm>
            <a:custGeom>
              <a:avLst/>
              <a:gdLst/>
              <a:ahLst/>
              <a:cxnLst/>
              <a:rect l="l" t="t" r="r" b="b"/>
              <a:pathLst>
                <a:path w="415289" h="167640">
                  <a:moveTo>
                    <a:pt x="361314" y="0"/>
                  </a:moveTo>
                  <a:lnTo>
                    <a:pt x="358901" y="6858"/>
                  </a:lnTo>
                  <a:lnTo>
                    <a:pt x="368615" y="11023"/>
                  </a:lnTo>
                  <a:lnTo>
                    <a:pt x="376983" y="16843"/>
                  </a:lnTo>
                  <a:lnTo>
                    <a:pt x="397065" y="55641"/>
                  </a:lnTo>
                  <a:lnTo>
                    <a:pt x="399541" y="82930"/>
                  </a:lnTo>
                  <a:lnTo>
                    <a:pt x="398920" y="97766"/>
                  </a:lnTo>
                  <a:lnTo>
                    <a:pt x="383909" y="143172"/>
                  </a:lnTo>
                  <a:lnTo>
                    <a:pt x="359155" y="160782"/>
                  </a:lnTo>
                  <a:lnTo>
                    <a:pt x="361314" y="167639"/>
                  </a:lnTo>
                  <a:lnTo>
                    <a:pt x="401065" y="138302"/>
                  </a:lnTo>
                  <a:lnTo>
                    <a:pt x="413924" y="99226"/>
                  </a:lnTo>
                  <a:lnTo>
                    <a:pt x="414781" y="83820"/>
                  </a:lnTo>
                  <a:lnTo>
                    <a:pt x="413933" y="68673"/>
                  </a:lnTo>
                  <a:lnTo>
                    <a:pt x="413922" y="68484"/>
                  </a:lnTo>
                  <a:lnTo>
                    <a:pt x="400938" y="29337"/>
                  </a:lnTo>
                  <a:lnTo>
                    <a:pt x="373506" y="4405"/>
                  </a:lnTo>
                  <a:lnTo>
                    <a:pt x="361314" y="0"/>
                  </a:lnTo>
                  <a:close/>
                </a:path>
                <a:path w="415289" h="167640">
                  <a:moveTo>
                    <a:pt x="53466" y="0"/>
                  </a:moveTo>
                  <a:lnTo>
                    <a:pt x="13842" y="29337"/>
                  </a:lnTo>
                  <a:lnTo>
                    <a:pt x="859" y="68484"/>
                  </a:lnTo>
                  <a:lnTo>
                    <a:pt x="49" y="82930"/>
                  </a:lnTo>
                  <a:lnTo>
                    <a:pt x="0" y="83820"/>
                  </a:lnTo>
                  <a:lnTo>
                    <a:pt x="777" y="97766"/>
                  </a:lnTo>
                  <a:lnTo>
                    <a:pt x="859" y="99226"/>
                  </a:lnTo>
                  <a:lnTo>
                    <a:pt x="3444" y="113442"/>
                  </a:lnTo>
                  <a:lnTo>
                    <a:pt x="21463" y="148566"/>
                  </a:lnTo>
                  <a:lnTo>
                    <a:pt x="53466" y="167639"/>
                  </a:lnTo>
                  <a:lnTo>
                    <a:pt x="55625" y="160782"/>
                  </a:lnTo>
                  <a:lnTo>
                    <a:pt x="46079" y="156594"/>
                  </a:lnTo>
                  <a:lnTo>
                    <a:pt x="37830" y="150717"/>
                  </a:lnTo>
                  <a:lnTo>
                    <a:pt x="17843" y="111220"/>
                  </a:lnTo>
                  <a:lnTo>
                    <a:pt x="15366" y="82930"/>
                  </a:lnTo>
                  <a:lnTo>
                    <a:pt x="15986" y="68673"/>
                  </a:lnTo>
                  <a:lnTo>
                    <a:pt x="30894" y="24306"/>
                  </a:lnTo>
                  <a:lnTo>
                    <a:pt x="55879" y="6858"/>
                  </a:lnTo>
                  <a:lnTo>
                    <a:pt x="534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495925" y="153352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71925" y="2428875"/>
            <a:ext cx="1085850" cy="314325"/>
            <a:chOff x="3971925" y="2428875"/>
            <a:chExt cx="1085850" cy="314325"/>
          </a:xfrm>
        </p:grpSpPr>
        <p:sp>
          <p:nvSpPr>
            <p:cNvPr id="17" name="object 17"/>
            <p:cNvSpPr/>
            <p:nvPr/>
          </p:nvSpPr>
          <p:spPr>
            <a:xfrm>
              <a:off x="3971925" y="2428875"/>
              <a:ext cx="1085850" cy="314325"/>
            </a:xfrm>
            <a:custGeom>
              <a:avLst/>
              <a:gdLst/>
              <a:ahLst/>
              <a:cxnLst/>
              <a:rect l="l" t="t" r="r" b="b"/>
              <a:pathLst>
                <a:path w="1085850" h="314325">
                  <a:moveTo>
                    <a:pt x="10858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085850" y="3143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47083" y="2507360"/>
              <a:ext cx="415290" cy="167640"/>
            </a:xfrm>
            <a:custGeom>
              <a:avLst/>
              <a:gdLst/>
              <a:ahLst/>
              <a:cxnLst/>
              <a:rect l="l" t="t" r="r" b="b"/>
              <a:pathLst>
                <a:path w="415289" h="167639">
                  <a:moveTo>
                    <a:pt x="361314" y="0"/>
                  </a:moveTo>
                  <a:lnTo>
                    <a:pt x="359028" y="6731"/>
                  </a:lnTo>
                  <a:lnTo>
                    <a:pt x="368722" y="10967"/>
                  </a:lnTo>
                  <a:lnTo>
                    <a:pt x="377047" y="16811"/>
                  </a:lnTo>
                  <a:lnTo>
                    <a:pt x="397065" y="55578"/>
                  </a:lnTo>
                  <a:lnTo>
                    <a:pt x="399541" y="82931"/>
                  </a:lnTo>
                  <a:lnTo>
                    <a:pt x="398922" y="97692"/>
                  </a:lnTo>
                  <a:lnTo>
                    <a:pt x="383964" y="143101"/>
                  </a:lnTo>
                  <a:lnTo>
                    <a:pt x="359282" y="160781"/>
                  </a:lnTo>
                  <a:lnTo>
                    <a:pt x="361314" y="167512"/>
                  </a:lnTo>
                  <a:lnTo>
                    <a:pt x="401065" y="138302"/>
                  </a:lnTo>
                  <a:lnTo>
                    <a:pt x="413924" y="99226"/>
                  </a:lnTo>
                  <a:lnTo>
                    <a:pt x="414781" y="83819"/>
                  </a:lnTo>
                  <a:lnTo>
                    <a:pt x="413934" y="68617"/>
                  </a:lnTo>
                  <a:lnTo>
                    <a:pt x="413922" y="68413"/>
                  </a:lnTo>
                  <a:lnTo>
                    <a:pt x="400938" y="29337"/>
                  </a:lnTo>
                  <a:lnTo>
                    <a:pt x="373506" y="4333"/>
                  </a:lnTo>
                  <a:lnTo>
                    <a:pt x="361314" y="0"/>
                  </a:lnTo>
                  <a:close/>
                </a:path>
                <a:path w="415289" h="167639">
                  <a:moveTo>
                    <a:pt x="53466" y="0"/>
                  </a:moveTo>
                  <a:lnTo>
                    <a:pt x="13842" y="29337"/>
                  </a:lnTo>
                  <a:lnTo>
                    <a:pt x="877" y="68413"/>
                  </a:lnTo>
                  <a:lnTo>
                    <a:pt x="0" y="83819"/>
                  </a:lnTo>
                  <a:lnTo>
                    <a:pt x="773" y="97692"/>
                  </a:lnTo>
                  <a:lnTo>
                    <a:pt x="13842" y="138302"/>
                  </a:lnTo>
                  <a:lnTo>
                    <a:pt x="53466" y="167512"/>
                  </a:lnTo>
                  <a:lnTo>
                    <a:pt x="55625" y="160781"/>
                  </a:lnTo>
                  <a:lnTo>
                    <a:pt x="46079" y="156539"/>
                  </a:lnTo>
                  <a:lnTo>
                    <a:pt x="37830" y="150653"/>
                  </a:lnTo>
                  <a:lnTo>
                    <a:pt x="17843" y="111109"/>
                  </a:lnTo>
                  <a:lnTo>
                    <a:pt x="15404" y="83819"/>
                  </a:lnTo>
                  <a:lnTo>
                    <a:pt x="15366" y="82931"/>
                  </a:lnTo>
                  <a:lnTo>
                    <a:pt x="20939" y="43801"/>
                  </a:lnTo>
                  <a:lnTo>
                    <a:pt x="46239" y="10967"/>
                  </a:lnTo>
                  <a:lnTo>
                    <a:pt x="55879" y="6731"/>
                  </a:lnTo>
                  <a:lnTo>
                    <a:pt x="534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71925" y="2428875"/>
            <a:ext cx="1085850" cy="3143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33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7122" y="441579"/>
            <a:ext cx="4770427" cy="39684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83154" y="2465641"/>
            <a:ext cx="829944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size</a:t>
            </a:r>
            <a:r>
              <a:rPr sz="950" spc="5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in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10" dirty="0">
                <a:latin typeface="Verdana"/>
                <a:cs typeface="Verdana"/>
              </a:rPr>
              <a:t>feet</a:t>
            </a:r>
            <a:r>
              <a:rPr sz="975" spc="-15" baseline="25641" dirty="0">
                <a:latin typeface="Cambria Math"/>
                <a:cs typeface="Cambria Math"/>
              </a:rPr>
              <a:t>2</a:t>
            </a:r>
            <a:endParaRPr sz="975" baseline="25641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3980" y="1257300"/>
            <a:ext cx="48450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Verdana"/>
                <a:cs typeface="Verdana"/>
              </a:rPr>
              <a:t>pric</a:t>
            </a:r>
            <a:r>
              <a:rPr sz="950" spc="-235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33927" y="208788"/>
            <a:ext cx="434340" cy="167640"/>
          </a:xfrm>
          <a:custGeom>
            <a:avLst/>
            <a:gdLst/>
            <a:ahLst/>
            <a:cxnLst/>
            <a:rect l="l" t="t" r="r" b="b"/>
            <a:pathLst>
              <a:path w="434339" h="167640">
                <a:moveTo>
                  <a:pt x="380364" y="0"/>
                </a:moveTo>
                <a:lnTo>
                  <a:pt x="378079" y="6858"/>
                </a:lnTo>
                <a:lnTo>
                  <a:pt x="387772" y="11076"/>
                </a:lnTo>
                <a:lnTo>
                  <a:pt x="396097" y="16890"/>
                </a:lnTo>
                <a:lnTo>
                  <a:pt x="416115" y="55705"/>
                </a:lnTo>
                <a:lnTo>
                  <a:pt x="417943" y="68540"/>
                </a:lnTo>
                <a:lnTo>
                  <a:pt x="417972" y="68744"/>
                </a:lnTo>
                <a:lnTo>
                  <a:pt x="418592" y="83058"/>
                </a:lnTo>
                <a:lnTo>
                  <a:pt x="417972" y="97819"/>
                </a:lnTo>
                <a:lnTo>
                  <a:pt x="416115" y="111236"/>
                </a:lnTo>
                <a:lnTo>
                  <a:pt x="396081" y="150780"/>
                </a:lnTo>
                <a:lnTo>
                  <a:pt x="378333" y="160909"/>
                </a:lnTo>
                <a:lnTo>
                  <a:pt x="380364" y="167639"/>
                </a:lnTo>
                <a:lnTo>
                  <a:pt x="420116" y="138429"/>
                </a:lnTo>
                <a:lnTo>
                  <a:pt x="432974" y="99353"/>
                </a:lnTo>
                <a:lnTo>
                  <a:pt x="433832" y="83947"/>
                </a:lnTo>
                <a:lnTo>
                  <a:pt x="432984" y="68744"/>
                </a:lnTo>
                <a:lnTo>
                  <a:pt x="432972" y="68540"/>
                </a:lnTo>
                <a:lnTo>
                  <a:pt x="419988" y="29463"/>
                </a:lnTo>
                <a:lnTo>
                  <a:pt x="392557" y="4407"/>
                </a:lnTo>
                <a:lnTo>
                  <a:pt x="380364" y="0"/>
                </a:lnTo>
                <a:close/>
              </a:path>
              <a:path w="434339" h="167640">
                <a:moveTo>
                  <a:pt x="53467" y="0"/>
                </a:moveTo>
                <a:lnTo>
                  <a:pt x="13843" y="29463"/>
                </a:lnTo>
                <a:lnTo>
                  <a:pt x="877" y="68540"/>
                </a:lnTo>
                <a:lnTo>
                  <a:pt x="50" y="83058"/>
                </a:lnTo>
                <a:lnTo>
                  <a:pt x="0" y="83947"/>
                </a:lnTo>
                <a:lnTo>
                  <a:pt x="7822" y="126595"/>
                </a:lnTo>
                <a:lnTo>
                  <a:pt x="41275" y="163308"/>
                </a:lnTo>
                <a:lnTo>
                  <a:pt x="53467" y="167639"/>
                </a:lnTo>
                <a:lnTo>
                  <a:pt x="55625" y="160909"/>
                </a:lnTo>
                <a:lnTo>
                  <a:pt x="46079" y="156666"/>
                </a:lnTo>
                <a:lnTo>
                  <a:pt x="37830" y="150780"/>
                </a:lnTo>
                <a:lnTo>
                  <a:pt x="17843" y="111236"/>
                </a:lnTo>
                <a:lnTo>
                  <a:pt x="15404" y="83947"/>
                </a:lnTo>
                <a:lnTo>
                  <a:pt x="15367" y="83058"/>
                </a:lnTo>
                <a:lnTo>
                  <a:pt x="20939" y="43928"/>
                </a:lnTo>
                <a:lnTo>
                  <a:pt x="46239" y="11076"/>
                </a:lnTo>
                <a:lnTo>
                  <a:pt x="55880" y="6858"/>
                </a:lnTo>
                <a:lnTo>
                  <a:pt x="53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87726" y="152717"/>
            <a:ext cx="7677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4858" y="209550"/>
            <a:ext cx="415290" cy="167640"/>
          </a:xfrm>
          <a:custGeom>
            <a:avLst/>
            <a:gdLst/>
            <a:ahLst/>
            <a:cxnLst/>
            <a:rect l="l" t="t" r="r" b="b"/>
            <a:pathLst>
              <a:path w="415289" h="167640">
                <a:moveTo>
                  <a:pt x="361314" y="0"/>
                </a:moveTo>
                <a:lnTo>
                  <a:pt x="358901" y="6858"/>
                </a:lnTo>
                <a:lnTo>
                  <a:pt x="368615" y="11023"/>
                </a:lnTo>
                <a:lnTo>
                  <a:pt x="376983" y="16843"/>
                </a:lnTo>
                <a:lnTo>
                  <a:pt x="397065" y="55641"/>
                </a:lnTo>
                <a:lnTo>
                  <a:pt x="399541" y="82930"/>
                </a:lnTo>
                <a:lnTo>
                  <a:pt x="398920" y="97766"/>
                </a:lnTo>
                <a:lnTo>
                  <a:pt x="383909" y="143172"/>
                </a:lnTo>
                <a:lnTo>
                  <a:pt x="359155" y="160782"/>
                </a:lnTo>
                <a:lnTo>
                  <a:pt x="361314" y="167639"/>
                </a:lnTo>
                <a:lnTo>
                  <a:pt x="401065" y="138302"/>
                </a:lnTo>
                <a:lnTo>
                  <a:pt x="413924" y="99226"/>
                </a:lnTo>
                <a:lnTo>
                  <a:pt x="414781" y="83820"/>
                </a:lnTo>
                <a:lnTo>
                  <a:pt x="413933" y="68673"/>
                </a:lnTo>
                <a:lnTo>
                  <a:pt x="413922" y="68484"/>
                </a:lnTo>
                <a:lnTo>
                  <a:pt x="400938" y="29337"/>
                </a:lnTo>
                <a:lnTo>
                  <a:pt x="373506" y="4405"/>
                </a:lnTo>
                <a:lnTo>
                  <a:pt x="361314" y="0"/>
                </a:lnTo>
                <a:close/>
              </a:path>
              <a:path w="415289" h="167640">
                <a:moveTo>
                  <a:pt x="53466" y="0"/>
                </a:moveTo>
                <a:lnTo>
                  <a:pt x="13842" y="29337"/>
                </a:lnTo>
                <a:lnTo>
                  <a:pt x="859" y="68484"/>
                </a:lnTo>
                <a:lnTo>
                  <a:pt x="49" y="82930"/>
                </a:lnTo>
                <a:lnTo>
                  <a:pt x="0" y="83820"/>
                </a:lnTo>
                <a:lnTo>
                  <a:pt x="777" y="97766"/>
                </a:lnTo>
                <a:lnTo>
                  <a:pt x="859" y="99226"/>
                </a:lnTo>
                <a:lnTo>
                  <a:pt x="3444" y="113442"/>
                </a:lnTo>
                <a:lnTo>
                  <a:pt x="21463" y="148566"/>
                </a:lnTo>
                <a:lnTo>
                  <a:pt x="53466" y="167639"/>
                </a:lnTo>
                <a:lnTo>
                  <a:pt x="55625" y="160782"/>
                </a:lnTo>
                <a:lnTo>
                  <a:pt x="46079" y="156594"/>
                </a:lnTo>
                <a:lnTo>
                  <a:pt x="37830" y="150717"/>
                </a:lnTo>
                <a:lnTo>
                  <a:pt x="17843" y="111220"/>
                </a:lnTo>
                <a:lnTo>
                  <a:pt x="15366" y="82930"/>
                </a:lnTo>
                <a:lnTo>
                  <a:pt x="15986" y="68673"/>
                </a:lnTo>
                <a:lnTo>
                  <a:pt x="30894" y="24306"/>
                </a:lnTo>
                <a:lnTo>
                  <a:pt x="55879" y="6858"/>
                </a:lnTo>
                <a:lnTo>
                  <a:pt x="53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95925" y="153352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47083" y="2507360"/>
            <a:ext cx="415290" cy="167640"/>
          </a:xfrm>
          <a:custGeom>
            <a:avLst/>
            <a:gdLst/>
            <a:ahLst/>
            <a:cxnLst/>
            <a:rect l="l" t="t" r="r" b="b"/>
            <a:pathLst>
              <a:path w="415289" h="167639">
                <a:moveTo>
                  <a:pt x="361314" y="0"/>
                </a:moveTo>
                <a:lnTo>
                  <a:pt x="359028" y="6731"/>
                </a:lnTo>
                <a:lnTo>
                  <a:pt x="368722" y="10967"/>
                </a:lnTo>
                <a:lnTo>
                  <a:pt x="377047" y="16811"/>
                </a:lnTo>
                <a:lnTo>
                  <a:pt x="397065" y="55578"/>
                </a:lnTo>
                <a:lnTo>
                  <a:pt x="399541" y="82931"/>
                </a:lnTo>
                <a:lnTo>
                  <a:pt x="398922" y="97692"/>
                </a:lnTo>
                <a:lnTo>
                  <a:pt x="383964" y="143101"/>
                </a:lnTo>
                <a:lnTo>
                  <a:pt x="359282" y="160781"/>
                </a:lnTo>
                <a:lnTo>
                  <a:pt x="361314" y="167512"/>
                </a:lnTo>
                <a:lnTo>
                  <a:pt x="401065" y="138302"/>
                </a:lnTo>
                <a:lnTo>
                  <a:pt x="413924" y="99226"/>
                </a:lnTo>
                <a:lnTo>
                  <a:pt x="414781" y="83819"/>
                </a:lnTo>
                <a:lnTo>
                  <a:pt x="413934" y="68617"/>
                </a:lnTo>
                <a:lnTo>
                  <a:pt x="413922" y="68413"/>
                </a:lnTo>
                <a:lnTo>
                  <a:pt x="400938" y="29337"/>
                </a:lnTo>
                <a:lnTo>
                  <a:pt x="373506" y="4333"/>
                </a:lnTo>
                <a:lnTo>
                  <a:pt x="361314" y="0"/>
                </a:lnTo>
                <a:close/>
              </a:path>
              <a:path w="415289" h="167639">
                <a:moveTo>
                  <a:pt x="53466" y="0"/>
                </a:moveTo>
                <a:lnTo>
                  <a:pt x="13842" y="29337"/>
                </a:lnTo>
                <a:lnTo>
                  <a:pt x="877" y="68413"/>
                </a:lnTo>
                <a:lnTo>
                  <a:pt x="0" y="83819"/>
                </a:lnTo>
                <a:lnTo>
                  <a:pt x="773" y="97692"/>
                </a:lnTo>
                <a:lnTo>
                  <a:pt x="13842" y="138302"/>
                </a:lnTo>
                <a:lnTo>
                  <a:pt x="53466" y="167512"/>
                </a:lnTo>
                <a:lnTo>
                  <a:pt x="55625" y="160781"/>
                </a:lnTo>
                <a:lnTo>
                  <a:pt x="46079" y="156539"/>
                </a:lnTo>
                <a:lnTo>
                  <a:pt x="37830" y="150653"/>
                </a:lnTo>
                <a:lnTo>
                  <a:pt x="17843" y="111109"/>
                </a:lnTo>
                <a:lnTo>
                  <a:pt x="15404" y="83819"/>
                </a:lnTo>
                <a:lnTo>
                  <a:pt x="15366" y="82931"/>
                </a:lnTo>
                <a:lnTo>
                  <a:pt x="20939" y="43801"/>
                </a:lnTo>
                <a:lnTo>
                  <a:pt x="46239" y="10967"/>
                </a:lnTo>
                <a:lnTo>
                  <a:pt x="55879" y="6731"/>
                </a:lnTo>
                <a:lnTo>
                  <a:pt x="53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46879" y="2455481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7122" y="441579"/>
            <a:ext cx="4770427" cy="39684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25826" y="205694"/>
            <a:ext cx="691515" cy="208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8625" y="206329"/>
            <a:ext cx="45085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9579" y="2508458"/>
            <a:ext cx="45085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3154" y="2465641"/>
            <a:ext cx="829944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size</a:t>
            </a:r>
            <a:r>
              <a:rPr sz="950" spc="5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in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10" dirty="0">
                <a:latin typeface="Verdana"/>
                <a:cs typeface="Verdana"/>
              </a:rPr>
              <a:t>feet</a:t>
            </a:r>
            <a:r>
              <a:rPr sz="975" spc="-15" baseline="25641" dirty="0">
                <a:latin typeface="Cambria Math"/>
                <a:cs typeface="Cambria Math"/>
              </a:rPr>
              <a:t>2</a:t>
            </a:r>
            <a:endParaRPr sz="975" baseline="25641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980" y="1257300"/>
            <a:ext cx="48450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Verdana"/>
                <a:cs typeface="Verdana"/>
              </a:rPr>
              <a:t>pric</a:t>
            </a:r>
            <a:r>
              <a:rPr sz="950" spc="-235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52725" y="133350"/>
            <a:ext cx="1085850" cy="314325"/>
            <a:chOff x="2752725" y="133350"/>
            <a:chExt cx="1085850" cy="314325"/>
          </a:xfrm>
        </p:grpSpPr>
        <p:sp>
          <p:nvSpPr>
            <p:cNvPr id="9" name="object 9"/>
            <p:cNvSpPr/>
            <p:nvPr/>
          </p:nvSpPr>
          <p:spPr>
            <a:xfrm>
              <a:off x="2752725" y="133350"/>
              <a:ext cx="1085850" cy="314325"/>
            </a:xfrm>
            <a:custGeom>
              <a:avLst/>
              <a:gdLst/>
              <a:ahLst/>
              <a:cxnLst/>
              <a:rect l="l" t="t" r="r" b="b"/>
              <a:pathLst>
                <a:path w="1085850" h="314325">
                  <a:moveTo>
                    <a:pt x="10858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085850" y="3143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33927" y="208788"/>
              <a:ext cx="434340" cy="167640"/>
            </a:xfrm>
            <a:custGeom>
              <a:avLst/>
              <a:gdLst/>
              <a:ahLst/>
              <a:cxnLst/>
              <a:rect l="l" t="t" r="r" b="b"/>
              <a:pathLst>
                <a:path w="434339" h="167640">
                  <a:moveTo>
                    <a:pt x="380364" y="0"/>
                  </a:moveTo>
                  <a:lnTo>
                    <a:pt x="378079" y="6858"/>
                  </a:lnTo>
                  <a:lnTo>
                    <a:pt x="387772" y="11076"/>
                  </a:lnTo>
                  <a:lnTo>
                    <a:pt x="396097" y="16890"/>
                  </a:lnTo>
                  <a:lnTo>
                    <a:pt x="416115" y="55705"/>
                  </a:lnTo>
                  <a:lnTo>
                    <a:pt x="417943" y="68540"/>
                  </a:lnTo>
                  <a:lnTo>
                    <a:pt x="417972" y="68744"/>
                  </a:lnTo>
                  <a:lnTo>
                    <a:pt x="418592" y="83058"/>
                  </a:lnTo>
                  <a:lnTo>
                    <a:pt x="417972" y="97819"/>
                  </a:lnTo>
                  <a:lnTo>
                    <a:pt x="416115" y="111236"/>
                  </a:lnTo>
                  <a:lnTo>
                    <a:pt x="396081" y="150780"/>
                  </a:lnTo>
                  <a:lnTo>
                    <a:pt x="378333" y="160909"/>
                  </a:lnTo>
                  <a:lnTo>
                    <a:pt x="380364" y="167639"/>
                  </a:lnTo>
                  <a:lnTo>
                    <a:pt x="420116" y="138429"/>
                  </a:lnTo>
                  <a:lnTo>
                    <a:pt x="432974" y="99353"/>
                  </a:lnTo>
                  <a:lnTo>
                    <a:pt x="433832" y="83947"/>
                  </a:lnTo>
                  <a:lnTo>
                    <a:pt x="432984" y="68744"/>
                  </a:lnTo>
                  <a:lnTo>
                    <a:pt x="432972" y="68540"/>
                  </a:lnTo>
                  <a:lnTo>
                    <a:pt x="419988" y="29463"/>
                  </a:lnTo>
                  <a:lnTo>
                    <a:pt x="392557" y="4407"/>
                  </a:lnTo>
                  <a:lnTo>
                    <a:pt x="380364" y="0"/>
                  </a:lnTo>
                  <a:close/>
                </a:path>
                <a:path w="434339" h="167640">
                  <a:moveTo>
                    <a:pt x="53467" y="0"/>
                  </a:moveTo>
                  <a:lnTo>
                    <a:pt x="13843" y="29463"/>
                  </a:lnTo>
                  <a:lnTo>
                    <a:pt x="877" y="68540"/>
                  </a:lnTo>
                  <a:lnTo>
                    <a:pt x="50" y="83058"/>
                  </a:lnTo>
                  <a:lnTo>
                    <a:pt x="0" y="83947"/>
                  </a:lnTo>
                  <a:lnTo>
                    <a:pt x="7822" y="126595"/>
                  </a:lnTo>
                  <a:lnTo>
                    <a:pt x="41275" y="163308"/>
                  </a:lnTo>
                  <a:lnTo>
                    <a:pt x="53467" y="167639"/>
                  </a:lnTo>
                  <a:lnTo>
                    <a:pt x="55625" y="160909"/>
                  </a:lnTo>
                  <a:lnTo>
                    <a:pt x="46079" y="156666"/>
                  </a:lnTo>
                  <a:lnTo>
                    <a:pt x="37830" y="150780"/>
                  </a:lnTo>
                  <a:lnTo>
                    <a:pt x="17843" y="111236"/>
                  </a:lnTo>
                  <a:lnTo>
                    <a:pt x="15404" y="83947"/>
                  </a:lnTo>
                  <a:lnTo>
                    <a:pt x="15367" y="83058"/>
                  </a:lnTo>
                  <a:lnTo>
                    <a:pt x="20939" y="43928"/>
                  </a:lnTo>
                  <a:lnTo>
                    <a:pt x="46239" y="11076"/>
                  </a:lnTo>
                  <a:lnTo>
                    <a:pt x="55880" y="6858"/>
                  </a:lnTo>
                  <a:lnTo>
                    <a:pt x="53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87726" y="152717"/>
            <a:ext cx="7677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19700" y="133350"/>
            <a:ext cx="1085850" cy="314325"/>
            <a:chOff x="5219700" y="133350"/>
            <a:chExt cx="1085850" cy="314325"/>
          </a:xfrm>
        </p:grpSpPr>
        <p:sp>
          <p:nvSpPr>
            <p:cNvPr id="13" name="object 13"/>
            <p:cNvSpPr/>
            <p:nvPr/>
          </p:nvSpPr>
          <p:spPr>
            <a:xfrm>
              <a:off x="5219700" y="133350"/>
              <a:ext cx="1085850" cy="314325"/>
            </a:xfrm>
            <a:custGeom>
              <a:avLst/>
              <a:gdLst/>
              <a:ahLst/>
              <a:cxnLst/>
              <a:rect l="l" t="t" r="r" b="b"/>
              <a:pathLst>
                <a:path w="1085850" h="314325">
                  <a:moveTo>
                    <a:pt x="10858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085850" y="3143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94858" y="209550"/>
              <a:ext cx="415290" cy="167640"/>
            </a:xfrm>
            <a:custGeom>
              <a:avLst/>
              <a:gdLst/>
              <a:ahLst/>
              <a:cxnLst/>
              <a:rect l="l" t="t" r="r" b="b"/>
              <a:pathLst>
                <a:path w="415289" h="167640">
                  <a:moveTo>
                    <a:pt x="361314" y="0"/>
                  </a:moveTo>
                  <a:lnTo>
                    <a:pt x="358901" y="6858"/>
                  </a:lnTo>
                  <a:lnTo>
                    <a:pt x="368615" y="11023"/>
                  </a:lnTo>
                  <a:lnTo>
                    <a:pt x="376983" y="16843"/>
                  </a:lnTo>
                  <a:lnTo>
                    <a:pt x="397065" y="55641"/>
                  </a:lnTo>
                  <a:lnTo>
                    <a:pt x="399541" y="82930"/>
                  </a:lnTo>
                  <a:lnTo>
                    <a:pt x="398920" y="97766"/>
                  </a:lnTo>
                  <a:lnTo>
                    <a:pt x="383909" y="143172"/>
                  </a:lnTo>
                  <a:lnTo>
                    <a:pt x="359155" y="160782"/>
                  </a:lnTo>
                  <a:lnTo>
                    <a:pt x="361314" y="167639"/>
                  </a:lnTo>
                  <a:lnTo>
                    <a:pt x="401065" y="138302"/>
                  </a:lnTo>
                  <a:lnTo>
                    <a:pt x="413924" y="99226"/>
                  </a:lnTo>
                  <a:lnTo>
                    <a:pt x="414781" y="83820"/>
                  </a:lnTo>
                  <a:lnTo>
                    <a:pt x="413933" y="68673"/>
                  </a:lnTo>
                  <a:lnTo>
                    <a:pt x="413922" y="68484"/>
                  </a:lnTo>
                  <a:lnTo>
                    <a:pt x="400938" y="29337"/>
                  </a:lnTo>
                  <a:lnTo>
                    <a:pt x="373506" y="4405"/>
                  </a:lnTo>
                  <a:lnTo>
                    <a:pt x="361314" y="0"/>
                  </a:lnTo>
                  <a:close/>
                </a:path>
                <a:path w="415289" h="167640">
                  <a:moveTo>
                    <a:pt x="53466" y="0"/>
                  </a:moveTo>
                  <a:lnTo>
                    <a:pt x="13842" y="29337"/>
                  </a:lnTo>
                  <a:lnTo>
                    <a:pt x="859" y="68484"/>
                  </a:lnTo>
                  <a:lnTo>
                    <a:pt x="49" y="82930"/>
                  </a:lnTo>
                  <a:lnTo>
                    <a:pt x="0" y="83820"/>
                  </a:lnTo>
                  <a:lnTo>
                    <a:pt x="777" y="97766"/>
                  </a:lnTo>
                  <a:lnTo>
                    <a:pt x="859" y="99226"/>
                  </a:lnTo>
                  <a:lnTo>
                    <a:pt x="3444" y="113442"/>
                  </a:lnTo>
                  <a:lnTo>
                    <a:pt x="21463" y="148566"/>
                  </a:lnTo>
                  <a:lnTo>
                    <a:pt x="53466" y="167639"/>
                  </a:lnTo>
                  <a:lnTo>
                    <a:pt x="55625" y="160782"/>
                  </a:lnTo>
                  <a:lnTo>
                    <a:pt x="46079" y="156594"/>
                  </a:lnTo>
                  <a:lnTo>
                    <a:pt x="37830" y="150717"/>
                  </a:lnTo>
                  <a:lnTo>
                    <a:pt x="17843" y="111220"/>
                  </a:lnTo>
                  <a:lnTo>
                    <a:pt x="15366" y="82930"/>
                  </a:lnTo>
                  <a:lnTo>
                    <a:pt x="15986" y="68673"/>
                  </a:lnTo>
                  <a:lnTo>
                    <a:pt x="30894" y="24306"/>
                  </a:lnTo>
                  <a:lnTo>
                    <a:pt x="55879" y="6858"/>
                  </a:lnTo>
                  <a:lnTo>
                    <a:pt x="534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495925" y="153352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71925" y="2428875"/>
            <a:ext cx="1085850" cy="314325"/>
            <a:chOff x="3971925" y="2428875"/>
            <a:chExt cx="1085850" cy="314325"/>
          </a:xfrm>
        </p:grpSpPr>
        <p:sp>
          <p:nvSpPr>
            <p:cNvPr id="17" name="object 17"/>
            <p:cNvSpPr/>
            <p:nvPr/>
          </p:nvSpPr>
          <p:spPr>
            <a:xfrm>
              <a:off x="3971925" y="2428875"/>
              <a:ext cx="1085850" cy="314325"/>
            </a:xfrm>
            <a:custGeom>
              <a:avLst/>
              <a:gdLst/>
              <a:ahLst/>
              <a:cxnLst/>
              <a:rect l="l" t="t" r="r" b="b"/>
              <a:pathLst>
                <a:path w="1085850" h="314325">
                  <a:moveTo>
                    <a:pt x="1085850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085850" y="3143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47083" y="2507360"/>
              <a:ext cx="415290" cy="167640"/>
            </a:xfrm>
            <a:custGeom>
              <a:avLst/>
              <a:gdLst/>
              <a:ahLst/>
              <a:cxnLst/>
              <a:rect l="l" t="t" r="r" b="b"/>
              <a:pathLst>
                <a:path w="415289" h="167639">
                  <a:moveTo>
                    <a:pt x="361314" y="0"/>
                  </a:moveTo>
                  <a:lnTo>
                    <a:pt x="359028" y="6731"/>
                  </a:lnTo>
                  <a:lnTo>
                    <a:pt x="368722" y="10967"/>
                  </a:lnTo>
                  <a:lnTo>
                    <a:pt x="377047" y="16811"/>
                  </a:lnTo>
                  <a:lnTo>
                    <a:pt x="397065" y="55578"/>
                  </a:lnTo>
                  <a:lnTo>
                    <a:pt x="399541" y="82931"/>
                  </a:lnTo>
                  <a:lnTo>
                    <a:pt x="398922" y="97692"/>
                  </a:lnTo>
                  <a:lnTo>
                    <a:pt x="383964" y="143101"/>
                  </a:lnTo>
                  <a:lnTo>
                    <a:pt x="359282" y="160781"/>
                  </a:lnTo>
                  <a:lnTo>
                    <a:pt x="361314" y="167512"/>
                  </a:lnTo>
                  <a:lnTo>
                    <a:pt x="401065" y="138302"/>
                  </a:lnTo>
                  <a:lnTo>
                    <a:pt x="413924" y="99226"/>
                  </a:lnTo>
                  <a:lnTo>
                    <a:pt x="414781" y="83819"/>
                  </a:lnTo>
                  <a:lnTo>
                    <a:pt x="413934" y="68617"/>
                  </a:lnTo>
                  <a:lnTo>
                    <a:pt x="413922" y="68413"/>
                  </a:lnTo>
                  <a:lnTo>
                    <a:pt x="400938" y="29337"/>
                  </a:lnTo>
                  <a:lnTo>
                    <a:pt x="373506" y="4333"/>
                  </a:lnTo>
                  <a:lnTo>
                    <a:pt x="361314" y="0"/>
                  </a:lnTo>
                  <a:close/>
                </a:path>
                <a:path w="415289" h="167639">
                  <a:moveTo>
                    <a:pt x="53466" y="0"/>
                  </a:moveTo>
                  <a:lnTo>
                    <a:pt x="13842" y="29337"/>
                  </a:lnTo>
                  <a:lnTo>
                    <a:pt x="877" y="68413"/>
                  </a:lnTo>
                  <a:lnTo>
                    <a:pt x="0" y="83819"/>
                  </a:lnTo>
                  <a:lnTo>
                    <a:pt x="773" y="97692"/>
                  </a:lnTo>
                  <a:lnTo>
                    <a:pt x="13842" y="138302"/>
                  </a:lnTo>
                  <a:lnTo>
                    <a:pt x="53466" y="167512"/>
                  </a:lnTo>
                  <a:lnTo>
                    <a:pt x="55625" y="160781"/>
                  </a:lnTo>
                  <a:lnTo>
                    <a:pt x="46079" y="156539"/>
                  </a:lnTo>
                  <a:lnTo>
                    <a:pt x="37830" y="150653"/>
                  </a:lnTo>
                  <a:lnTo>
                    <a:pt x="17843" y="111109"/>
                  </a:lnTo>
                  <a:lnTo>
                    <a:pt x="15404" y="83819"/>
                  </a:lnTo>
                  <a:lnTo>
                    <a:pt x="15366" y="82931"/>
                  </a:lnTo>
                  <a:lnTo>
                    <a:pt x="20939" y="43801"/>
                  </a:lnTo>
                  <a:lnTo>
                    <a:pt x="46239" y="10967"/>
                  </a:lnTo>
                  <a:lnTo>
                    <a:pt x="55879" y="6731"/>
                  </a:lnTo>
                  <a:lnTo>
                    <a:pt x="534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71925" y="2428875"/>
            <a:ext cx="1085850" cy="3143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33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7122" y="441579"/>
            <a:ext cx="4770427" cy="39684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83154" y="2465641"/>
            <a:ext cx="829944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size</a:t>
            </a:r>
            <a:r>
              <a:rPr sz="950" spc="5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in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10" dirty="0">
                <a:latin typeface="Verdana"/>
                <a:cs typeface="Verdana"/>
              </a:rPr>
              <a:t>feet</a:t>
            </a:r>
            <a:r>
              <a:rPr sz="975" spc="-15" baseline="25641" dirty="0">
                <a:latin typeface="Cambria Math"/>
                <a:cs typeface="Cambria Math"/>
              </a:rPr>
              <a:t>2</a:t>
            </a:r>
            <a:endParaRPr sz="975" baseline="25641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3980" y="1257300"/>
            <a:ext cx="48450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Verdana"/>
                <a:cs typeface="Verdana"/>
              </a:rPr>
              <a:t>pric</a:t>
            </a:r>
            <a:r>
              <a:rPr sz="950" spc="-235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33927" y="208788"/>
            <a:ext cx="434340" cy="167640"/>
          </a:xfrm>
          <a:custGeom>
            <a:avLst/>
            <a:gdLst/>
            <a:ahLst/>
            <a:cxnLst/>
            <a:rect l="l" t="t" r="r" b="b"/>
            <a:pathLst>
              <a:path w="434339" h="167640">
                <a:moveTo>
                  <a:pt x="380364" y="0"/>
                </a:moveTo>
                <a:lnTo>
                  <a:pt x="378079" y="6858"/>
                </a:lnTo>
                <a:lnTo>
                  <a:pt x="387772" y="11076"/>
                </a:lnTo>
                <a:lnTo>
                  <a:pt x="396097" y="16890"/>
                </a:lnTo>
                <a:lnTo>
                  <a:pt x="416115" y="55705"/>
                </a:lnTo>
                <a:lnTo>
                  <a:pt x="417943" y="68540"/>
                </a:lnTo>
                <a:lnTo>
                  <a:pt x="417972" y="68744"/>
                </a:lnTo>
                <a:lnTo>
                  <a:pt x="418592" y="83058"/>
                </a:lnTo>
                <a:lnTo>
                  <a:pt x="417972" y="97819"/>
                </a:lnTo>
                <a:lnTo>
                  <a:pt x="416115" y="111236"/>
                </a:lnTo>
                <a:lnTo>
                  <a:pt x="396081" y="150780"/>
                </a:lnTo>
                <a:lnTo>
                  <a:pt x="378333" y="160909"/>
                </a:lnTo>
                <a:lnTo>
                  <a:pt x="380364" y="167639"/>
                </a:lnTo>
                <a:lnTo>
                  <a:pt x="420116" y="138429"/>
                </a:lnTo>
                <a:lnTo>
                  <a:pt x="432974" y="99353"/>
                </a:lnTo>
                <a:lnTo>
                  <a:pt x="433832" y="83947"/>
                </a:lnTo>
                <a:lnTo>
                  <a:pt x="432984" y="68744"/>
                </a:lnTo>
                <a:lnTo>
                  <a:pt x="432972" y="68540"/>
                </a:lnTo>
                <a:lnTo>
                  <a:pt x="419988" y="29463"/>
                </a:lnTo>
                <a:lnTo>
                  <a:pt x="392557" y="4407"/>
                </a:lnTo>
                <a:lnTo>
                  <a:pt x="380364" y="0"/>
                </a:lnTo>
                <a:close/>
              </a:path>
              <a:path w="434339" h="167640">
                <a:moveTo>
                  <a:pt x="53467" y="0"/>
                </a:moveTo>
                <a:lnTo>
                  <a:pt x="13843" y="29463"/>
                </a:lnTo>
                <a:lnTo>
                  <a:pt x="877" y="68540"/>
                </a:lnTo>
                <a:lnTo>
                  <a:pt x="50" y="83058"/>
                </a:lnTo>
                <a:lnTo>
                  <a:pt x="0" y="83947"/>
                </a:lnTo>
                <a:lnTo>
                  <a:pt x="7822" y="126595"/>
                </a:lnTo>
                <a:lnTo>
                  <a:pt x="41275" y="163308"/>
                </a:lnTo>
                <a:lnTo>
                  <a:pt x="53467" y="167639"/>
                </a:lnTo>
                <a:lnTo>
                  <a:pt x="55625" y="160909"/>
                </a:lnTo>
                <a:lnTo>
                  <a:pt x="46079" y="156666"/>
                </a:lnTo>
                <a:lnTo>
                  <a:pt x="37830" y="150780"/>
                </a:lnTo>
                <a:lnTo>
                  <a:pt x="17843" y="111236"/>
                </a:lnTo>
                <a:lnTo>
                  <a:pt x="15404" y="83947"/>
                </a:lnTo>
                <a:lnTo>
                  <a:pt x="15367" y="83058"/>
                </a:lnTo>
                <a:lnTo>
                  <a:pt x="20939" y="43928"/>
                </a:lnTo>
                <a:lnTo>
                  <a:pt x="46239" y="11076"/>
                </a:lnTo>
                <a:lnTo>
                  <a:pt x="55880" y="6858"/>
                </a:lnTo>
                <a:lnTo>
                  <a:pt x="53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87726" y="152717"/>
            <a:ext cx="7677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4858" y="209550"/>
            <a:ext cx="415290" cy="167640"/>
          </a:xfrm>
          <a:custGeom>
            <a:avLst/>
            <a:gdLst/>
            <a:ahLst/>
            <a:cxnLst/>
            <a:rect l="l" t="t" r="r" b="b"/>
            <a:pathLst>
              <a:path w="415289" h="167640">
                <a:moveTo>
                  <a:pt x="361314" y="0"/>
                </a:moveTo>
                <a:lnTo>
                  <a:pt x="358901" y="6858"/>
                </a:lnTo>
                <a:lnTo>
                  <a:pt x="368615" y="11023"/>
                </a:lnTo>
                <a:lnTo>
                  <a:pt x="376983" y="16843"/>
                </a:lnTo>
                <a:lnTo>
                  <a:pt x="397065" y="55641"/>
                </a:lnTo>
                <a:lnTo>
                  <a:pt x="399541" y="82930"/>
                </a:lnTo>
                <a:lnTo>
                  <a:pt x="398920" y="97766"/>
                </a:lnTo>
                <a:lnTo>
                  <a:pt x="383909" y="143172"/>
                </a:lnTo>
                <a:lnTo>
                  <a:pt x="359155" y="160782"/>
                </a:lnTo>
                <a:lnTo>
                  <a:pt x="361314" y="167639"/>
                </a:lnTo>
                <a:lnTo>
                  <a:pt x="401065" y="138302"/>
                </a:lnTo>
                <a:lnTo>
                  <a:pt x="413924" y="99226"/>
                </a:lnTo>
                <a:lnTo>
                  <a:pt x="414781" y="83820"/>
                </a:lnTo>
                <a:lnTo>
                  <a:pt x="413933" y="68673"/>
                </a:lnTo>
                <a:lnTo>
                  <a:pt x="413922" y="68484"/>
                </a:lnTo>
                <a:lnTo>
                  <a:pt x="400938" y="29337"/>
                </a:lnTo>
                <a:lnTo>
                  <a:pt x="373506" y="4405"/>
                </a:lnTo>
                <a:lnTo>
                  <a:pt x="361314" y="0"/>
                </a:lnTo>
                <a:close/>
              </a:path>
              <a:path w="415289" h="167640">
                <a:moveTo>
                  <a:pt x="53466" y="0"/>
                </a:moveTo>
                <a:lnTo>
                  <a:pt x="13842" y="29337"/>
                </a:lnTo>
                <a:lnTo>
                  <a:pt x="859" y="68484"/>
                </a:lnTo>
                <a:lnTo>
                  <a:pt x="49" y="82930"/>
                </a:lnTo>
                <a:lnTo>
                  <a:pt x="0" y="83820"/>
                </a:lnTo>
                <a:lnTo>
                  <a:pt x="777" y="97766"/>
                </a:lnTo>
                <a:lnTo>
                  <a:pt x="859" y="99226"/>
                </a:lnTo>
                <a:lnTo>
                  <a:pt x="3444" y="113442"/>
                </a:lnTo>
                <a:lnTo>
                  <a:pt x="21463" y="148566"/>
                </a:lnTo>
                <a:lnTo>
                  <a:pt x="53466" y="167639"/>
                </a:lnTo>
                <a:lnTo>
                  <a:pt x="55625" y="160782"/>
                </a:lnTo>
                <a:lnTo>
                  <a:pt x="46079" y="156594"/>
                </a:lnTo>
                <a:lnTo>
                  <a:pt x="37830" y="150717"/>
                </a:lnTo>
                <a:lnTo>
                  <a:pt x="17843" y="111220"/>
                </a:lnTo>
                <a:lnTo>
                  <a:pt x="15366" y="82930"/>
                </a:lnTo>
                <a:lnTo>
                  <a:pt x="15986" y="68673"/>
                </a:lnTo>
                <a:lnTo>
                  <a:pt x="30894" y="24306"/>
                </a:lnTo>
                <a:lnTo>
                  <a:pt x="55879" y="6858"/>
                </a:lnTo>
                <a:lnTo>
                  <a:pt x="53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95925" y="153352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47083" y="2507360"/>
            <a:ext cx="415290" cy="167640"/>
          </a:xfrm>
          <a:custGeom>
            <a:avLst/>
            <a:gdLst/>
            <a:ahLst/>
            <a:cxnLst/>
            <a:rect l="l" t="t" r="r" b="b"/>
            <a:pathLst>
              <a:path w="415289" h="167639">
                <a:moveTo>
                  <a:pt x="361314" y="0"/>
                </a:moveTo>
                <a:lnTo>
                  <a:pt x="359028" y="6731"/>
                </a:lnTo>
                <a:lnTo>
                  <a:pt x="368722" y="10967"/>
                </a:lnTo>
                <a:lnTo>
                  <a:pt x="377047" y="16811"/>
                </a:lnTo>
                <a:lnTo>
                  <a:pt x="397065" y="55578"/>
                </a:lnTo>
                <a:lnTo>
                  <a:pt x="399541" y="82931"/>
                </a:lnTo>
                <a:lnTo>
                  <a:pt x="398922" y="97692"/>
                </a:lnTo>
                <a:lnTo>
                  <a:pt x="383964" y="143101"/>
                </a:lnTo>
                <a:lnTo>
                  <a:pt x="359282" y="160781"/>
                </a:lnTo>
                <a:lnTo>
                  <a:pt x="361314" y="167512"/>
                </a:lnTo>
                <a:lnTo>
                  <a:pt x="401065" y="138302"/>
                </a:lnTo>
                <a:lnTo>
                  <a:pt x="413924" y="99226"/>
                </a:lnTo>
                <a:lnTo>
                  <a:pt x="414781" y="83819"/>
                </a:lnTo>
                <a:lnTo>
                  <a:pt x="413934" y="68617"/>
                </a:lnTo>
                <a:lnTo>
                  <a:pt x="413922" y="68413"/>
                </a:lnTo>
                <a:lnTo>
                  <a:pt x="400938" y="29337"/>
                </a:lnTo>
                <a:lnTo>
                  <a:pt x="373506" y="4333"/>
                </a:lnTo>
                <a:lnTo>
                  <a:pt x="361314" y="0"/>
                </a:lnTo>
                <a:close/>
              </a:path>
              <a:path w="415289" h="167639">
                <a:moveTo>
                  <a:pt x="53466" y="0"/>
                </a:moveTo>
                <a:lnTo>
                  <a:pt x="13842" y="29337"/>
                </a:lnTo>
                <a:lnTo>
                  <a:pt x="877" y="68413"/>
                </a:lnTo>
                <a:lnTo>
                  <a:pt x="0" y="83819"/>
                </a:lnTo>
                <a:lnTo>
                  <a:pt x="773" y="97692"/>
                </a:lnTo>
                <a:lnTo>
                  <a:pt x="13842" y="138302"/>
                </a:lnTo>
                <a:lnTo>
                  <a:pt x="53466" y="167512"/>
                </a:lnTo>
                <a:lnTo>
                  <a:pt x="55625" y="160781"/>
                </a:lnTo>
                <a:lnTo>
                  <a:pt x="46079" y="156539"/>
                </a:lnTo>
                <a:lnTo>
                  <a:pt x="37830" y="150653"/>
                </a:lnTo>
                <a:lnTo>
                  <a:pt x="17843" y="111109"/>
                </a:lnTo>
                <a:lnTo>
                  <a:pt x="15404" y="83819"/>
                </a:lnTo>
                <a:lnTo>
                  <a:pt x="15366" y="82931"/>
                </a:lnTo>
                <a:lnTo>
                  <a:pt x="20939" y="43801"/>
                </a:lnTo>
                <a:lnTo>
                  <a:pt x="46239" y="10967"/>
                </a:lnTo>
                <a:lnTo>
                  <a:pt x="55879" y="6731"/>
                </a:lnTo>
                <a:lnTo>
                  <a:pt x="53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46879" y="2455481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7122" y="441579"/>
            <a:ext cx="4770427" cy="39684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83154" y="2465641"/>
            <a:ext cx="829944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size</a:t>
            </a:r>
            <a:r>
              <a:rPr sz="950" spc="5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in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10" dirty="0">
                <a:latin typeface="Verdana"/>
                <a:cs typeface="Verdana"/>
              </a:rPr>
              <a:t>feet</a:t>
            </a:r>
            <a:r>
              <a:rPr sz="975" spc="-15" baseline="25641" dirty="0">
                <a:latin typeface="Cambria Math"/>
                <a:cs typeface="Cambria Math"/>
              </a:rPr>
              <a:t>2</a:t>
            </a:r>
            <a:endParaRPr sz="975" baseline="25641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3980" y="1257300"/>
            <a:ext cx="48450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Verdana"/>
                <a:cs typeface="Verdana"/>
              </a:rPr>
              <a:t>pric</a:t>
            </a:r>
            <a:r>
              <a:rPr sz="950" spc="-235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33927" y="208788"/>
            <a:ext cx="434340" cy="167640"/>
          </a:xfrm>
          <a:custGeom>
            <a:avLst/>
            <a:gdLst/>
            <a:ahLst/>
            <a:cxnLst/>
            <a:rect l="l" t="t" r="r" b="b"/>
            <a:pathLst>
              <a:path w="434339" h="167640">
                <a:moveTo>
                  <a:pt x="380364" y="0"/>
                </a:moveTo>
                <a:lnTo>
                  <a:pt x="378079" y="6858"/>
                </a:lnTo>
                <a:lnTo>
                  <a:pt x="387772" y="11076"/>
                </a:lnTo>
                <a:lnTo>
                  <a:pt x="396097" y="16890"/>
                </a:lnTo>
                <a:lnTo>
                  <a:pt x="416115" y="55705"/>
                </a:lnTo>
                <a:lnTo>
                  <a:pt x="417943" y="68540"/>
                </a:lnTo>
                <a:lnTo>
                  <a:pt x="417972" y="68744"/>
                </a:lnTo>
                <a:lnTo>
                  <a:pt x="418592" y="83058"/>
                </a:lnTo>
                <a:lnTo>
                  <a:pt x="417972" y="97819"/>
                </a:lnTo>
                <a:lnTo>
                  <a:pt x="416115" y="111236"/>
                </a:lnTo>
                <a:lnTo>
                  <a:pt x="396081" y="150780"/>
                </a:lnTo>
                <a:lnTo>
                  <a:pt x="378333" y="160909"/>
                </a:lnTo>
                <a:lnTo>
                  <a:pt x="380364" y="167639"/>
                </a:lnTo>
                <a:lnTo>
                  <a:pt x="420116" y="138429"/>
                </a:lnTo>
                <a:lnTo>
                  <a:pt x="432974" y="99353"/>
                </a:lnTo>
                <a:lnTo>
                  <a:pt x="433832" y="83947"/>
                </a:lnTo>
                <a:lnTo>
                  <a:pt x="432984" y="68744"/>
                </a:lnTo>
                <a:lnTo>
                  <a:pt x="432972" y="68540"/>
                </a:lnTo>
                <a:lnTo>
                  <a:pt x="419988" y="29463"/>
                </a:lnTo>
                <a:lnTo>
                  <a:pt x="392557" y="4407"/>
                </a:lnTo>
                <a:lnTo>
                  <a:pt x="380364" y="0"/>
                </a:lnTo>
                <a:close/>
              </a:path>
              <a:path w="434339" h="167640">
                <a:moveTo>
                  <a:pt x="53467" y="0"/>
                </a:moveTo>
                <a:lnTo>
                  <a:pt x="13843" y="29463"/>
                </a:lnTo>
                <a:lnTo>
                  <a:pt x="877" y="68540"/>
                </a:lnTo>
                <a:lnTo>
                  <a:pt x="50" y="83058"/>
                </a:lnTo>
                <a:lnTo>
                  <a:pt x="0" y="83947"/>
                </a:lnTo>
                <a:lnTo>
                  <a:pt x="7822" y="126595"/>
                </a:lnTo>
                <a:lnTo>
                  <a:pt x="41275" y="163308"/>
                </a:lnTo>
                <a:lnTo>
                  <a:pt x="53467" y="167639"/>
                </a:lnTo>
                <a:lnTo>
                  <a:pt x="55625" y="160909"/>
                </a:lnTo>
                <a:lnTo>
                  <a:pt x="46079" y="156666"/>
                </a:lnTo>
                <a:lnTo>
                  <a:pt x="37830" y="150780"/>
                </a:lnTo>
                <a:lnTo>
                  <a:pt x="17843" y="111236"/>
                </a:lnTo>
                <a:lnTo>
                  <a:pt x="15404" y="83947"/>
                </a:lnTo>
                <a:lnTo>
                  <a:pt x="15367" y="83058"/>
                </a:lnTo>
                <a:lnTo>
                  <a:pt x="20939" y="43928"/>
                </a:lnTo>
                <a:lnTo>
                  <a:pt x="46239" y="11076"/>
                </a:lnTo>
                <a:lnTo>
                  <a:pt x="55880" y="6858"/>
                </a:lnTo>
                <a:lnTo>
                  <a:pt x="53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87726" y="152717"/>
            <a:ext cx="7677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4858" y="209550"/>
            <a:ext cx="415290" cy="167640"/>
          </a:xfrm>
          <a:custGeom>
            <a:avLst/>
            <a:gdLst/>
            <a:ahLst/>
            <a:cxnLst/>
            <a:rect l="l" t="t" r="r" b="b"/>
            <a:pathLst>
              <a:path w="415289" h="167640">
                <a:moveTo>
                  <a:pt x="361314" y="0"/>
                </a:moveTo>
                <a:lnTo>
                  <a:pt x="358901" y="6858"/>
                </a:lnTo>
                <a:lnTo>
                  <a:pt x="368615" y="11023"/>
                </a:lnTo>
                <a:lnTo>
                  <a:pt x="376983" y="16843"/>
                </a:lnTo>
                <a:lnTo>
                  <a:pt x="397065" y="55641"/>
                </a:lnTo>
                <a:lnTo>
                  <a:pt x="399541" y="82930"/>
                </a:lnTo>
                <a:lnTo>
                  <a:pt x="398920" y="97766"/>
                </a:lnTo>
                <a:lnTo>
                  <a:pt x="383909" y="143172"/>
                </a:lnTo>
                <a:lnTo>
                  <a:pt x="359155" y="160782"/>
                </a:lnTo>
                <a:lnTo>
                  <a:pt x="361314" y="167639"/>
                </a:lnTo>
                <a:lnTo>
                  <a:pt x="401065" y="138302"/>
                </a:lnTo>
                <a:lnTo>
                  <a:pt x="413924" y="99226"/>
                </a:lnTo>
                <a:lnTo>
                  <a:pt x="414781" y="83820"/>
                </a:lnTo>
                <a:lnTo>
                  <a:pt x="413933" y="68673"/>
                </a:lnTo>
                <a:lnTo>
                  <a:pt x="413922" y="68484"/>
                </a:lnTo>
                <a:lnTo>
                  <a:pt x="400938" y="29337"/>
                </a:lnTo>
                <a:lnTo>
                  <a:pt x="373506" y="4405"/>
                </a:lnTo>
                <a:lnTo>
                  <a:pt x="361314" y="0"/>
                </a:lnTo>
                <a:close/>
              </a:path>
              <a:path w="415289" h="167640">
                <a:moveTo>
                  <a:pt x="53466" y="0"/>
                </a:moveTo>
                <a:lnTo>
                  <a:pt x="13842" y="29337"/>
                </a:lnTo>
                <a:lnTo>
                  <a:pt x="859" y="68484"/>
                </a:lnTo>
                <a:lnTo>
                  <a:pt x="49" y="82930"/>
                </a:lnTo>
                <a:lnTo>
                  <a:pt x="0" y="83820"/>
                </a:lnTo>
                <a:lnTo>
                  <a:pt x="777" y="97766"/>
                </a:lnTo>
                <a:lnTo>
                  <a:pt x="859" y="99226"/>
                </a:lnTo>
                <a:lnTo>
                  <a:pt x="3444" y="113442"/>
                </a:lnTo>
                <a:lnTo>
                  <a:pt x="21463" y="148566"/>
                </a:lnTo>
                <a:lnTo>
                  <a:pt x="53466" y="167639"/>
                </a:lnTo>
                <a:lnTo>
                  <a:pt x="55625" y="160782"/>
                </a:lnTo>
                <a:lnTo>
                  <a:pt x="46079" y="156594"/>
                </a:lnTo>
                <a:lnTo>
                  <a:pt x="37830" y="150717"/>
                </a:lnTo>
                <a:lnTo>
                  <a:pt x="17843" y="111220"/>
                </a:lnTo>
                <a:lnTo>
                  <a:pt x="15366" y="82930"/>
                </a:lnTo>
                <a:lnTo>
                  <a:pt x="15986" y="68673"/>
                </a:lnTo>
                <a:lnTo>
                  <a:pt x="30894" y="24306"/>
                </a:lnTo>
                <a:lnTo>
                  <a:pt x="55879" y="6858"/>
                </a:lnTo>
                <a:lnTo>
                  <a:pt x="53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95925" y="153352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47083" y="2507360"/>
            <a:ext cx="415290" cy="167640"/>
          </a:xfrm>
          <a:custGeom>
            <a:avLst/>
            <a:gdLst/>
            <a:ahLst/>
            <a:cxnLst/>
            <a:rect l="l" t="t" r="r" b="b"/>
            <a:pathLst>
              <a:path w="415289" h="167639">
                <a:moveTo>
                  <a:pt x="361314" y="0"/>
                </a:moveTo>
                <a:lnTo>
                  <a:pt x="359028" y="6731"/>
                </a:lnTo>
                <a:lnTo>
                  <a:pt x="368722" y="10967"/>
                </a:lnTo>
                <a:lnTo>
                  <a:pt x="377047" y="16811"/>
                </a:lnTo>
                <a:lnTo>
                  <a:pt x="397065" y="55578"/>
                </a:lnTo>
                <a:lnTo>
                  <a:pt x="399541" y="82931"/>
                </a:lnTo>
                <a:lnTo>
                  <a:pt x="398922" y="97692"/>
                </a:lnTo>
                <a:lnTo>
                  <a:pt x="383964" y="143101"/>
                </a:lnTo>
                <a:lnTo>
                  <a:pt x="359282" y="160781"/>
                </a:lnTo>
                <a:lnTo>
                  <a:pt x="361314" y="167512"/>
                </a:lnTo>
                <a:lnTo>
                  <a:pt x="401065" y="138302"/>
                </a:lnTo>
                <a:lnTo>
                  <a:pt x="413924" y="99226"/>
                </a:lnTo>
                <a:lnTo>
                  <a:pt x="414781" y="83819"/>
                </a:lnTo>
                <a:lnTo>
                  <a:pt x="413934" y="68617"/>
                </a:lnTo>
                <a:lnTo>
                  <a:pt x="413922" y="68413"/>
                </a:lnTo>
                <a:lnTo>
                  <a:pt x="400938" y="29337"/>
                </a:lnTo>
                <a:lnTo>
                  <a:pt x="373506" y="4333"/>
                </a:lnTo>
                <a:lnTo>
                  <a:pt x="361314" y="0"/>
                </a:lnTo>
                <a:close/>
              </a:path>
              <a:path w="415289" h="167639">
                <a:moveTo>
                  <a:pt x="53466" y="0"/>
                </a:moveTo>
                <a:lnTo>
                  <a:pt x="13842" y="29337"/>
                </a:lnTo>
                <a:lnTo>
                  <a:pt x="877" y="68413"/>
                </a:lnTo>
                <a:lnTo>
                  <a:pt x="0" y="83819"/>
                </a:lnTo>
                <a:lnTo>
                  <a:pt x="773" y="97692"/>
                </a:lnTo>
                <a:lnTo>
                  <a:pt x="13842" y="138302"/>
                </a:lnTo>
                <a:lnTo>
                  <a:pt x="53466" y="167512"/>
                </a:lnTo>
                <a:lnTo>
                  <a:pt x="55625" y="160781"/>
                </a:lnTo>
                <a:lnTo>
                  <a:pt x="46079" y="156539"/>
                </a:lnTo>
                <a:lnTo>
                  <a:pt x="37830" y="150653"/>
                </a:lnTo>
                <a:lnTo>
                  <a:pt x="17843" y="111109"/>
                </a:lnTo>
                <a:lnTo>
                  <a:pt x="15404" y="83819"/>
                </a:lnTo>
                <a:lnTo>
                  <a:pt x="15366" y="82931"/>
                </a:lnTo>
                <a:lnTo>
                  <a:pt x="20939" y="43801"/>
                </a:lnTo>
                <a:lnTo>
                  <a:pt x="46239" y="10967"/>
                </a:lnTo>
                <a:lnTo>
                  <a:pt x="55879" y="6731"/>
                </a:lnTo>
                <a:lnTo>
                  <a:pt x="53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46879" y="2455481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7122" y="441579"/>
            <a:ext cx="4770427" cy="39684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83154" y="2465641"/>
            <a:ext cx="829944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size</a:t>
            </a:r>
            <a:r>
              <a:rPr sz="950" spc="50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in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10" dirty="0">
                <a:latin typeface="Verdana"/>
                <a:cs typeface="Verdana"/>
              </a:rPr>
              <a:t>feet</a:t>
            </a:r>
            <a:r>
              <a:rPr sz="975" spc="-15" baseline="25641" dirty="0">
                <a:latin typeface="Cambria Math"/>
                <a:cs typeface="Cambria Math"/>
              </a:rPr>
              <a:t>2</a:t>
            </a:r>
            <a:endParaRPr sz="975" baseline="25641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3980" y="1257300"/>
            <a:ext cx="48450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Verdana"/>
                <a:cs typeface="Verdana"/>
              </a:rPr>
              <a:t>pric</a:t>
            </a:r>
            <a:r>
              <a:rPr sz="950" spc="-235" dirty="0">
                <a:latin typeface="Verdana"/>
                <a:cs typeface="Verdana"/>
              </a:rPr>
              <a:t> </a:t>
            </a:r>
            <a:r>
              <a:rPr sz="950" dirty="0">
                <a:latin typeface="Verdana"/>
                <a:cs typeface="Verdana"/>
              </a:rPr>
              <a:t>e</a:t>
            </a:r>
            <a:r>
              <a:rPr sz="950" spc="95" dirty="0">
                <a:latin typeface="Verdana"/>
                <a:cs typeface="Verdana"/>
              </a:rPr>
              <a:t> </a:t>
            </a:r>
            <a:r>
              <a:rPr sz="950" spc="-25" dirty="0">
                <a:latin typeface="Verdana"/>
                <a:cs typeface="Verdana"/>
              </a:rPr>
              <a:t>in</a:t>
            </a:r>
            <a:endParaRPr sz="9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latin typeface="Verdana"/>
                <a:cs typeface="Verdana"/>
              </a:rPr>
              <a:t>$</a:t>
            </a:r>
            <a:r>
              <a:rPr sz="950" spc="-10" dirty="0">
                <a:latin typeface="Cambria Math"/>
                <a:cs typeface="Cambria Math"/>
              </a:rPr>
              <a:t>1000</a:t>
            </a:r>
            <a:r>
              <a:rPr sz="950" spc="-10" dirty="0">
                <a:latin typeface="Verdana"/>
                <a:cs typeface="Verdana"/>
              </a:rPr>
              <a:t>'s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33927" y="208788"/>
            <a:ext cx="434340" cy="167640"/>
          </a:xfrm>
          <a:custGeom>
            <a:avLst/>
            <a:gdLst/>
            <a:ahLst/>
            <a:cxnLst/>
            <a:rect l="l" t="t" r="r" b="b"/>
            <a:pathLst>
              <a:path w="434339" h="167640">
                <a:moveTo>
                  <a:pt x="380364" y="0"/>
                </a:moveTo>
                <a:lnTo>
                  <a:pt x="378079" y="6858"/>
                </a:lnTo>
                <a:lnTo>
                  <a:pt x="387772" y="11076"/>
                </a:lnTo>
                <a:lnTo>
                  <a:pt x="396097" y="16890"/>
                </a:lnTo>
                <a:lnTo>
                  <a:pt x="416115" y="55705"/>
                </a:lnTo>
                <a:lnTo>
                  <a:pt x="417943" y="68540"/>
                </a:lnTo>
                <a:lnTo>
                  <a:pt x="417972" y="68744"/>
                </a:lnTo>
                <a:lnTo>
                  <a:pt x="418592" y="83058"/>
                </a:lnTo>
                <a:lnTo>
                  <a:pt x="417972" y="97819"/>
                </a:lnTo>
                <a:lnTo>
                  <a:pt x="416115" y="111236"/>
                </a:lnTo>
                <a:lnTo>
                  <a:pt x="396081" y="150780"/>
                </a:lnTo>
                <a:lnTo>
                  <a:pt x="378333" y="160909"/>
                </a:lnTo>
                <a:lnTo>
                  <a:pt x="380364" y="167639"/>
                </a:lnTo>
                <a:lnTo>
                  <a:pt x="420116" y="138429"/>
                </a:lnTo>
                <a:lnTo>
                  <a:pt x="432974" y="99353"/>
                </a:lnTo>
                <a:lnTo>
                  <a:pt x="433832" y="83947"/>
                </a:lnTo>
                <a:lnTo>
                  <a:pt x="432984" y="68744"/>
                </a:lnTo>
                <a:lnTo>
                  <a:pt x="432972" y="68540"/>
                </a:lnTo>
                <a:lnTo>
                  <a:pt x="419988" y="29463"/>
                </a:lnTo>
                <a:lnTo>
                  <a:pt x="392557" y="4407"/>
                </a:lnTo>
                <a:lnTo>
                  <a:pt x="380364" y="0"/>
                </a:lnTo>
                <a:close/>
              </a:path>
              <a:path w="434339" h="167640">
                <a:moveTo>
                  <a:pt x="53467" y="0"/>
                </a:moveTo>
                <a:lnTo>
                  <a:pt x="13843" y="29463"/>
                </a:lnTo>
                <a:lnTo>
                  <a:pt x="877" y="68540"/>
                </a:lnTo>
                <a:lnTo>
                  <a:pt x="50" y="83058"/>
                </a:lnTo>
                <a:lnTo>
                  <a:pt x="0" y="83947"/>
                </a:lnTo>
                <a:lnTo>
                  <a:pt x="7822" y="126595"/>
                </a:lnTo>
                <a:lnTo>
                  <a:pt x="41275" y="163308"/>
                </a:lnTo>
                <a:lnTo>
                  <a:pt x="53467" y="167639"/>
                </a:lnTo>
                <a:lnTo>
                  <a:pt x="55625" y="160909"/>
                </a:lnTo>
                <a:lnTo>
                  <a:pt x="46079" y="156666"/>
                </a:lnTo>
                <a:lnTo>
                  <a:pt x="37830" y="150780"/>
                </a:lnTo>
                <a:lnTo>
                  <a:pt x="17843" y="111236"/>
                </a:lnTo>
                <a:lnTo>
                  <a:pt x="15404" y="83947"/>
                </a:lnTo>
                <a:lnTo>
                  <a:pt x="15367" y="83058"/>
                </a:lnTo>
                <a:lnTo>
                  <a:pt x="20939" y="43928"/>
                </a:lnTo>
                <a:lnTo>
                  <a:pt x="46239" y="11076"/>
                </a:lnTo>
                <a:lnTo>
                  <a:pt x="55880" y="6858"/>
                </a:lnTo>
                <a:lnTo>
                  <a:pt x="53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87726" y="152717"/>
            <a:ext cx="7677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60" dirty="0">
                <a:latin typeface="Cambria Math"/>
                <a:cs typeface="Cambria Math"/>
              </a:rPr>
              <a:t>f</a:t>
            </a:r>
            <a:r>
              <a:rPr sz="1575" spc="89" baseline="-15873" dirty="0">
                <a:latin typeface="Cambria Math"/>
                <a:cs typeface="Cambria Math"/>
              </a:rPr>
              <a:t>w,b</a:t>
            </a:r>
            <a:r>
              <a:rPr sz="1575" spc="600" baseline="-15873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size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4858" y="209550"/>
            <a:ext cx="415290" cy="167640"/>
          </a:xfrm>
          <a:custGeom>
            <a:avLst/>
            <a:gdLst/>
            <a:ahLst/>
            <a:cxnLst/>
            <a:rect l="l" t="t" r="r" b="b"/>
            <a:pathLst>
              <a:path w="415289" h="167640">
                <a:moveTo>
                  <a:pt x="361314" y="0"/>
                </a:moveTo>
                <a:lnTo>
                  <a:pt x="358901" y="6858"/>
                </a:lnTo>
                <a:lnTo>
                  <a:pt x="368615" y="11023"/>
                </a:lnTo>
                <a:lnTo>
                  <a:pt x="376983" y="16843"/>
                </a:lnTo>
                <a:lnTo>
                  <a:pt x="397065" y="55641"/>
                </a:lnTo>
                <a:lnTo>
                  <a:pt x="399541" y="82930"/>
                </a:lnTo>
                <a:lnTo>
                  <a:pt x="398920" y="97766"/>
                </a:lnTo>
                <a:lnTo>
                  <a:pt x="383909" y="143172"/>
                </a:lnTo>
                <a:lnTo>
                  <a:pt x="359155" y="160782"/>
                </a:lnTo>
                <a:lnTo>
                  <a:pt x="361314" y="167639"/>
                </a:lnTo>
                <a:lnTo>
                  <a:pt x="401065" y="138302"/>
                </a:lnTo>
                <a:lnTo>
                  <a:pt x="413924" y="99226"/>
                </a:lnTo>
                <a:lnTo>
                  <a:pt x="414781" y="83820"/>
                </a:lnTo>
                <a:lnTo>
                  <a:pt x="413933" y="68673"/>
                </a:lnTo>
                <a:lnTo>
                  <a:pt x="413922" y="68484"/>
                </a:lnTo>
                <a:lnTo>
                  <a:pt x="400938" y="29337"/>
                </a:lnTo>
                <a:lnTo>
                  <a:pt x="373506" y="4405"/>
                </a:lnTo>
                <a:lnTo>
                  <a:pt x="361314" y="0"/>
                </a:lnTo>
                <a:close/>
              </a:path>
              <a:path w="415289" h="167640">
                <a:moveTo>
                  <a:pt x="53466" y="0"/>
                </a:moveTo>
                <a:lnTo>
                  <a:pt x="13842" y="29337"/>
                </a:lnTo>
                <a:lnTo>
                  <a:pt x="859" y="68484"/>
                </a:lnTo>
                <a:lnTo>
                  <a:pt x="49" y="82930"/>
                </a:lnTo>
                <a:lnTo>
                  <a:pt x="0" y="83820"/>
                </a:lnTo>
                <a:lnTo>
                  <a:pt x="777" y="97766"/>
                </a:lnTo>
                <a:lnTo>
                  <a:pt x="859" y="99226"/>
                </a:lnTo>
                <a:lnTo>
                  <a:pt x="3444" y="113442"/>
                </a:lnTo>
                <a:lnTo>
                  <a:pt x="21463" y="148566"/>
                </a:lnTo>
                <a:lnTo>
                  <a:pt x="53466" y="167639"/>
                </a:lnTo>
                <a:lnTo>
                  <a:pt x="55625" y="160782"/>
                </a:lnTo>
                <a:lnTo>
                  <a:pt x="46079" y="156594"/>
                </a:lnTo>
                <a:lnTo>
                  <a:pt x="37830" y="150717"/>
                </a:lnTo>
                <a:lnTo>
                  <a:pt x="17843" y="111220"/>
                </a:lnTo>
                <a:lnTo>
                  <a:pt x="15366" y="82930"/>
                </a:lnTo>
                <a:lnTo>
                  <a:pt x="15986" y="68673"/>
                </a:lnTo>
                <a:lnTo>
                  <a:pt x="30894" y="24306"/>
                </a:lnTo>
                <a:lnTo>
                  <a:pt x="55879" y="6858"/>
                </a:lnTo>
                <a:lnTo>
                  <a:pt x="53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95925" y="153352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47083" y="2507360"/>
            <a:ext cx="415290" cy="167640"/>
          </a:xfrm>
          <a:custGeom>
            <a:avLst/>
            <a:gdLst/>
            <a:ahLst/>
            <a:cxnLst/>
            <a:rect l="l" t="t" r="r" b="b"/>
            <a:pathLst>
              <a:path w="415289" h="167639">
                <a:moveTo>
                  <a:pt x="361314" y="0"/>
                </a:moveTo>
                <a:lnTo>
                  <a:pt x="359028" y="6731"/>
                </a:lnTo>
                <a:lnTo>
                  <a:pt x="368722" y="10967"/>
                </a:lnTo>
                <a:lnTo>
                  <a:pt x="377047" y="16811"/>
                </a:lnTo>
                <a:lnTo>
                  <a:pt x="397065" y="55578"/>
                </a:lnTo>
                <a:lnTo>
                  <a:pt x="399541" y="82931"/>
                </a:lnTo>
                <a:lnTo>
                  <a:pt x="398922" y="97692"/>
                </a:lnTo>
                <a:lnTo>
                  <a:pt x="383964" y="143101"/>
                </a:lnTo>
                <a:lnTo>
                  <a:pt x="359282" y="160781"/>
                </a:lnTo>
                <a:lnTo>
                  <a:pt x="361314" y="167512"/>
                </a:lnTo>
                <a:lnTo>
                  <a:pt x="401065" y="138302"/>
                </a:lnTo>
                <a:lnTo>
                  <a:pt x="413924" y="99226"/>
                </a:lnTo>
                <a:lnTo>
                  <a:pt x="414781" y="83819"/>
                </a:lnTo>
                <a:lnTo>
                  <a:pt x="413934" y="68617"/>
                </a:lnTo>
                <a:lnTo>
                  <a:pt x="413922" y="68413"/>
                </a:lnTo>
                <a:lnTo>
                  <a:pt x="400938" y="29337"/>
                </a:lnTo>
                <a:lnTo>
                  <a:pt x="373506" y="4333"/>
                </a:lnTo>
                <a:lnTo>
                  <a:pt x="361314" y="0"/>
                </a:lnTo>
                <a:close/>
              </a:path>
              <a:path w="415289" h="167639">
                <a:moveTo>
                  <a:pt x="53466" y="0"/>
                </a:moveTo>
                <a:lnTo>
                  <a:pt x="13842" y="29337"/>
                </a:lnTo>
                <a:lnTo>
                  <a:pt x="877" y="68413"/>
                </a:lnTo>
                <a:lnTo>
                  <a:pt x="0" y="83819"/>
                </a:lnTo>
                <a:lnTo>
                  <a:pt x="773" y="97692"/>
                </a:lnTo>
                <a:lnTo>
                  <a:pt x="13842" y="138302"/>
                </a:lnTo>
                <a:lnTo>
                  <a:pt x="53466" y="167512"/>
                </a:lnTo>
                <a:lnTo>
                  <a:pt x="55625" y="160781"/>
                </a:lnTo>
                <a:lnTo>
                  <a:pt x="46079" y="156539"/>
                </a:lnTo>
                <a:lnTo>
                  <a:pt x="37830" y="150653"/>
                </a:lnTo>
                <a:lnTo>
                  <a:pt x="17843" y="111109"/>
                </a:lnTo>
                <a:lnTo>
                  <a:pt x="15404" y="83819"/>
                </a:lnTo>
                <a:lnTo>
                  <a:pt x="15366" y="82931"/>
                </a:lnTo>
                <a:lnTo>
                  <a:pt x="20939" y="43801"/>
                </a:lnTo>
                <a:lnTo>
                  <a:pt x="46239" y="10967"/>
                </a:lnTo>
                <a:lnTo>
                  <a:pt x="55879" y="6731"/>
                </a:lnTo>
                <a:lnTo>
                  <a:pt x="53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46879" y="2455481"/>
            <a:ext cx="4762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14" dirty="0">
                <a:latin typeface="Cambria Math"/>
                <a:cs typeface="Cambria Math"/>
              </a:rPr>
              <a:t>J</a:t>
            </a:r>
            <a:r>
              <a:rPr sz="1400" spc="355" dirty="0">
                <a:latin typeface="Cambria Math"/>
                <a:cs typeface="Cambria Math"/>
              </a:rPr>
              <a:t> </a:t>
            </a:r>
            <a:r>
              <a:rPr sz="1400" spc="-30" dirty="0">
                <a:latin typeface="Cambria Math"/>
                <a:cs typeface="Cambria Math"/>
              </a:rPr>
              <a:t>w,</a:t>
            </a:r>
            <a:r>
              <a:rPr sz="1400" spc="-7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b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13433" y="400050"/>
            <a:ext cx="4944745" cy="1952625"/>
            <a:chOff x="1313433" y="400050"/>
            <a:chExt cx="4944745" cy="1952625"/>
          </a:xfrm>
        </p:grpSpPr>
        <p:sp>
          <p:nvSpPr>
            <p:cNvPr id="12" name="object 12"/>
            <p:cNvSpPr/>
            <p:nvPr/>
          </p:nvSpPr>
          <p:spPr>
            <a:xfrm>
              <a:off x="2576575" y="1833625"/>
              <a:ext cx="590550" cy="28575"/>
            </a:xfrm>
            <a:custGeom>
              <a:avLst/>
              <a:gdLst/>
              <a:ahLst/>
              <a:cxnLst/>
              <a:rect l="l" t="t" r="r" b="b"/>
              <a:pathLst>
                <a:path w="590550" h="28575">
                  <a:moveTo>
                    <a:pt x="0" y="28575"/>
                  </a:moveTo>
                  <a:lnTo>
                    <a:pt x="590550" y="0"/>
                  </a:lnTo>
                </a:path>
              </a:pathLst>
            </a:custGeom>
            <a:ln w="28575">
              <a:solidFill>
                <a:srgbClr val="FF40F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57601" y="1881250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9525" y="352425"/>
                  </a:lnTo>
                </a:path>
              </a:pathLst>
            </a:custGeom>
            <a:ln w="28575">
              <a:solidFill>
                <a:srgbClr val="FF93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7425" y="400050"/>
              <a:ext cx="180975" cy="1809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9800" y="2171700"/>
              <a:ext cx="180975" cy="1809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6949" y="1285875"/>
              <a:ext cx="180975" cy="1809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3433" y="1587880"/>
              <a:ext cx="994410" cy="3856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6439" y="2016125"/>
              <a:ext cx="49402" cy="1766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85947" y="1957958"/>
              <a:ext cx="465581" cy="210819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09875" y="104775"/>
            <a:ext cx="180975" cy="190500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"Batch"</a:t>
            </a:r>
            <a:r>
              <a:rPr spc="-10" dirty="0"/>
              <a:t> </a:t>
            </a:r>
            <a:r>
              <a:rPr dirty="0"/>
              <a:t>gradient</a:t>
            </a:r>
            <a:r>
              <a:rPr spc="-110" dirty="0"/>
              <a:t> </a:t>
            </a:r>
            <a:r>
              <a:rPr spc="-10" dirty="0"/>
              <a:t>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852" y="1056639"/>
            <a:ext cx="6093460" cy="75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5"/>
              </a:spcBef>
            </a:pPr>
            <a:r>
              <a:rPr sz="2400" dirty="0">
                <a:latin typeface="Verdana"/>
                <a:cs typeface="Verdana"/>
              </a:rPr>
              <a:t>"Batch":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Each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step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gradient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descent</a:t>
            </a:r>
            <a:endParaRPr sz="2400">
              <a:latin typeface="Verdana"/>
              <a:cs typeface="Verdana"/>
            </a:endParaRPr>
          </a:p>
          <a:p>
            <a:pPr marL="1356995">
              <a:lnSpc>
                <a:spcPts val="2865"/>
              </a:lnSpc>
            </a:pPr>
            <a:r>
              <a:rPr sz="2400" dirty="0">
                <a:latin typeface="Verdana"/>
                <a:cs typeface="Verdana"/>
              </a:rPr>
              <a:t>uses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all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training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examples.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58357" y="2010791"/>
            <a:ext cx="374015" cy="761365"/>
            <a:chOff x="6158357" y="2010791"/>
            <a:chExt cx="374015" cy="761365"/>
          </a:xfrm>
        </p:grpSpPr>
        <p:sp>
          <p:nvSpPr>
            <p:cNvPr id="5" name="object 5"/>
            <p:cNvSpPr/>
            <p:nvPr/>
          </p:nvSpPr>
          <p:spPr>
            <a:xfrm>
              <a:off x="6158357" y="2010790"/>
              <a:ext cx="374015" cy="761365"/>
            </a:xfrm>
            <a:custGeom>
              <a:avLst/>
              <a:gdLst/>
              <a:ahLst/>
              <a:cxnLst/>
              <a:rect l="l" t="t" r="r" b="b"/>
              <a:pathLst>
                <a:path w="374015" h="761364">
                  <a:moveTo>
                    <a:pt x="72263" y="607695"/>
                  </a:moveTo>
                  <a:lnTo>
                    <a:pt x="50800" y="607695"/>
                  </a:lnTo>
                  <a:lnTo>
                    <a:pt x="45847" y="630682"/>
                  </a:lnTo>
                  <a:lnTo>
                    <a:pt x="66929" y="630682"/>
                  </a:lnTo>
                  <a:lnTo>
                    <a:pt x="72263" y="607695"/>
                  </a:lnTo>
                  <a:close/>
                </a:path>
                <a:path w="374015" h="761364">
                  <a:moveTo>
                    <a:pt x="76327" y="740410"/>
                  </a:moveTo>
                  <a:lnTo>
                    <a:pt x="68961" y="733298"/>
                  </a:lnTo>
                  <a:lnTo>
                    <a:pt x="64897" y="737616"/>
                  </a:lnTo>
                  <a:lnTo>
                    <a:pt x="61468" y="741045"/>
                  </a:lnTo>
                  <a:lnTo>
                    <a:pt x="51054" y="746633"/>
                  </a:lnTo>
                  <a:lnTo>
                    <a:pt x="48539" y="746633"/>
                  </a:lnTo>
                  <a:lnTo>
                    <a:pt x="46482" y="745998"/>
                  </a:lnTo>
                  <a:lnTo>
                    <a:pt x="45466" y="744728"/>
                  </a:lnTo>
                  <a:lnTo>
                    <a:pt x="44323" y="743585"/>
                  </a:lnTo>
                  <a:lnTo>
                    <a:pt x="43815" y="741553"/>
                  </a:lnTo>
                  <a:lnTo>
                    <a:pt x="43942" y="734568"/>
                  </a:lnTo>
                  <a:lnTo>
                    <a:pt x="44704" y="729615"/>
                  </a:lnTo>
                  <a:lnTo>
                    <a:pt x="45466" y="726313"/>
                  </a:lnTo>
                  <a:lnTo>
                    <a:pt x="46482" y="722122"/>
                  </a:lnTo>
                  <a:lnTo>
                    <a:pt x="62230" y="650875"/>
                  </a:lnTo>
                  <a:lnTo>
                    <a:pt x="57023" y="650875"/>
                  </a:lnTo>
                  <a:lnTo>
                    <a:pt x="26035" y="652018"/>
                  </a:lnTo>
                  <a:lnTo>
                    <a:pt x="24739" y="659384"/>
                  </a:lnTo>
                  <a:lnTo>
                    <a:pt x="29337" y="659384"/>
                  </a:lnTo>
                  <a:lnTo>
                    <a:pt x="32639" y="660146"/>
                  </a:lnTo>
                  <a:lnTo>
                    <a:pt x="36195" y="662686"/>
                  </a:lnTo>
                  <a:lnTo>
                    <a:pt x="37211" y="664718"/>
                  </a:lnTo>
                  <a:lnTo>
                    <a:pt x="37338" y="667512"/>
                  </a:lnTo>
                  <a:lnTo>
                    <a:pt x="37338" y="669544"/>
                  </a:lnTo>
                  <a:lnTo>
                    <a:pt x="37084" y="670560"/>
                  </a:lnTo>
                  <a:lnTo>
                    <a:pt x="36830" y="673989"/>
                  </a:lnTo>
                  <a:lnTo>
                    <a:pt x="36195" y="677672"/>
                  </a:lnTo>
                  <a:lnTo>
                    <a:pt x="35306" y="681736"/>
                  </a:lnTo>
                  <a:lnTo>
                    <a:pt x="34544" y="685927"/>
                  </a:lnTo>
                  <a:lnTo>
                    <a:pt x="33655" y="690118"/>
                  </a:lnTo>
                  <a:lnTo>
                    <a:pt x="32639" y="694563"/>
                  </a:lnTo>
                  <a:lnTo>
                    <a:pt x="31496" y="699008"/>
                  </a:lnTo>
                  <a:lnTo>
                    <a:pt x="29464" y="707898"/>
                  </a:lnTo>
                  <a:lnTo>
                    <a:pt x="28321" y="712470"/>
                  </a:lnTo>
                  <a:lnTo>
                    <a:pt x="27432" y="716788"/>
                  </a:lnTo>
                  <a:lnTo>
                    <a:pt x="25654" y="724916"/>
                  </a:lnTo>
                  <a:lnTo>
                    <a:pt x="24892" y="728726"/>
                  </a:lnTo>
                  <a:lnTo>
                    <a:pt x="24257" y="732282"/>
                  </a:lnTo>
                  <a:lnTo>
                    <a:pt x="23749" y="735711"/>
                  </a:lnTo>
                  <a:lnTo>
                    <a:pt x="23774" y="745998"/>
                  </a:lnTo>
                  <a:lnTo>
                    <a:pt x="23876" y="746633"/>
                  </a:lnTo>
                  <a:lnTo>
                    <a:pt x="24765" y="749046"/>
                  </a:lnTo>
                  <a:lnTo>
                    <a:pt x="25527" y="751459"/>
                  </a:lnTo>
                  <a:lnTo>
                    <a:pt x="33909" y="759333"/>
                  </a:lnTo>
                  <a:lnTo>
                    <a:pt x="36195" y="760349"/>
                  </a:lnTo>
                  <a:lnTo>
                    <a:pt x="38608" y="760857"/>
                  </a:lnTo>
                  <a:lnTo>
                    <a:pt x="44196" y="760857"/>
                  </a:lnTo>
                  <a:lnTo>
                    <a:pt x="57531" y="756285"/>
                  </a:lnTo>
                  <a:lnTo>
                    <a:pt x="60325" y="754634"/>
                  </a:lnTo>
                  <a:lnTo>
                    <a:pt x="63119" y="752475"/>
                  </a:lnTo>
                  <a:lnTo>
                    <a:pt x="66167" y="749935"/>
                  </a:lnTo>
                  <a:lnTo>
                    <a:pt x="69215" y="747268"/>
                  </a:lnTo>
                  <a:lnTo>
                    <a:pt x="69862" y="746633"/>
                  </a:lnTo>
                  <a:lnTo>
                    <a:pt x="76327" y="740410"/>
                  </a:lnTo>
                  <a:close/>
                </a:path>
                <a:path w="374015" h="761364">
                  <a:moveTo>
                    <a:pt x="232664" y="711454"/>
                  </a:moveTo>
                  <a:lnTo>
                    <a:pt x="109474" y="711454"/>
                  </a:lnTo>
                  <a:lnTo>
                    <a:pt x="109474" y="727837"/>
                  </a:lnTo>
                  <a:lnTo>
                    <a:pt x="232664" y="727837"/>
                  </a:lnTo>
                  <a:lnTo>
                    <a:pt x="232664" y="711454"/>
                  </a:lnTo>
                  <a:close/>
                </a:path>
                <a:path w="374015" h="761364">
                  <a:moveTo>
                    <a:pt x="232664" y="664972"/>
                  </a:moveTo>
                  <a:lnTo>
                    <a:pt x="109474" y="664972"/>
                  </a:lnTo>
                  <a:lnTo>
                    <a:pt x="109474" y="681355"/>
                  </a:lnTo>
                  <a:lnTo>
                    <a:pt x="232664" y="681355"/>
                  </a:lnTo>
                  <a:lnTo>
                    <a:pt x="232664" y="664972"/>
                  </a:lnTo>
                  <a:close/>
                </a:path>
                <a:path w="374015" h="761364">
                  <a:moveTo>
                    <a:pt x="373634" y="472821"/>
                  </a:moveTo>
                  <a:lnTo>
                    <a:pt x="351536" y="472821"/>
                  </a:lnTo>
                  <a:lnTo>
                    <a:pt x="348119" y="491845"/>
                  </a:lnTo>
                  <a:lnTo>
                    <a:pt x="344385" y="507174"/>
                  </a:lnTo>
                  <a:lnTo>
                    <a:pt x="317804" y="537984"/>
                  </a:lnTo>
                  <a:lnTo>
                    <a:pt x="309753" y="538734"/>
                  </a:lnTo>
                  <a:lnTo>
                    <a:pt x="51562" y="538734"/>
                  </a:lnTo>
                  <a:lnTo>
                    <a:pt x="243205" y="278511"/>
                  </a:lnTo>
                  <a:lnTo>
                    <a:pt x="243205" y="260477"/>
                  </a:lnTo>
                  <a:lnTo>
                    <a:pt x="65659" y="19431"/>
                  </a:lnTo>
                  <a:lnTo>
                    <a:pt x="300482" y="19431"/>
                  </a:lnTo>
                  <a:lnTo>
                    <a:pt x="336829" y="47917"/>
                  </a:lnTo>
                  <a:lnTo>
                    <a:pt x="345948" y="88011"/>
                  </a:lnTo>
                  <a:lnTo>
                    <a:pt x="365506" y="88011"/>
                  </a:lnTo>
                  <a:lnTo>
                    <a:pt x="365506" y="0"/>
                  </a:lnTo>
                  <a:lnTo>
                    <a:pt x="6096" y="0"/>
                  </a:lnTo>
                  <a:lnTo>
                    <a:pt x="6096" y="14097"/>
                  </a:lnTo>
                  <a:lnTo>
                    <a:pt x="208534" y="284480"/>
                  </a:lnTo>
                  <a:lnTo>
                    <a:pt x="0" y="567182"/>
                  </a:lnTo>
                  <a:lnTo>
                    <a:pt x="0" y="581914"/>
                  </a:lnTo>
                  <a:lnTo>
                    <a:pt x="366014" y="581914"/>
                  </a:lnTo>
                  <a:lnTo>
                    <a:pt x="373634" y="4728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31280" y="2631948"/>
              <a:ext cx="90677" cy="137794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581393" y="2164207"/>
            <a:ext cx="576580" cy="311785"/>
            <a:chOff x="6581393" y="2164207"/>
            <a:chExt cx="576580" cy="311785"/>
          </a:xfrm>
        </p:grpSpPr>
        <p:sp>
          <p:nvSpPr>
            <p:cNvPr id="8" name="object 8"/>
            <p:cNvSpPr/>
            <p:nvPr/>
          </p:nvSpPr>
          <p:spPr>
            <a:xfrm>
              <a:off x="6581393" y="2164206"/>
              <a:ext cx="272415" cy="282575"/>
            </a:xfrm>
            <a:custGeom>
              <a:avLst/>
              <a:gdLst/>
              <a:ahLst/>
              <a:cxnLst/>
              <a:rect l="l" t="t" r="r" b="b"/>
              <a:pathLst>
                <a:path w="272415" h="282575">
                  <a:moveTo>
                    <a:pt x="93980" y="11430"/>
                  </a:moveTo>
                  <a:lnTo>
                    <a:pt x="90043" y="0"/>
                  </a:lnTo>
                  <a:lnTo>
                    <a:pt x="69557" y="7391"/>
                  </a:lnTo>
                  <a:lnTo>
                    <a:pt x="51587" y="18084"/>
                  </a:lnTo>
                  <a:lnTo>
                    <a:pt x="23228" y="49403"/>
                  </a:lnTo>
                  <a:lnTo>
                    <a:pt x="5803" y="91414"/>
                  </a:lnTo>
                  <a:lnTo>
                    <a:pt x="0" y="141224"/>
                  </a:lnTo>
                  <a:lnTo>
                    <a:pt x="1447" y="167170"/>
                  </a:lnTo>
                  <a:lnTo>
                    <a:pt x="13017" y="212991"/>
                  </a:lnTo>
                  <a:lnTo>
                    <a:pt x="36017" y="250228"/>
                  </a:lnTo>
                  <a:lnTo>
                    <a:pt x="69494" y="274942"/>
                  </a:lnTo>
                  <a:lnTo>
                    <a:pt x="90043" y="282321"/>
                  </a:lnTo>
                  <a:lnTo>
                    <a:pt x="93599" y="270891"/>
                  </a:lnTo>
                  <a:lnTo>
                    <a:pt x="77470" y="263728"/>
                  </a:lnTo>
                  <a:lnTo>
                    <a:pt x="63576" y="253796"/>
                  </a:lnTo>
                  <a:lnTo>
                    <a:pt x="35077" y="207556"/>
                  </a:lnTo>
                  <a:lnTo>
                    <a:pt x="26695" y="164642"/>
                  </a:lnTo>
                  <a:lnTo>
                    <a:pt x="25654" y="139700"/>
                  </a:lnTo>
                  <a:lnTo>
                    <a:pt x="26695" y="115633"/>
                  </a:lnTo>
                  <a:lnTo>
                    <a:pt x="35077" y="73863"/>
                  </a:lnTo>
                  <a:lnTo>
                    <a:pt x="63665" y="28359"/>
                  </a:lnTo>
                  <a:lnTo>
                    <a:pt x="77685" y="18529"/>
                  </a:lnTo>
                  <a:lnTo>
                    <a:pt x="93980" y="11430"/>
                  </a:lnTo>
                  <a:close/>
                </a:path>
                <a:path w="272415" h="282575">
                  <a:moveTo>
                    <a:pt x="271907" y="3683"/>
                  </a:moveTo>
                  <a:lnTo>
                    <a:pt x="264795" y="2159"/>
                  </a:lnTo>
                  <a:lnTo>
                    <a:pt x="256413" y="1270"/>
                  </a:lnTo>
                  <a:lnTo>
                    <a:pt x="246761" y="1270"/>
                  </a:lnTo>
                  <a:lnTo>
                    <a:pt x="204851" y="14732"/>
                  </a:lnTo>
                  <a:lnTo>
                    <a:pt x="180467" y="54991"/>
                  </a:lnTo>
                  <a:lnTo>
                    <a:pt x="177292" y="65024"/>
                  </a:lnTo>
                  <a:lnTo>
                    <a:pt x="175006" y="69596"/>
                  </a:lnTo>
                  <a:lnTo>
                    <a:pt x="150749" y="77470"/>
                  </a:lnTo>
                  <a:lnTo>
                    <a:pt x="148463" y="87757"/>
                  </a:lnTo>
                  <a:lnTo>
                    <a:pt x="173609" y="87757"/>
                  </a:lnTo>
                  <a:lnTo>
                    <a:pt x="139319" y="239395"/>
                  </a:lnTo>
                  <a:lnTo>
                    <a:pt x="118237" y="268097"/>
                  </a:lnTo>
                  <a:lnTo>
                    <a:pt x="107823" y="267970"/>
                  </a:lnTo>
                  <a:lnTo>
                    <a:pt x="106807" y="267716"/>
                  </a:lnTo>
                  <a:lnTo>
                    <a:pt x="104267" y="280797"/>
                  </a:lnTo>
                  <a:lnTo>
                    <a:pt x="106680" y="281305"/>
                  </a:lnTo>
                  <a:lnTo>
                    <a:pt x="109982" y="281559"/>
                  </a:lnTo>
                  <a:lnTo>
                    <a:pt x="114046" y="281559"/>
                  </a:lnTo>
                  <a:lnTo>
                    <a:pt x="149733" y="265684"/>
                  </a:lnTo>
                  <a:lnTo>
                    <a:pt x="170688" y="217551"/>
                  </a:lnTo>
                  <a:lnTo>
                    <a:pt x="198374" y="87757"/>
                  </a:lnTo>
                  <a:lnTo>
                    <a:pt x="236728" y="87757"/>
                  </a:lnTo>
                  <a:lnTo>
                    <a:pt x="240030" y="72771"/>
                  </a:lnTo>
                  <a:lnTo>
                    <a:pt x="201803" y="72771"/>
                  </a:lnTo>
                  <a:lnTo>
                    <a:pt x="207314" y="49110"/>
                  </a:lnTo>
                  <a:lnTo>
                    <a:pt x="227203" y="14605"/>
                  </a:lnTo>
                  <a:lnTo>
                    <a:pt x="232029" y="13081"/>
                  </a:lnTo>
                  <a:lnTo>
                    <a:pt x="242062" y="13081"/>
                  </a:lnTo>
                  <a:lnTo>
                    <a:pt x="245237" y="14351"/>
                  </a:lnTo>
                  <a:lnTo>
                    <a:pt x="249809" y="19304"/>
                  </a:lnTo>
                  <a:lnTo>
                    <a:pt x="251587" y="23368"/>
                  </a:lnTo>
                  <a:lnTo>
                    <a:pt x="252984" y="28956"/>
                  </a:lnTo>
                  <a:lnTo>
                    <a:pt x="266065" y="28956"/>
                  </a:lnTo>
                  <a:lnTo>
                    <a:pt x="271907" y="36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8121" y="2338959"/>
              <a:ext cx="209169" cy="1365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2690" y="2299843"/>
              <a:ext cx="105155" cy="14795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7219574" y="2100833"/>
            <a:ext cx="683895" cy="375920"/>
            <a:chOff x="7219574" y="2100833"/>
            <a:chExt cx="683895" cy="375920"/>
          </a:xfrm>
        </p:grpSpPr>
        <p:sp>
          <p:nvSpPr>
            <p:cNvPr id="12" name="object 12"/>
            <p:cNvSpPr/>
            <p:nvPr/>
          </p:nvSpPr>
          <p:spPr>
            <a:xfrm>
              <a:off x="7219574" y="2108072"/>
              <a:ext cx="683895" cy="368300"/>
            </a:xfrm>
            <a:custGeom>
              <a:avLst/>
              <a:gdLst/>
              <a:ahLst/>
              <a:cxnLst/>
              <a:rect l="l" t="t" r="r" b="b"/>
              <a:pathLst>
                <a:path w="683895" h="368300">
                  <a:moveTo>
                    <a:pt x="586607" y="0"/>
                  </a:moveTo>
                  <a:lnTo>
                    <a:pt x="582924" y="12191"/>
                  </a:lnTo>
                  <a:lnTo>
                    <a:pt x="599830" y="20955"/>
                  </a:lnTo>
                  <a:lnTo>
                    <a:pt x="614547" y="33718"/>
                  </a:lnTo>
                  <a:lnTo>
                    <a:pt x="637407" y="71246"/>
                  </a:lnTo>
                  <a:lnTo>
                    <a:pt x="651345" y="122285"/>
                  </a:lnTo>
                  <a:lnTo>
                    <a:pt x="655949" y="184276"/>
                  </a:lnTo>
                  <a:lnTo>
                    <a:pt x="654802" y="216540"/>
                  </a:lnTo>
                  <a:lnTo>
                    <a:pt x="645554" y="272877"/>
                  </a:lnTo>
                  <a:lnTo>
                    <a:pt x="627072" y="317690"/>
                  </a:lnTo>
                  <a:lnTo>
                    <a:pt x="599830" y="347218"/>
                  </a:lnTo>
                  <a:lnTo>
                    <a:pt x="582924" y="355981"/>
                  </a:lnTo>
                  <a:lnTo>
                    <a:pt x="586607" y="368172"/>
                  </a:lnTo>
                  <a:lnTo>
                    <a:pt x="627755" y="346265"/>
                  </a:lnTo>
                  <a:lnTo>
                    <a:pt x="658235" y="304926"/>
                  </a:lnTo>
                  <a:lnTo>
                    <a:pt x="677094" y="249205"/>
                  </a:lnTo>
                  <a:lnTo>
                    <a:pt x="683375" y="184276"/>
                  </a:lnTo>
                  <a:lnTo>
                    <a:pt x="681880" y="151917"/>
                  </a:lnTo>
                  <a:lnTo>
                    <a:pt x="669236" y="89941"/>
                  </a:lnTo>
                  <a:lnTo>
                    <a:pt x="644328" y="40147"/>
                  </a:lnTo>
                  <a:lnTo>
                    <a:pt x="608514" y="8524"/>
                  </a:lnTo>
                  <a:lnTo>
                    <a:pt x="586607" y="0"/>
                  </a:lnTo>
                  <a:close/>
                </a:path>
                <a:path w="683895" h="368300">
                  <a:moveTo>
                    <a:pt x="96641" y="0"/>
                  </a:moveTo>
                  <a:lnTo>
                    <a:pt x="55604" y="21907"/>
                  </a:lnTo>
                  <a:lnTo>
                    <a:pt x="25140" y="63245"/>
                  </a:lnTo>
                  <a:lnTo>
                    <a:pt x="6280" y="118983"/>
                  </a:lnTo>
                  <a:lnTo>
                    <a:pt x="0" y="184276"/>
                  </a:lnTo>
                  <a:lnTo>
                    <a:pt x="1504" y="216540"/>
                  </a:lnTo>
                  <a:lnTo>
                    <a:pt x="14138" y="278233"/>
                  </a:lnTo>
                  <a:lnTo>
                    <a:pt x="39044" y="328025"/>
                  </a:lnTo>
                  <a:lnTo>
                    <a:pt x="74806" y="359648"/>
                  </a:lnTo>
                  <a:lnTo>
                    <a:pt x="96641" y="368172"/>
                  </a:lnTo>
                  <a:lnTo>
                    <a:pt x="100451" y="355981"/>
                  </a:lnTo>
                  <a:lnTo>
                    <a:pt x="83524" y="347217"/>
                  </a:lnTo>
                  <a:lnTo>
                    <a:pt x="68764" y="334454"/>
                  </a:lnTo>
                  <a:lnTo>
                    <a:pt x="45841" y="296925"/>
                  </a:lnTo>
                  <a:lnTo>
                    <a:pt x="31950" y="246078"/>
                  </a:lnTo>
                  <a:lnTo>
                    <a:pt x="27299" y="184276"/>
                  </a:lnTo>
                  <a:lnTo>
                    <a:pt x="28463" y="151917"/>
                  </a:lnTo>
                  <a:lnTo>
                    <a:pt x="37746" y="95390"/>
                  </a:lnTo>
                  <a:lnTo>
                    <a:pt x="56195" y="50482"/>
                  </a:lnTo>
                  <a:lnTo>
                    <a:pt x="83524" y="20954"/>
                  </a:lnTo>
                  <a:lnTo>
                    <a:pt x="100451" y="12191"/>
                  </a:lnTo>
                  <a:lnTo>
                    <a:pt x="966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0566" y="2234437"/>
              <a:ext cx="153288" cy="14719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26273" y="2100833"/>
              <a:ext cx="233425" cy="202946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8014969" y="2282207"/>
            <a:ext cx="183515" cy="20320"/>
          </a:xfrm>
          <a:custGeom>
            <a:avLst/>
            <a:gdLst/>
            <a:ahLst/>
            <a:cxnLst/>
            <a:rect l="l" t="t" r="r" b="b"/>
            <a:pathLst>
              <a:path w="183515" h="20319">
                <a:moveTo>
                  <a:pt x="183349" y="0"/>
                </a:moveTo>
                <a:lnTo>
                  <a:pt x="0" y="0"/>
                </a:lnTo>
                <a:lnTo>
                  <a:pt x="0" y="19794"/>
                </a:lnTo>
                <a:lnTo>
                  <a:pt x="183349" y="19794"/>
                </a:lnTo>
                <a:lnTo>
                  <a:pt x="1833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8289163" y="2100833"/>
            <a:ext cx="706755" cy="346075"/>
            <a:chOff x="8289163" y="2100833"/>
            <a:chExt cx="706755" cy="346075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89163" y="2234564"/>
              <a:ext cx="165100" cy="2095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97824" y="2100833"/>
              <a:ext cx="233425" cy="20294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769985" y="2164206"/>
              <a:ext cx="94615" cy="282575"/>
            </a:xfrm>
            <a:custGeom>
              <a:avLst/>
              <a:gdLst/>
              <a:ahLst/>
              <a:cxnLst/>
              <a:rect l="l" t="t" r="r" b="b"/>
              <a:pathLst>
                <a:path w="94615" h="282575">
                  <a:moveTo>
                    <a:pt x="4064" y="0"/>
                  </a:moveTo>
                  <a:lnTo>
                    <a:pt x="0" y="11430"/>
                  </a:lnTo>
                  <a:lnTo>
                    <a:pt x="16363" y="18522"/>
                  </a:lnTo>
                  <a:lnTo>
                    <a:pt x="30416" y="28352"/>
                  </a:lnTo>
                  <a:lnTo>
                    <a:pt x="58949" y="73852"/>
                  </a:lnTo>
                  <a:lnTo>
                    <a:pt x="67280" y="115623"/>
                  </a:lnTo>
                  <a:lnTo>
                    <a:pt x="68325" y="139700"/>
                  </a:lnTo>
                  <a:lnTo>
                    <a:pt x="67278" y="164633"/>
                  </a:lnTo>
                  <a:lnTo>
                    <a:pt x="58896" y="207547"/>
                  </a:lnTo>
                  <a:lnTo>
                    <a:pt x="30416" y="253793"/>
                  </a:lnTo>
                  <a:lnTo>
                    <a:pt x="508" y="270891"/>
                  </a:lnTo>
                  <a:lnTo>
                    <a:pt x="4064" y="282320"/>
                  </a:lnTo>
                  <a:lnTo>
                    <a:pt x="42560" y="264239"/>
                  </a:lnTo>
                  <a:lnTo>
                    <a:pt x="70866" y="232918"/>
                  </a:lnTo>
                  <a:lnTo>
                    <a:pt x="88296" y="191071"/>
                  </a:lnTo>
                  <a:lnTo>
                    <a:pt x="94107" y="141224"/>
                  </a:lnTo>
                  <a:lnTo>
                    <a:pt x="92652" y="115339"/>
                  </a:lnTo>
                  <a:lnTo>
                    <a:pt x="80980" y="69429"/>
                  </a:lnTo>
                  <a:lnTo>
                    <a:pt x="57856" y="32093"/>
                  </a:lnTo>
                  <a:lnTo>
                    <a:pt x="24518" y="7379"/>
                  </a:lnTo>
                  <a:lnTo>
                    <a:pt x="4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02700" y="2126360"/>
              <a:ext cx="92709" cy="138556"/>
            </a:xfrm>
            <a:prstGeom prst="rect">
              <a:avLst/>
            </a:prstGeom>
          </p:spPr>
        </p:pic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871537" y="1856861"/>
          <a:ext cx="3828413" cy="2258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4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165" algn="ctr">
                        <a:lnSpc>
                          <a:spcPts val="1745"/>
                        </a:lnSpc>
                      </a:pPr>
                      <a:r>
                        <a:rPr sz="1800" spc="25" dirty="0">
                          <a:latin typeface="Cambria Math"/>
                          <a:cs typeface="Cambria Math"/>
                        </a:rPr>
                        <a:t>x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R="432434" algn="ctr">
                        <a:lnSpc>
                          <a:spcPts val="1664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size</a:t>
                      </a:r>
                      <a:r>
                        <a:rPr sz="14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4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feet</a:t>
                      </a:r>
                      <a:r>
                        <a:rPr sz="1350" spc="-30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35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ts val="1875"/>
                        </a:lnSpc>
                      </a:pPr>
                      <a:r>
                        <a:rPr sz="1800" spc="40" dirty="0">
                          <a:latin typeface="Cambria Math"/>
                          <a:cs typeface="Cambria Math"/>
                        </a:rPr>
                        <a:t>y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R="59055" algn="ctr">
                        <a:lnSpc>
                          <a:spcPts val="1664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price</a:t>
                      </a:r>
                      <a:r>
                        <a:rPr sz="14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4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1400" spc="-10" dirty="0">
                          <a:latin typeface="Cambria Math"/>
                          <a:cs typeface="Cambria Math"/>
                        </a:rPr>
                        <a:t>1000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's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spc="-25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6515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ts val="1964"/>
                        </a:lnSpc>
                        <a:spcBef>
                          <a:spcPts val="685"/>
                        </a:spcBef>
                      </a:pPr>
                      <a:r>
                        <a:rPr sz="1800" spc="-20" dirty="0">
                          <a:latin typeface="Cambria Math"/>
                          <a:cs typeface="Cambria Math"/>
                        </a:rPr>
                        <a:t>2104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8699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515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400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10795">
                        <a:lnSpc>
                          <a:spcPts val="2039"/>
                        </a:lnSpc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spc="-2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ts val="1964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mbria Math"/>
                          <a:cs typeface="Cambria Math"/>
                        </a:rPr>
                        <a:t>1416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05155">
                        <a:lnSpc>
                          <a:spcPts val="2055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232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10795">
                        <a:lnSpc>
                          <a:spcPts val="2039"/>
                        </a:lnSpc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spc="-2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ts val="1964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mbria Math"/>
                          <a:cs typeface="Cambria Math"/>
                        </a:rPr>
                        <a:t>1534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05155">
                        <a:lnSpc>
                          <a:spcPts val="2055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315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10795">
                        <a:lnSpc>
                          <a:spcPts val="2039"/>
                        </a:lnSpc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spc="-25" dirty="0">
                          <a:latin typeface="Cambria Math"/>
                          <a:cs typeface="Cambria Math"/>
                        </a:rPr>
                        <a:t>4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ts val="1964"/>
                        </a:lnSpc>
                        <a:spcBef>
                          <a:spcPts val="11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852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05155">
                        <a:lnSpc>
                          <a:spcPts val="2055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178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0795">
                        <a:lnSpc>
                          <a:spcPts val="2039"/>
                        </a:lnSpc>
                      </a:pPr>
                      <a:r>
                        <a:rPr sz="1800" spc="775" dirty="0">
                          <a:latin typeface="Verdana"/>
                          <a:cs typeface="Verdana"/>
                        </a:rPr>
                        <a:t>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3230">
                        <a:lnSpc>
                          <a:spcPts val="1930"/>
                        </a:lnSpc>
                        <a:spcBef>
                          <a:spcPts val="115"/>
                        </a:spcBef>
                      </a:pPr>
                      <a:r>
                        <a:rPr sz="1800" spc="925" dirty="0">
                          <a:latin typeface="Cambria Math"/>
                          <a:cs typeface="Cambria Math"/>
                        </a:rPr>
                        <a:t>.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1460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00405">
                        <a:lnSpc>
                          <a:spcPts val="2045"/>
                        </a:lnSpc>
                      </a:pPr>
                      <a:r>
                        <a:rPr sz="1800" spc="925" dirty="0">
                          <a:latin typeface="Cambria Math"/>
                          <a:cs typeface="Cambria Math"/>
                        </a:rPr>
                        <a:t>.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10795">
                        <a:lnSpc>
                          <a:spcPts val="2000"/>
                        </a:lnSpc>
                      </a:pPr>
                      <a:r>
                        <a:rPr sz="1800" spc="-20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800" spc="-20" dirty="0">
                          <a:latin typeface="Cambria Math"/>
                          <a:cs typeface="Cambria Math"/>
                        </a:rPr>
                        <a:t>47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ts val="2100"/>
                        </a:lnSpc>
                        <a:spcBef>
                          <a:spcPts val="75"/>
                        </a:spcBef>
                      </a:pPr>
                      <a:r>
                        <a:rPr sz="1800" spc="-20" dirty="0">
                          <a:latin typeface="Cambria Math"/>
                          <a:cs typeface="Cambria Math"/>
                        </a:rPr>
                        <a:t>3210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05155">
                        <a:lnSpc>
                          <a:spcPts val="2014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870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199" y="2395347"/>
            <a:ext cx="566521" cy="1800047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4791836" y="1874773"/>
            <a:ext cx="1212215" cy="495934"/>
            <a:chOff x="4791836" y="1874773"/>
            <a:chExt cx="1212215" cy="495934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91836" y="1929637"/>
              <a:ext cx="166497" cy="14858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76494" y="1874773"/>
              <a:ext cx="1027176" cy="495807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96584" y="2858785"/>
            <a:ext cx="2451185" cy="1369494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5143500" y="3162300"/>
            <a:ext cx="781050" cy="495300"/>
            <a:chOff x="5143500" y="3162300"/>
            <a:chExt cx="781050" cy="49530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43500" y="3162300"/>
              <a:ext cx="781050" cy="495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4111" y="3495003"/>
              <a:ext cx="123701" cy="125168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2631841" y="1741423"/>
            <a:ext cx="3999229" cy="182880"/>
            <a:chOff x="2631841" y="1741423"/>
            <a:chExt cx="3999229" cy="182880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54114" y="1812797"/>
              <a:ext cx="196596" cy="1111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31841" y="1741423"/>
              <a:ext cx="3998955" cy="71120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991225" y="0"/>
            <a:ext cx="3152775" cy="838200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564874" y="680593"/>
            <a:ext cx="1215390" cy="54610"/>
          </a:xfrm>
          <a:custGeom>
            <a:avLst/>
            <a:gdLst/>
            <a:ahLst/>
            <a:cxnLst/>
            <a:rect l="l" t="t" r="r" b="b"/>
            <a:pathLst>
              <a:path w="1215389" h="54609">
                <a:moveTo>
                  <a:pt x="167661" y="53721"/>
                </a:moveTo>
                <a:lnTo>
                  <a:pt x="99113" y="53721"/>
                </a:lnTo>
                <a:lnTo>
                  <a:pt x="113686" y="54102"/>
                </a:lnTo>
                <a:lnTo>
                  <a:pt x="140661" y="54102"/>
                </a:lnTo>
                <a:lnTo>
                  <a:pt x="167661" y="53721"/>
                </a:lnTo>
                <a:close/>
              </a:path>
              <a:path w="1215389" h="54609">
                <a:moveTo>
                  <a:pt x="695054" y="30987"/>
                </a:moveTo>
                <a:lnTo>
                  <a:pt x="285293" y="30987"/>
                </a:lnTo>
                <a:lnTo>
                  <a:pt x="211760" y="33274"/>
                </a:lnTo>
                <a:lnTo>
                  <a:pt x="211029" y="33274"/>
                </a:lnTo>
                <a:lnTo>
                  <a:pt x="177318" y="34162"/>
                </a:lnTo>
                <a:lnTo>
                  <a:pt x="38129" y="34162"/>
                </a:lnTo>
                <a:lnTo>
                  <a:pt x="39262" y="37599"/>
                </a:lnTo>
                <a:lnTo>
                  <a:pt x="39334" y="37818"/>
                </a:lnTo>
                <a:lnTo>
                  <a:pt x="39401" y="38022"/>
                </a:lnTo>
                <a:lnTo>
                  <a:pt x="39502" y="38327"/>
                </a:lnTo>
                <a:lnTo>
                  <a:pt x="39594" y="38608"/>
                </a:lnTo>
                <a:lnTo>
                  <a:pt x="35784" y="46482"/>
                </a:lnTo>
                <a:lnTo>
                  <a:pt x="33121" y="47498"/>
                </a:lnTo>
                <a:lnTo>
                  <a:pt x="34061" y="47498"/>
                </a:lnTo>
                <a:lnTo>
                  <a:pt x="45182" y="49784"/>
                </a:lnTo>
                <a:lnTo>
                  <a:pt x="56492" y="51435"/>
                </a:lnTo>
                <a:lnTo>
                  <a:pt x="58396" y="51435"/>
                </a:lnTo>
                <a:lnTo>
                  <a:pt x="96462" y="53721"/>
                </a:lnTo>
                <a:lnTo>
                  <a:pt x="192363" y="53721"/>
                </a:lnTo>
                <a:lnTo>
                  <a:pt x="216480" y="52832"/>
                </a:lnTo>
                <a:lnTo>
                  <a:pt x="297353" y="50800"/>
                </a:lnTo>
                <a:lnTo>
                  <a:pt x="326253" y="49784"/>
                </a:lnTo>
                <a:lnTo>
                  <a:pt x="325905" y="49784"/>
                </a:lnTo>
                <a:lnTo>
                  <a:pt x="428138" y="46482"/>
                </a:lnTo>
                <a:lnTo>
                  <a:pt x="454436" y="45281"/>
                </a:lnTo>
                <a:lnTo>
                  <a:pt x="455127" y="45281"/>
                </a:lnTo>
                <a:lnTo>
                  <a:pt x="490547" y="42936"/>
                </a:lnTo>
                <a:lnTo>
                  <a:pt x="490346" y="42936"/>
                </a:lnTo>
                <a:lnTo>
                  <a:pt x="582714" y="38327"/>
                </a:lnTo>
                <a:lnTo>
                  <a:pt x="582928" y="38327"/>
                </a:lnTo>
                <a:lnTo>
                  <a:pt x="695054" y="30987"/>
                </a:lnTo>
                <a:close/>
              </a:path>
              <a:path w="1215389" h="54609">
                <a:moveTo>
                  <a:pt x="24384" y="45281"/>
                </a:moveTo>
                <a:lnTo>
                  <a:pt x="31123" y="48260"/>
                </a:lnTo>
                <a:lnTo>
                  <a:pt x="33121" y="47498"/>
                </a:lnTo>
                <a:lnTo>
                  <a:pt x="34061" y="47498"/>
                </a:lnTo>
                <a:lnTo>
                  <a:pt x="29079" y="46482"/>
                </a:lnTo>
                <a:lnTo>
                  <a:pt x="28615" y="46482"/>
                </a:lnTo>
                <a:lnTo>
                  <a:pt x="24384" y="45281"/>
                </a:lnTo>
                <a:close/>
              </a:path>
              <a:path w="1215389" h="54609">
                <a:moveTo>
                  <a:pt x="38365" y="41148"/>
                </a:moveTo>
                <a:lnTo>
                  <a:pt x="15363" y="41148"/>
                </a:lnTo>
                <a:lnTo>
                  <a:pt x="15921" y="41656"/>
                </a:lnTo>
                <a:lnTo>
                  <a:pt x="16073" y="41656"/>
                </a:lnTo>
                <a:lnTo>
                  <a:pt x="24384" y="45281"/>
                </a:lnTo>
                <a:lnTo>
                  <a:pt x="28615" y="46482"/>
                </a:lnTo>
                <a:lnTo>
                  <a:pt x="29079" y="46482"/>
                </a:lnTo>
                <a:lnTo>
                  <a:pt x="34061" y="47498"/>
                </a:lnTo>
                <a:lnTo>
                  <a:pt x="33121" y="47498"/>
                </a:lnTo>
                <a:lnTo>
                  <a:pt x="35784" y="46482"/>
                </a:lnTo>
                <a:lnTo>
                  <a:pt x="38365" y="41148"/>
                </a:lnTo>
                <a:close/>
              </a:path>
              <a:path w="1215389" h="54609">
                <a:moveTo>
                  <a:pt x="15791" y="42291"/>
                </a:moveTo>
                <a:lnTo>
                  <a:pt x="21548" y="44450"/>
                </a:lnTo>
                <a:lnTo>
                  <a:pt x="22348" y="44704"/>
                </a:lnTo>
                <a:lnTo>
                  <a:pt x="24384" y="45281"/>
                </a:lnTo>
                <a:lnTo>
                  <a:pt x="18111" y="42545"/>
                </a:lnTo>
                <a:lnTo>
                  <a:pt x="16607" y="42545"/>
                </a:lnTo>
                <a:lnTo>
                  <a:pt x="15791" y="42291"/>
                </a:lnTo>
                <a:close/>
              </a:path>
              <a:path w="1215389" h="54609">
                <a:moveTo>
                  <a:pt x="6261" y="37190"/>
                </a:moveTo>
                <a:lnTo>
                  <a:pt x="9691" y="39624"/>
                </a:lnTo>
                <a:lnTo>
                  <a:pt x="11235" y="40512"/>
                </a:lnTo>
                <a:lnTo>
                  <a:pt x="13750" y="41656"/>
                </a:lnTo>
                <a:lnTo>
                  <a:pt x="16607" y="42545"/>
                </a:lnTo>
                <a:lnTo>
                  <a:pt x="18111" y="42545"/>
                </a:lnTo>
                <a:lnTo>
                  <a:pt x="16073" y="41656"/>
                </a:lnTo>
                <a:lnTo>
                  <a:pt x="16210" y="41656"/>
                </a:lnTo>
                <a:lnTo>
                  <a:pt x="8772" y="38327"/>
                </a:lnTo>
                <a:lnTo>
                  <a:pt x="7780" y="37818"/>
                </a:lnTo>
                <a:lnTo>
                  <a:pt x="7168" y="37599"/>
                </a:lnTo>
                <a:lnTo>
                  <a:pt x="6261" y="37190"/>
                </a:lnTo>
                <a:close/>
              </a:path>
              <a:path w="1215389" h="54609">
                <a:moveTo>
                  <a:pt x="38589" y="35560"/>
                </a:moveTo>
                <a:lnTo>
                  <a:pt x="4695" y="35560"/>
                </a:lnTo>
                <a:lnTo>
                  <a:pt x="8324" y="38022"/>
                </a:lnTo>
                <a:lnTo>
                  <a:pt x="8178" y="38022"/>
                </a:lnTo>
                <a:lnTo>
                  <a:pt x="8772" y="38327"/>
                </a:lnTo>
                <a:lnTo>
                  <a:pt x="16210" y="41656"/>
                </a:lnTo>
                <a:lnTo>
                  <a:pt x="15921" y="41656"/>
                </a:lnTo>
                <a:lnTo>
                  <a:pt x="15363" y="41148"/>
                </a:lnTo>
                <a:lnTo>
                  <a:pt x="38365" y="41148"/>
                </a:lnTo>
                <a:lnTo>
                  <a:pt x="39594" y="38608"/>
                </a:lnTo>
                <a:lnTo>
                  <a:pt x="38589" y="35560"/>
                </a:lnTo>
                <a:close/>
              </a:path>
              <a:path w="1215389" h="54609">
                <a:moveTo>
                  <a:pt x="3699" y="36025"/>
                </a:moveTo>
                <a:lnTo>
                  <a:pt x="4015" y="36449"/>
                </a:lnTo>
                <a:lnTo>
                  <a:pt x="4248" y="36449"/>
                </a:lnTo>
                <a:lnTo>
                  <a:pt x="6160" y="37190"/>
                </a:lnTo>
                <a:lnTo>
                  <a:pt x="7300" y="37599"/>
                </a:lnTo>
                <a:lnTo>
                  <a:pt x="8228" y="38022"/>
                </a:lnTo>
                <a:lnTo>
                  <a:pt x="8022" y="37818"/>
                </a:lnTo>
                <a:lnTo>
                  <a:pt x="7097" y="37190"/>
                </a:lnTo>
                <a:lnTo>
                  <a:pt x="6386" y="37190"/>
                </a:lnTo>
                <a:lnTo>
                  <a:pt x="3699" y="36025"/>
                </a:lnTo>
                <a:close/>
              </a:path>
              <a:path w="1215389" h="54609">
                <a:moveTo>
                  <a:pt x="6160" y="37190"/>
                </a:moveTo>
                <a:lnTo>
                  <a:pt x="7168" y="37599"/>
                </a:lnTo>
                <a:lnTo>
                  <a:pt x="7780" y="37818"/>
                </a:lnTo>
                <a:lnTo>
                  <a:pt x="7300" y="37599"/>
                </a:lnTo>
                <a:lnTo>
                  <a:pt x="6160" y="37190"/>
                </a:lnTo>
                <a:close/>
              </a:path>
              <a:path w="1215389" h="54609">
                <a:moveTo>
                  <a:pt x="8571" y="19304"/>
                </a:moveTo>
                <a:lnTo>
                  <a:pt x="7366" y="19304"/>
                </a:lnTo>
                <a:lnTo>
                  <a:pt x="3014" y="21462"/>
                </a:lnTo>
                <a:lnTo>
                  <a:pt x="3434" y="21462"/>
                </a:lnTo>
                <a:lnTo>
                  <a:pt x="1270" y="27432"/>
                </a:lnTo>
                <a:lnTo>
                  <a:pt x="1325" y="29591"/>
                </a:lnTo>
                <a:lnTo>
                  <a:pt x="1575" y="32452"/>
                </a:lnTo>
                <a:lnTo>
                  <a:pt x="1647" y="33274"/>
                </a:lnTo>
                <a:lnTo>
                  <a:pt x="3699" y="36025"/>
                </a:lnTo>
                <a:lnTo>
                  <a:pt x="6386" y="37190"/>
                </a:lnTo>
                <a:lnTo>
                  <a:pt x="5517" y="36449"/>
                </a:lnTo>
                <a:lnTo>
                  <a:pt x="5106" y="36025"/>
                </a:lnTo>
                <a:lnTo>
                  <a:pt x="4695" y="35560"/>
                </a:lnTo>
                <a:lnTo>
                  <a:pt x="38589" y="35560"/>
                </a:lnTo>
                <a:lnTo>
                  <a:pt x="38129" y="34162"/>
                </a:lnTo>
                <a:lnTo>
                  <a:pt x="38526" y="34162"/>
                </a:lnTo>
                <a:lnTo>
                  <a:pt x="23290" y="26049"/>
                </a:lnTo>
                <a:lnTo>
                  <a:pt x="22068" y="25273"/>
                </a:lnTo>
                <a:lnTo>
                  <a:pt x="19945" y="23876"/>
                </a:lnTo>
                <a:lnTo>
                  <a:pt x="19141" y="23540"/>
                </a:lnTo>
                <a:lnTo>
                  <a:pt x="19724" y="23540"/>
                </a:lnTo>
                <a:lnTo>
                  <a:pt x="17202" y="22987"/>
                </a:lnTo>
                <a:lnTo>
                  <a:pt x="2537" y="22987"/>
                </a:lnTo>
                <a:lnTo>
                  <a:pt x="6191" y="20828"/>
                </a:lnTo>
                <a:lnTo>
                  <a:pt x="8571" y="19304"/>
                </a:lnTo>
                <a:close/>
              </a:path>
              <a:path w="1215389" h="54609">
                <a:moveTo>
                  <a:pt x="4695" y="35560"/>
                </a:moveTo>
                <a:lnTo>
                  <a:pt x="5106" y="36025"/>
                </a:lnTo>
                <a:lnTo>
                  <a:pt x="5517" y="36449"/>
                </a:lnTo>
                <a:lnTo>
                  <a:pt x="6386" y="37190"/>
                </a:lnTo>
                <a:lnTo>
                  <a:pt x="7097" y="37190"/>
                </a:lnTo>
                <a:lnTo>
                  <a:pt x="4695" y="35560"/>
                </a:lnTo>
                <a:close/>
              </a:path>
              <a:path w="1215389" h="54609">
                <a:moveTo>
                  <a:pt x="1181" y="27940"/>
                </a:moveTo>
                <a:lnTo>
                  <a:pt x="810" y="28702"/>
                </a:lnTo>
                <a:lnTo>
                  <a:pt x="488" y="29591"/>
                </a:lnTo>
                <a:lnTo>
                  <a:pt x="396" y="29845"/>
                </a:lnTo>
                <a:lnTo>
                  <a:pt x="0" y="29845"/>
                </a:lnTo>
                <a:lnTo>
                  <a:pt x="2386" y="35560"/>
                </a:lnTo>
                <a:lnTo>
                  <a:pt x="2625" y="35560"/>
                </a:lnTo>
                <a:lnTo>
                  <a:pt x="3699" y="36025"/>
                </a:lnTo>
                <a:lnTo>
                  <a:pt x="1647" y="33274"/>
                </a:lnTo>
                <a:lnTo>
                  <a:pt x="1447" y="30987"/>
                </a:lnTo>
                <a:lnTo>
                  <a:pt x="1325" y="29591"/>
                </a:lnTo>
                <a:lnTo>
                  <a:pt x="1248" y="28702"/>
                </a:lnTo>
                <a:lnTo>
                  <a:pt x="1181" y="27940"/>
                </a:lnTo>
                <a:close/>
              </a:path>
              <a:path w="1215389" h="54609">
                <a:moveTo>
                  <a:pt x="19724" y="23540"/>
                </a:moveTo>
                <a:lnTo>
                  <a:pt x="21014" y="24257"/>
                </a:lnTo>
                <a:lnTo>
                  <a:pt x="20524" y="24257"/>
                </a:lnTo>
                <a:lnTo>
                  <a:pt x="23253" y="26049"/>
                </a:lnTo>
                <a:lnTo>
                  <a:pt x="24213" y="26543"/>
                </a:lnTo>
                <a:lnTo>
                  <a:pt x="38526" y="34162"/>
                </a:lnTo>
                <a:lnTo>
                  <a:pt x="102759" y="34162"/>
                </a:lnTo>
                <a:lnTo>
                  <a:pt x="78010" y="32893"/>
                </a:lnTo>
                <a:lnTo>
                  <a:pt x="69986" y="32452"/>
                </a:lnTo>
                <a:lnTo>
                  <a:pt x="62605" y="32452"/>
                </a:lnTo>
                <a:lnTo>
                  <a:pt x="51650" y="30987"/>
                </a:lnTo>
                <a:lnTo>
                  <a:pt x="50341" y="30987"/>
                </a:lnTo>
                <a:lnTo>
                  <a:pt x="32890" y="27432"/>
                </a:lnTo>
                <a:lnTo>
                  <a:pt x="32724" y="27432"/>
                </a:lnTo>
                <a:lnTo>
                  <a:pt x="29273" y="26543"/>
                </a:lnTo>
                <a:lnTo>
                  <a:pt x="28638" y="26543"/>
                </a:lnTo>
                <a:lnTo>
                  <a:pt x="22538" y="24257"/>
                </a:lnTo>
                <a:lnTo>
                  <a:pt x="21014" y="24257"/>
                </a:lnTo>
                <a:lnTo>
                  <a:pt x="20019" y="23876"/>
                </a:lnTo>
                <a:lnTo>
                  <a:pt x="21255" y="23876"/>
                </a:lnTo>
                <a:lnTo>
                  <a:pt x="19724" y="23540"/>
                </a:lnTo>
                <a:close/>
              </a:path>
              <a:path w="1215389" h="54609">
                <a:moveTo>
                  <a:pt x="194395" y="33274"/>
                </a:moveTo>
                <a:lnTo>
                  <a:pt x="93404" y="33274"/>
                </a:lnTo>
                <a:lnTo>
                  <a:pt x="266048" y="34162"/>
                </a:lnTo>
                <a:lnTo>
                  <a:pt x="131394" y="34162"/>
                </a:lnTo>
                <a:lnTo>
                  <a:pt x="194395" y="33274"/>
                </a:lnTo>
                <a:close/>
              </a:path>
              <a:path w="1215389" h="54609">
                <a:moveTo>
                  <a:pt x="1203458" y="32452"/>
                </a:moveTo>
                <a:lnTo>
                  <a:pt x="1197250" y="32452"/>
                </a:lnTo>
                <a:lnTo>
                  <a:pt x="1194752" y="32893"/>
                </a:lnTo>
                <a:lnTo>
                  <a:pt x="1195980" y="32893"/>
                </a:lnTo>
                <a:lnTo>
                  <a:pt x="1197885" y="33274"/>
                </a:lnTo>
                <a:lnTo>
                  <a:pt x="1200171" y="33274"/>
                </a:lnTo>
                <a:lnTo>
                  <a:pt x="1203458" y="32452"/>
                </a:lnTo>
                <a:close/>
              </a:path>
              <a:path w="1215389" h="54609">
                <a:moveTo>
                  <a:pt x="1156878" y="32452"/>
                </a:moveTo>
                <a:lnTo>
                  <a:pt x="1142260" y="32452"/>
                </a:lnTo>
                <a:lnTo>
                  <a:pt x="1149752" y="32893"/>
                </a:lnTo>
                <a:lnTo>
                  <a:pt x="1151022" y="32893"/>
                </a:lnTo>
                <a:lnTo>
                  <a:pt x="1156878" y="32452"/>
                </a:lnTo>
                <a:close/>
              </a:path>
              <a:path w="1215389" h="54609">
                <a:moveTo>
                  <a:pt x="1186751" y="18287"/>
                </a:moveTo>
                <a:lnTo>
                  <a:pt x="969285" y="18287"/>
                </a:lnTo>
                <a:lnTo>
                  <a:pt x="997225" y="19304"/>
                </a:lnTo>
                <a:lnTo>
                  <a:pt x="994559" y="19304"/>
                </a:lnTo>
                <a:lnTo>
                  <a:pt x="1015135" y="20447"/>
                </a:lnTo>
                <a:lnTo>
                  <a:pt x="1011944" y="20447"/>
                </a:lnTo>
                <a:lnTo>
                  <a:pt x="1023946" y="22352"/>
                </a:lnTo>
                <a:lnTo>
                  <a:pt x="1024276" y="22352"/>
                </a:lnTo>
                <a:lnTo>
                  <a:pt x="1027451" y="22987"/>
                </a:lnTo>
                <a:lnTo>
                  <a:pt x="1028802" y="22987"/>
                </a:lnTo>
                <a:lnTo>
                  <a:pt x="1060411" y="26049"/>
                </a:lnTo>
                <a:lnTo>
                  <a:pt x="1059990" y="26049"/>
                </a:lnTo>
                <a:lnTo>
                  <a:pt x="1071393" y="27432"/>
                </a:lnTo>
                <a:lnTo>
                  <a:pt x="1071774" y="27432"/>
                </a:lnTo>
                <a:lnTo>
                  <a:pt x="1113847" y="30987"/>
                </a:lnTo>
                <a:lnTo>
                  <a:pt x="1121050" y="30987"/>
                </a:lnTo>
                <a:lnTo>
                  <a:pt x="1126907" y="32452"/>
                </a:lnTo>
                <a:lnTo>
                  <a:pt x="1174129" y="32452"/>
                </a:lnTo>
                <a:lnTo>
                  <a:pt x="1178242" y="32893"/>
                </a:lnTo>
                <a:lnTo>
                  <a:pt x="1195492" y="32893"/>
                </a:lnTo>
                <a:lnTo>
                  <a:pt x="1191963" y="29845"/>
                </a:lnTo>
                <a:lnTo>
                  <a:pt x="1209890" y="29845"/>
                </a:lnTo>
                <a:lnTo>
                  <a:pt x="1210966" y="28702"/>
                </a:lnTo>
                <a:lnTo>
                  <a:pt x="1211601" y="27940"/>
                </a:lnTo>
                <a:lnTo>
                  <a:pt x="1214018" y="25273"/>
                </a:lnTo>
                <a:lnTo>
                  <a:pt x="1196488" y="25273"/>
                </a:lnTo>
                <a:lnTo>
                  <a:pt x="1195316" y="24257"/>
                </a:lnTo>
                <a:lnTo>
                  <a:pt x="1192307" y="21462"/>
                </a:lnTo>
                <a:lnTo>
                  <a:pt x="1191270" y="20828"/>
                </a:lnTo>
                <a:lnTo>
                  <a:pt x="1186751" y="18287"/>
                </a:lnTo>
                <a:close/>
              </a:path>
              <a:path w="1215389" h="54609">
                <a:moveTo>
                  <a:pt x="1191916" y="29845"/>
                </a:moveTo>
                <a:lnTo>
                  <a:pt x="1193286" y="30987"/>
                </a:lnTo>
                <a:lnTo>
                  <a:pt x="1195492" y="32893"/>
                </a:lnTo>
                <a:lnTo>
                  <a:pt x="1194752" y="32893"/>
                </a:lnTo>
                <a:lnTo>
                  <a:pt x="1197250" y="32452"/>
                </a:lnTo>
                <a:lnTo>
                  <a:pt x="1201425" y="32452"/>
                </a:lnTo>
                <a:lnTo>
                  <a:pt x="1191916" y="29845"/>
                </a:lnTo>
                <a:close/>
              </a:path>
              <a:path w="1215389" h="54609">
                <a:moveTo>
                  <a:pt x="1209890" y="29845"/>
                </a:moveTo>
                <a:lnTo>
                  <a:pt x="1191916" y="29845"/>
                </a:lnTo>
                <a:lnTo>
                  <a:pt x="1201425" y="32452"/>
                </a:lnTo>
                <a:lnTo>
                  <a:pt x="1205592" y="32452"/>
                </a:lnTo>
                <a:lnTo>
                  <a:pt x="1208667" y="30987"/>
                </a:lnTo>
                <a:lnTo>
                  <a:pt x="1208815" y="30987"/>
                </a:lnTo>
                <a:lnTo>
                  <a:pt x="1209890" y="29845"/>
                </a:lnTo>
                <a:close/>
              </a:path>
              <a:path w="1215389" h="54609">
                <a:moveTo>
                  <a:pt x="1158346" y="12700"/>
                </a:moveTo>
                <a:lnTo>
                  <a:pt x="699527" y="12700"/>
                </a:lnTo>
                <a:lnTo>
                  <a:pt x="583497" y="20447"/>
                </a:lnTo>
                <a:lnTo>
                  <a:pt x="521261" y="23540"/>
                </a:lnTo>
                <a:lnTo>
                  <a:pt x="521567" y="23540"/>
                </a:lnTo>
                <a:lnTo>
                  <a:pt x="487120" y="25273"/>
                </a:lnTo>
                <a:lnTo>
                  <a:pt x="486314" y="25273"/>
                </a:lnTo>
                <a:lnTo>
                  <a:pt x="451745" y="26543"/>
                </a:lnTo>
                <a:lnTo>
                  <a:pt x="427490" y="26543"/>
                </a:lnTo>
                <a:lnTo>
                  <a:pt x="393121" y="27729"/>
                </a:lnTo>
                <a:lnTo>
                  <a:pt x="296807" y="30987"/>
                </a:lnTo>
                <a:lnTo>
                  <a:pt x="694326" y="30987"/>
                </a:lnTo>
                <a:lnTo>
                  <a:pt x="730017" y="28956"/>
                </a:lnTo>
                <a:lnTo>
                  <a:pt x="782722" y="25273"/>
                </a:lnTo>
                <a:lnTo>
                  <a:pt x="830093" y="22352"/>
                </a:lnTo>
                <a:lnTo>
                  <a:pt x="829966" y="22352"/>
                </a:lnTo>
                <a:lnTo>
                  <a:pt x="850413" y="21462"/>
                </a:lnTo>
                <a:lnTo>
                  <a:pt x="851498" y="21462"/>
                </a:lnTo>
                <a:lnTo>
                  <a:pt x="868216" y="20447"/>
                </a:lnTo>
                <a:lnTo>
                  <a:pt x="860996" y="20447"/>
                </a:lnTo>
                <a:lnTo>
                  <a:pt x="895477" y="19304"/>
                </a:lnTo>
                <a:lnTo>
                  <a:pt x="894279" y="19304"/>
                </a:lnTo>
                <a:lnTo>
                  <a:pt x="924454" y="18542"/>
                </a:lnTo>
                <a:lnTo>
                  <a:pt x="949219" y="18287"/>
                </a:lnTo>
                <a:lnTo>
                  <a:pt x="1186751" y="18287"/>
                </a:lnTo>
                <a:lnTo>
                  <a:pt x="1185185" y="17399"/>
                </a:lnTo>
                <a:lnTo>
                  <a:pt x="1184236" y="13762"/>
                </a:lnTo>
                <a:lnTo>
                  <a:pt x="1184158" y="13462"/>
                </a:lnTo>
                <a:lnTo>
                  <a:pt x="1182984" y="13462"/>
                </a:lnTo>
                <a:lnTo>
                  <a:pt x="1158346" y="12700"/>
                </a:lnTo>
                <a:close/>
              </a:path>
              <a:path w="1215389" h="54609">
                <a:moveTo>
                  <a:pt x="2882" y="22987"/>
                </a:moveTo>
                <a:lnTo>
                  <a:pt x="2688" y="22987"/>
                </a:lnTo>
                <a:lnTo>
                  <a:pt x="1157" y="26049"/>
                </a:lnTo>
                <a:lnTo>
                  <a:pt x="1163" y="27729"/>
                </a:lnTo>
                <a:lnTo>
                  <a:pt x="2882" y="22987"/>
                </a:lnTo>
                <a:close/>
              </a:path>
              <a:path w="1215389" h="54609">
                <a:moveTo>
                  <a:pt x="27358" y="26049"/>
                </a:moveTo>
                <a:lnTo>
                  <a:pt x="28643" y="26543"/>
                </a:lnTo>
                <a:lnTo>
                  <a:pt x="29273" y="26543"/>
                </a:lnTo>
                <a:lnTo>
                  <a:pt x="27358" y="26049"/>
                </a:lnTo>
                <a:close/>
              </a:path>
              <a:path w="1215389" h="54609">
                <a:moveTo>
                  <a:pt x="1195631" y="20828"/>
                </a:moveTo>
                <a:lnTo>
                  <a:pt x="1191408" y="20828"/>
                </a:lnTo>
                <a:lnTo>
                  <a:pt x="1192329" y="21462"/>
                </a:lnTo>
                <a:lnTo>
                  <a:pt x="1194905" y="23876"/>
                </a:lnTo>
                <a:lnTo>
                  <a:pt x="1196488" y="25273"/>
                </a:lnTo>
                <a:lnTo>
                  <a:pt x="1196366" y="24637"/>
                </a:lnTo>
                <a:lnTo>
                  <a:pt x="1196292" y="24257"/>
                </a:lnTo>
                <a:lnTo>
                  <a:pt x="1196219" y="23876"/>
                </a:lnTo>
                <a:lnTo>
                  <a:pt x="1196154" y="23540"/>
                </a:lnTo>
                <a:lnTo>
                  <a:pt x="1196047" y="22987"/>
                </a:lnTo>
                <a:lnTo>
                  <a:pt x="1195925" y="22352"/>
                </a:lnTo>
                <a:lnTo>
                  <a:pt x="1195827" y="21844"/>
                </a:lnTo>
                <a:lnTo>
                  <a:pt x="1195754" y="21462"/>
                </a:lnTo>
                <a:lnTo>
                  <a:pt x="1195631" y="20828"/>
                </a:lnTo>
                <a:close/>
              </a:path>
              <a:path w="1215389" h="54609">
                <a:moveTo>
                  <a:pt x="1202994" y="10668"/>
                </a:moveTo>
                <a:lnTo>
                  <a:pt x="1201441" y="10668"/>
                </a:lnTo>
                <a:lnTo>
                  <a:pt x="1199155" y="10922"/>
                </a:lnTo>
                <a:lnTo>
                  <a:pt x="1196615" y="11684"/>
                </a:lnTo>
                <a:lnTo>
                  <a:pt x="1192987" y="12700"/>
                </a:lnTo>
                <a:lnTo>
                  <a:pt x="1196929" y="12700"/>
                </a:lnTo>
                <a:lnTo>
                  <a:pt x="1195617" y="13762"/>
                </a:lnTo>
                <a:lnTo>
                  <a:pt x="1194560" y="15272"/>
                </a:lnTo>
                <a:lnTo>
                  <a:pt x="1195558" y="20447"/>
                </a:lnTo>
                <a:lnTo>
                  <a:pt x="1195631" y="20828"/>
                </a:lnTo>
                <a:lnTo>
                  <a:pt x="1195754" y="21462"/>
                </a:lnTo>
                <a:lnTo>
                  <a:pt x="1195827" y="21844"/>
                </a:lnTo>
                <a:lnTo>
                  <a:pt x="1195925" y="22352"/>
                </a:lnTo>
                <a:lnTo>
                  <a:pt x="1196047" y="22987"/>
                </a:lnTo>
                <a:lnTo>
                  <a:pt x="1196154" y="23540"/>
                </a:lnTo>
                <a:lnTo>
                  <a:pt x="1196219" y="23876"/>
                </a:lnTo>
                <a:lnTo>
                  <a:pt x="1196292" y="24257"/>
                </a:lnTo>
                <a:lnTo>
                  <a:pt x="1196366" y="24637"/>
                </a:lnTo>
                <a:lnTo>
                  <a:pt x="1196488" y="25273"/>
                </a:lnTo>
                <a:lnTo>
                  <a:pt x="1214018" y="25273"/>
                </a:lnTo>
                <a:lnTo>
                  <a:pt x="1215284" y="23876"/>
                </a:lnTo>
                <a:lnTo>
                  <a:pt x="1215292" y="17399"/>
                </a:lnTo>
                <a:lnTo>
                  <a:pt x="1211883" y="13762"/>
                </a:lnTo>
                <a:lnTo>
                  <a:pt x="1189742" y="13762"/>
                </a:lnTo>
                <a:lnTo>
                  <a:pt x="1196806" y="13462"/>
                </a:lnTo>
                <a:lnTo>
                  <a:pt x="1195247" y="13462"/>
                </a:lnTo>
                <a:lnTo>
                  <a:pt x="1202994" y="10668"/>
                </a:lnTo>
                <a:close/>
              </a:path>
              <a:path w="1215389" h="54609">
                <a:moveTo>
                  <a:pt x="17807" y="22352"/>
                </a:moveTo>
                <a:lnTo>
                  <a:pt x="18546" y="22987"/>
                </a:lnTo>
                <a:lnTo>
                  <a:pt x="19419" y="23540"/>
                </a:lnTo>
                <a:lnTo>
                  <a:pt x="20019" y="23876"/>
                </a:lnTo>
                <a:lnTo>
                  <a:pt x="21014" y="24257"/>
                </a:lnTo>
                <a:lnTo>
                  <a:pt x="19724" y="23540"/>
                </a:lnTo>
                <a:lnTo>
                  <a:pt x="18806" y="22987"/>
                </a:lnTo>
                <a:lnTo>
                  <a:pt x="17807" y="22352"/>
                </a:lnTo>
                <a:close/>
              </a:path>
              <a:path w="1215389" h="54609">
                <a:moveTo>
                  <a:pt x="10255" y="19304"/>
                </a:moveTo>
                <a:lnTo>
                  <a:pt x="8571" y="19304"/>
                </a:lnTo>
                <a:lnTo>
                  <a:pt x="6191" y="20828"/>
                </a:lnTo>
                <a:lnTo>
                  <a:pt x="2537" y="22987"/>
                </a:lnTo>
                <a:lnTo>
                  <a:pt x="17696" y="22987"/>
                </a:lnTo>
                <a:lnTo>
                  <a:pt x="20019" y="23876"/>
                </a:lnTo>
                <a:lnTo>
                  <a:pt x="19419" y="23540"/>
                </a:lnTo>
                <a:lnTo>
                  <a:pt x="15140" y="20828"/>
                </a:lnTo>
                <a:lnTo>
                  <a:pt x="14376" y="20447"/>
                </a:lnTo>
                <a:lnTo>
                  <a:pt x="10255" y="19304"/>
                </a:lnTo>
                <a:close/>
              </a:path>
              <a:path w="1215389" h="54609">
                <a:moveTo>
                  <a:pt x="17696" y="22987"/>
                </a:moveTo>
                <a:lnTo>
                  <a:pt x="17202" y="22987"/>
                </a:lnTo>
                <a:lnTo>
                  <a:pt x="19724" y="23540"/>
                </a:lnTo>
                <a:lnTo>
                  <a:pt x="19141" y="23540"/>
                </a:lnTo>
                <a:lnTo>
                  <a:pt x="17696" y="22987"/>
                </a:lnTo>
                <a:close/>
              </a:path>
              <a:path w="1215389" h="54609">
                <a:moveTo>
                  <a:pt x="16237" y="21462"/>
                </a:moveTo>
                <a:lnTo>
                  <a:pt x="16743" y="21844"/>
                </a:lnTo>
                <a:lnTo>
                  <a:pt x="18546" y="22987"/>
                </a:lnTo>
                <a:lnTo>
                  <a:pt x="17407" y="22098"/>
                </a:lnTo>
                <a:lnTo>
                  <a:pt x="16237" y="21462"/>
                </a:lnTo>
                <a:close/>
              </a:path>
              <a:path w="1215389" h="54609">
                <a:moveTo>
                  <a:pt x="1195055" y="762"/>
                </a:moveTo>
                <a:lnTo>
                  <a:pt x="1194378" y="762"/>
                </a:lnTo>
                <a:lnTo>
                  <a:pt x="1188868" y="2286"/>
                </a:lnTo>
                <a:lnTo>
                  <a:pt x="1186256" y="6985"/>
                </a:lnTo>
                <a:lnTo>
                  <a:pt x="1184021" y="10922"/>
                </a:lnTo>
                <a:lnTo>
                  <a:pt x="1183694" y="11684"/>
                </a:lnTo>
                <a:lnTo>
                  <a:pt x="1185185" y="17399"/>
                </a:lnTo>
                <a:lnTo>
                  <a:pt x="1190577" y="20447"/>
                </a:lnTo>
                <a:lnTo>
                  <a:pt x="1192424" y="21462"/>
                </a:lnTo>
                <a:lnTo>
                  <a:pt x="1192281" y="21462"/>
                </a:lnTo>
                <a:lnTo>
                  <a:pt x="1191408" y="20828"/>
                </a:lnTo>
                <a:lnTo>
                  <a:pt x="1195631" y="20828"/>
                </a:lnTo>
                <a:lnTo>
                  <a:pt x="1195191" y="18542"/>
                </a:lnTo>
                <a:lnTo>
                  <a:pt x="1189376" y="18542"/>
                </a:lnTo>
                <a:lnTo>
                  <a:pt x="1190658" y="15272"/>
                </a:lnTo>
                <a:lnTo>
                  <a:pt x="1190773" y="14986"/>
                </a:lnTo>
                <a:lnTo>
                  <a:pt x="1193300" y="12700"/>
                </a:lnTo>
                <a:lnTo>
                  <a:pt x="1192987" y="12700"/>
                </a:lnTo>
                <a:lnTo>
                  <a:pt x="1196615" y="11684"/>
                </a:lnTo>
                <a:lnTo>
                  <a:pt x="1199155" y="10922"/>
                </a:lnTo>
                <a:lnTo>
                  <a:pt x="1201441" y="10668"/>
                </a:lnTo>
                <a:lnTo>
                  <a:pt x="1209105" y="10668"/>
                </a:lnTo>
                <a:lnTo>
                  <a:pt x="1204997" y="6985"/>
                </a:lnTo>
                <a:lnTo>
                  <a:pt x="1204362" y="6477"/>
                </a:lnTo>
                <a:lnTo>
                  <a:pt x="1201949" y="4699"/>
                </a:lnTo>
                <a:lnTo>
                  <a:pt x="1199409" y="3302"/>
                </a:lnTo>
                <a:lnTo>
                  <a:pt x="1195055" y="762"/>
                </a:lnTo>
                <a:close/>
              </a:path>
              <a:path w="1215389" h="54609">
                <a:moveTo>
                  <a:pt x="1191408" y="20828"/>
                </a:moveTo>
                <a:lnTo>
                  <a:pt x="1192281" y="21462"/>
                </a:lnTo>
                <a:lnTo>
                  <a:pt x="1192424" y="21462"/>
                </a:lnTo>
                <a:lnTo>
                  <a:pt x="1191408" y="20828"/>
                </a:lnTo>
                <a:close/>
              </a:path>
              <a:path w="1215389" h="54609">
                <a:moveTo>
                  <a:pt x="8902" y="18542"/>
                </a:moveTo>
                <a:lnTo>
                  <a:pt x="7458" y="18542"/>
                </a:lnTo>
                <a:lnTo>
                  <a:pt x="14450" y="20447"/>
                </a:lnTo>
                <a:lnTo>
                  <a:pt x="12556" y="19304"/>
                </a:lnTo>
                <a:lnTo>
                  <a:pt x="7366" y="19304"/>
                </a:lnTo>
                <a:lnTo>
                  <a:pt x="8902" y="18542"/>
                </a:lnTo>
                <a:close/>
              </a:path>
              <a:path w="1215389" h="54609">
                <a:moveTo>
                  <a:pt x="1196361" y="12700"/>
                </a:moveTo>
                <a:lnTo>
                  <a:pt x="1193300" y="12700"/>
                </a:lnTo>
                <a:lnTo>
                  <a:pt x="1190773" y="14986"/>
                </a:lnTo>
                <a:lnTo>
                  <a:pt x="1189461" y="18287"/>
                </a:lnTo>
                <a:lnTo>
                  <a:pt x="1189376" y="18542"/>
                </a:lnTo>
                <a:lnTo>
                  <a:pt x="1189719" y="18542"/>
                </a:lnTo>
                <a:lnTo>
                  <a:pt x="1195617" y="13762"/>
                </a:lnTo>
                <a:lnTo>
                  <a:pt x="1191580" y="13762"/>
                </a:lnTo>
                <a:lnTo>
                  <a:pt x="1193452" y="13462"/>
                </a:lnTo>
                <a:lnTo>
                  <a:pt x="1195447" y="13462"/>
                </a:lnTo>
                <a:lnTo>
                  <a:pt x="1196361" y="12700"/>
                </a:lnTo>
                <a:close/>
              </a:path>
              <a:path w="1215389" h="54609">
                <a:moveTo>
                  <a:pt x="1194456" y="14732"/>
                </a:moveTo>
                <a:lnTo>
                  <a:pt x="1194108" y="14986"/>
                </a:lnTo>
                <a:lnTo>
                  <a:pt x="1189719" y="18542"/>
                </a:lnTo>
                <a:lnTo>
                  <a:pt x="1195191" y="18542"/>
                </a:lnTo>
                <a:lnTo>
                  <a:pt x="1194995" y="17526"/>
                </a:lnTo>
                <a:lnTo>
                  <a:pt x="1194970" y="17399"/>
                </a:lnTo>
                <a:lnTo>
                  <a:pt x="1194848" y="16764"/>
                </a:lnTo>
                <a:lnTo>
                  <a:pt x="1194799" y="16510"/>
                </a:lnTo>
                <a:lnTo>
                  <a:pt x="1193694" y="16510"/>
                </a:lnTo>
                <a:lnTo>
                  <a:pt x="1194224" y="15272"/>
                </a:lnTo>
                <a:lnTo>
                  <a:pt x="1194347" y="14986"/>
                </a:lnTo>
                <a:lnTo>
                  <a:pt x="1194456" y="14732"/>
                </a:lnTo>
                <a:close/>
              </a:path>
              <a:path w="1215389" h="54609">
                <a:moveTo>
                  <a:pt x="1194456" y="14732"/>
                </a:moveTo>
                <a:lnTo>
                  <a:pt x="1193694" y="16510"/>
                </a:lnTo>
                <a:lnTo>
                  <a:pt x="1194560" y="15272"/>
                </a:lnTo>
                <a:lnTo>
                  <a:pt x="1194456" y="14732"/>
                </a:lnTo>
                <a:close/>
              </a:path>
              <a:path w="1215389" h="54609">
                <a:moveTo>
                  <a:pt x="1194560" y="15272"/>
                </a:moveTo>
                <a:lnTo>
                  <a:pt x="1193694" y="16510"/>
                </a:lnTo>
                <a:lnTo>
                  <a:pt x="1194799" y="16510"/>
                </a:lnTo>
                <a:lnTo>
                  <a:pt x="1194560" y="15272"/>
                </a:lnTo>
                <a:close/>
              </a:path>
              <a:path w="1215389" h="54609">
                <a:moveTo>
                  <a:pt x="1195617" y="13762"/>
                </a:moveTo>
                <a:lnTo>
                  <a:pt x="1194456" y="14732"/>
                </a:lnTo>
                <a:lnTo>
                  <a:pt x="1194560" y="15272"/>
                </a:lnTo>
                <a:lnTo>
                  <a:pt x="1195617" y="13762"/>
                </a:lnTo>
                <a:close/>
              </a:path>
              <a:path w="1215389" h="54609">
                <a:moveTo>
                  <a:pt x="1208934" y="10668"/>
                </a:moveTo>
                <a:lnTo>
                  <a:pt x="1202994" y="10668"/>
                </a:lnTo>
                <a:lnTo>
                  <a:pt x="1197360" y="12700"/>
                </a:lnTo>
                <a:lnTo>
                  <a:pt x="1198319" y="12700"/>
                </a:lnTo>
                <a:lnTo>
                  <a:pt x="1195447" y="13462"/>
                </a:lnTo>
                <a:lnTo>
                  <a:pt x="1193452" y="13462"/>
                </a:lnTo>
                <a:lnTo>
                  <a:pt x="1191580" y="13762"/>
                </a:lnTo>
                <a:lnTo>
                  <a:pt x="1195617" y="13762"/>
                </a:lnTo>
                <a:lnTo>
                  <a:pt x="1196361" y="12700"/>
                </a:lnTo>
                <a:lnTo>
                  <a:pt x="1211601" y="13462"/>
                </a:lnTo>
                <a:lnTo>
                  <a:pt x="1210458" y="12065"/>
                </a:lnTo>
                <a:lnTo>
                  <a:pt x="1210077" y="11684"/>
                </a:lnTo>
                <a:lnTo>
                  <a:pt x="1208934" y="10668"/>
                </a:lnTo>
                <a:close/>
              </a:path>
              <a:path w="1215389" h="54609">
                <a:moveTo>
                  <a:pt x="1196929" y="12700"/>
                </a:moveTo>
                <a:lnTo>
                  <a:pt x="1196361" y="12700"/>
                </a:lnTo>
                <a:lnTo>
                  <a:pt x="1195617" y="13762"/>
                </a:lnTo>
                <a:lnTo>
                  <a:pt x="1196929" y="12700"/>
                </a:lnTo>
                <a:close/>
              </a:path>
              <a:path w="1215389" h="54609">
                <a:moveTo>
                  <a:pt x="1211601" y="13462"/>
                </a:moveTo>
                <a:lnTo>
                  <a:pt x="1196806" y="13462"/>
                </a:lnTo>
                <a:lnTo>
                  <a:pt x="1189742" y="13762"/>
                </a:lnTo>
                <a:lnTo>
                  <a:pt x="1211883" y="13762"/>
                </a:lnTo>
                <a:lnTo>
                  <a:pt x="1211601" y="13462"/>
                </a:lnTo>
                <a:close/>
              </a:path>
              <a:path w="1215389" h="54609">
                <a:moveTo>
                  <a:pt x="1025962" y="1783"/>
                </a:moveTo>
                <a:lnTo>
                  <a:pt x="879516" y="1783"/>
                </a:lnTo>
                <a:lnTo>
                  <a:pt x="851921" y="3460"/>
                </a:lnTo>
                <a:lnTo>
                  <a:pt x="826608" y="4699"/>
                </a:lnTo>
                <a:lnTo>
                  <a:pt x="827091" y="4699"/>
                </a:lnTo>
                <a:lnTo>
                  <a:pt x="754365" y="9398"/>
                </a:lnTo>
                <a:lnTo>
                  <a:pt x="699752" y="12700"/>
                </a:lnTo>
                <a:lnTo>
                  <a:pt x="1161500" y="12700"/>
                </a:lnTo>
                <a:lnTo>
                  <a:pt x="1153626" y="11684"/>
                </a:lnTo>
                <a:lnTo>
                  <a:pt x="1155213" y="11684"/>
                </a:lnTo>
                <a:lnTo>
                  <a:pt x="1137941" y="10668"/>
                </a:lnTo>
                <a:lnTo>
                  <a:pt x="1128988" y="10668"/>
                </a:lnTo>
                <a:lnTo>
                  <a:pt x="1109620" y="9398"/>
                </a:lnTo>
                <a:lnTo>
                  <a:pt x="1099841" y="8932"/>
                </a:lnTo>
                <a:lnTo>
                  <a:pt x="1076465" y="6985"/>
                </a:lnTo>
                <a:lnTo>
                  <a:pt x="1075965" y="6985"/>
                </a:lnTo>
                <a:lnTo>
                  <a:pt x="1061106" y="5334"/>
                </a:lnTo>
                <a:lnTo>
                  <a:pt x="1029529" y="2286"/>
                </a:lnTo>
                <a:lnTo>
                  <a:pt x="1028975" y="2286"/>
                </a:lnTo>
                <a:lnTo>
                  <a:pt x="1025962" y="1783"/>
                </a:lnTo>
                <a:close/>
              </a:path>
              <a:path w="1215389" h="54609">
                <a:moveTo>
                  <a:pt x="1072276" y="6477"/>
                </a:moveTo>
                <a:lnTo>
                  <a:pt x="1071393" y="6477"/>
                </a:lnTo>
                <a:lnTo>
                  <a:pt x="1075965" y="6985"/>
                </a:lnTo>
                <a:lnTo>
                  <a:pt x="1074864" y="6985"/>
                </a:lnTo>
                <a:lnTo>
                  <a:pt x="1072276" y="6477"/>
                </a:lnTo>
                <a:close/>
              </a:path>
              <a:path w="1215389" h="54609">
                <a:moveTo>
                  <a:pt x="969920" y="0"/>
                </a:moveTo>
                <a:lnTo>
                  <a:pt x="949092" y="0"/>
                </a:lnTo>
                <a:lnTo>
                  <a:pt x="911564" y="762"/>
                </a:lnTo>
                <a:lnTo>
                  <a:pt x="915649" y="762"/>
                </a:lnTo>
                <a:lnTo>
                  <a:pt x="883215" y="1783"/>
                </a:lnTo>
                <a:lnTo>
                  <a:pt x="1011566" y="1783"/>
                </a:lnTo>
                <a:lnTo>
                  <a:pt x="991002" y="762"/>
                </a:lnTo>
                <a:lnTo>
                  <a:pt x="969920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7031355" y="934338"/>
            <a:ext cx="2070100" cy="546100"/>
            <a:chOff x="7031355" y="934338"/>
            <a:chExt cx="2070100" cy="546100"/>
          </a:xfrm>
        </p:grpSpPr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31355" y="980947"/>
              <a:ext cx="669798" cy="20383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83425" y="934338"/>
              <a:ext cx="2017902" cy="546100"/>
            </a:xfrm>
            <a:prstGeom prst="rect">
              <a:avLst/>
            </a:prstGeom>
          </p:spPr>
        </p:pic>
      </p:grp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spc="-70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2453</Words>
  <Application>Microsoft Office PowerPoint</Application>
  <PresentationFormat>On-screen Show (16:9)</PresentationFormat>
  <Paragraphs>779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2" baseType="lpstr">
      <vt:lpstr>Arial</vt:lpstr>
      <vt:lpstr>Calibri</vt:lpstr>
      <vt:lpstr>Cambria Math</vt:lpstr>
      <vt:lpstr>Comic Sans MS</vt:lpstr>
      <vt:lpstr>Consolas</vt:lpstr>
      <vt:lpstr>Segoe Print</vt:lpstr>
      <vt:lpstr>Times New Roman</vt:lpstr>
      <vt:lpstr>Verdana</vt:lpstr>
      <vt:lpstr>Office Theme</vt:lpstr>
      <vt:lpstr>Copyright Notice</vt:lpstr>
      <vt:lpstr>Machine Learning</vt:lpstr>
      <vt:lpstr>Machine Learning</vt:lpstr>
      <vt:lpstr>Machine Learning Overview</vt:lpstr>
      <vt:lpstr>Machine learning</vt:lpstr>
      <vt:lpstr>Question</vt:lpstr>
      <vt:lpstr>Machine learning algorithms</vt:lpstr>
      <vt:lpstr>Machine Learning Overview</vt:lpstr>
      <vt:lpstr>Supervised learning</vt:lpstr>
      <vt:lpstr>PowerPoint Presentation</vt:lpstr>
      <vt:lpstr>Regression: Housing price prediction</vt:lpstr>
      <vt:lpstr>Machine Learning Overview</vt:lpstr>
      <vt:lpstr>Classification: Breast cancer detection</vt:lpstr>
      <vt:lpstr>Classification: Breast cancer detection</vt:lpstr>
      <vt:lpstr>Two or more inputs</vt:lpstr>
      <vt:lpstr>Supervised learning</vt:lpstr>
      <vt:lpstr>Machine Learning Overview</vt:lpstr>
      <vt:lpstr>PowerPoint Presentation</vt:lpstr>
      <vt:lpstr>PowerPoint Presentation</vt:lpstr>
      <vt:lpstr>Clustering: Google news</vt:lpstr>
      <vt:lpstr>Clustering: DNA microarray</vt:lpstr>
      <vt:lpstr>Clustering: Grouping customers</vt:lpstr>
      <vt:lpstr>Machine Learning Overview</vt:lpstr>
      <vt:lpstr>Unsupervised learning</vt:lpstr>
      <vt:lpstr>Question</vt:lpstr>
      <vt:lpstr>Linear Regression with One Variable</vt:lpstr>
      <vt:lpstr>House sizes and prices</vt:lpstr>
      <vt:lpstr>House sizes and prices</vt:lpstr>
      <vt:lpstr>Terminology</vt:lpstr>
      <vt:lpstr>Linear Regression with One Variable</vt:lpstr>
      <vt:lpstr>How to represent f?</vt:lpstr>
      <vt:lpstr>Linear Regression with One Variable</vt:lpstr>
      <vt:lpstr>Training set</vt:lpstr>
      <vt:lpstr>PowerPoint Presentation</vt:lpstr>
      <vt:lpstr>Cost function: Squared error cost function</vt:lpstr>
      <vt:lpstr>Linear Regression with One Variable</vt:lpstr>
      <vt:lpstr>model:</vt:lpstr>
      <vt:lpstr>PowerPoint Presentation</vt:lpstr>
      <vt:lpstr>PowerPoint Presentation</vt:lpstr>
      <vt:lpstr>PowerPoint Presentation</vt:lpstr>
      <vt:lpstr>goal of linear regression:</vt:lpstr>
      <vt:lpstr>Linear Regression with One Variable</vt:lpstr>
      <vt:lpstr>x = wx + b</vt:lpstr>
      <vt:lpstr>fw,b</vt:lpstr>
      <vt:lpstr>J(w,b)</vt:lpstr>
      <vt:lpstr>3D surface plot</vt:lpstr>
      <vt:lpstr>PowerPoint Presentation</vt:lpstr>
      <vt:lpstr>PowerPoint Presentation</vt:lpstr>
      <vt:lpstr>PowerPoint Presentation</vt:lpstr>
      <vt:lpstr>Linear Regression with One Variable</vt:lpstr>
      <vt:lpstr>PowerPoint Presentation</vt:lpstr>
      <vt:lpstr>PowerPoint Presentation</vt:lpstr>
      <vt:lpstr>PowerPoint Presentation</vt:lpstr>
      <vt:lpstr>PowerPoint Presentation</vt:lpstr>
      <vt:lpstr>Training Linear Regression</vt:lpstr>
      <vt:lpstr>J w, b</vt:lpstr>
      <vt:lpstr>J w, b</vt:lpstr>
      <vt:lpstr>Training Linear Regression</vt:lpstr>
      <vt:lpstr>Gradient descent algorithm</vt:lpstr>
      <vt:lpstr>Training Linear Regression</vt:lpstr>
      <vt:lpstr>Gradient descent algorithm</vt:lpstr>
      <vt:lpstr>J(w)</vt:lpstr>
      <vt:lpstr>Training Linear Regression</vt:lpstr>
      <vt:lpstr>w = w - a</vt:lpstr>
      <vt:lpstr>PowerPoint Presentation</vt:lpstr>
      <vt:lpstr>Can reach local minimum with fixed learning rate</vt:lpstr>
      <vt:lpstr>Training Linear Regression</vt:lpstr>
      <vt:lpstr>Cost function</vt:lpstr>
      <vt:lpstr>(Optional)</vt:lpstr>
      <vt:lpstr>Gradient descent algorithm</vt:lpstr>
      <vt:lpstr>More than one local minimum</vt:lpstr>
      <vt:lpstr>squared error cost</vt:lpstr>
      <vt:lpstr>Training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"Batch" gradient descent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Asad Afridi</cp:lastModifiedBy>
  <cp:revision>2</cp:revision>
  <dcterms:created xsi:type="dcterms:W3CDTF">2026-03-25T06:49:02Z</dcterms:created>
  <dcterms:modified xsi:type="dcterms:W3CDTF">2026-03-25T07:52:57Z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2022-06-27T00:00:00Z</vt:filetime>
  </property>
  <property fmtid="{D5CDD505-2E9C-101B-9397-08002B2CF9AE}" pid="3" name="LastSaved">
    <vt:filetime>2026-03-25T00:00:00Z</vt:filetime>
  </property>
  <property fmtid="{D5CDD505-2E9C-101B-9397-08002B2CF9AE}" pid="4" name="Producer">
    <vt:lpwstr>macOS Version 12.2.1 (Build 21D62) Quartz PDFContext, AppendMode 1.1</vt:lpwstr>
  </property>
</Properties>
</file>